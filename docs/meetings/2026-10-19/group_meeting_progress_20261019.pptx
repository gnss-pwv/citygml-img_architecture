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2"/>
  </p:notesMasterIdLst>
  <p:sldIdLst>
    <p:sldId id="256" r:id="rId2"/>
    <p:sldId id="257" r:id="rId3"/>
    <p:sldId id="258" r:id="rId4"/>
    <p:sldId id="276" r:id="rId5"/>
    <p:sldId id="259" r:id="rId6"/>
    <p:sldId id="260" r:id="rId7"/>
    <p:sldId id="274" r:id="rId8"/>
    <p:sldId id="262" r:id="rId9"/>
    <p:sldId id="263" r:id="rId10"/>
    <p:sldId id="264" r:id="rId11"/>
    <p:sldId id="265" r:id="rId12"/>
    <p:sldId id="266" r:id="rId13"/>
    <p:sldId id="267" r:id="rId14"/>
    <p:sldId id="278" r:id="rId15"/>
    <p:sldId id="268" r:id="rId16"/>
    <p:sldId id="275" r:id="rId17"/>
    <p:sldId id="270" r:id="rId18"/>
    <p:sldId id="271" r:id="rId19"/>
    <p:sldId id="272" r:id="rId20"/>
    <p:sldId id="273" r:id="rId21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88471" autoAdjust="0"/>
  </p:normalViewPr>
  <p:slideViewPr>
    <p:cSldViewPr snapToGrid="0">
      <p:cViewPr varScale="1">
        <p:scale>
          <a:sx n="97" d="100"/>
          <a:sy n="97" d="100"/>
        </p:scale>
        <p:origin x="162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开场：这次将已经跑通的 LoD3 跨模态匹配预实验与开题报告的 LoD1 建筑检索分开说明。重要结论是工程链路可运行，但尚未验证 LoD1 主任务。</a:t>
            </a:r>
          </a:p>
          <a:p>
            <a:endParaRPr/>
          </a:p>
          <a:p>
            <a:r>
              <a:t>资料来源：</a:t>
            </a:r>
          </a:p>
          <a:p>
            <a:r>
              <a:t>C:/Users/YuexuanWang/Desktop/TJ/SITP/街景卫星3D/开题报告/基于CityGML可见性约束的街景影像—建筑目标检索方法研究.docx</a:t>
            </a:r>
          </a:p>
          <a:p>
            <a:r>
              <a:t>E:/workinCODEX/prog_3D/CityGML-IMG_Architecture/docs/CURRENT_STATUS.md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这里要强调“新增工作”与“数据集原有内容”不同。9 月末已完成人工标定；10 月开始自动找楼。不能把原始 LoD3 门窗几何算成从照片生成的成果。</a:t>
            </a:r>
          </a:p>
          <a:p>
            <a:endParaRPr/>
          </a:p>
          <a:p>
            <a:r>
              <a:t>资料来源：</a:t>
            </a:r>
          </a:p>
          <a:p>
            <a:r>
              <a:t>E:/workinCODEX/prog_3D/CityGML-IMG_Architecture/docs/experiment_log.md</a:t>
            </a:r>
          </a:p>
          <a:p>
            <a:r>
              <a:t>E:/workinCODEX/prog_3D/CityGML-IMG_Architecture/docs/CURRENT_STATUS.md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如老师追问“把 LoD3 窗拿掉怎么办”，回答：目前窗中心方法无法原样迁移，主任务必须另建 LoD1 可见性与照片建筑区域一致性方法。</a:t>
            </a:r>
          </a:p>
          <a:p>
            <a:endParaRPr/>
          </a:p>
          <a:p>
            <a:r>
              <a:t>资料来源：</a:t>
            </a:r>
          </a:p>
          <a:p>
            <a:r>
              <a:t>C:/Users/YuexuanWang/Desktop/TJ/SITP/街景卫星3D/开题报告/基于CityGML可见性约束的街景影像—建筑目标检索方法研究.docx</a:t>
            </a:r>
          </a:p>
          <a:p>
            <a:r>
              <a:t>E:/workinCODEX/prog_3D/CityGML-IMG_Architecture/docs/CURRENT_STATUS.md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本页重绘了项目 CURRENT_STATUS.md 中已形成的 LoD3 自动流程。左路提供真实照片和 DINO 门窗框，右路提供 CityGML 渲染图及原有窗构件。DINOv3 做候选检索，RoMa 或 MINIMA-RoMa 做局部匹配，窗中心与几何规则负责审核。通过后生成独立预测面。这里是现有 LoD3 预实验路线；开题报告的 LoD1 可见性检索仍需另建实验。</a:t>
            </a:r>
          </a:p>
          <a:p>
            <a:endParaRPr/>
          </a:p>
          <a:p>
            <a:r>
              <a:t>资料来源：</a:t>
            </a:r>
          </a:p>
          <a:p>
            <a:r>
              <a:t>E:/workinCODEX/prog_3D/CityGML-IMG_Architecture/docs/CURRENT_STATUS.md</a:t>
            </a:r>
          </a:p>
          <a:p>
            <a:r>
              <a:t>E:/workinCODEX/prog_3D/CityGML-IMG_Architecture/README.md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17066871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不要把“当前 17 张缺相机元数据”扩大为所有可能拍摄的原始照片都没有。开题计划 50–100 栋、300–500 张。当前 17 张是同一开发批，不应当作正式测试集。</a:t>
            </a:r>
          </a:p>
          <a:p>
            <a:endParaRPr/>
          </a:p>
          <a:p>
            <a:r>
              <a:t>资料来源：</a:t>
            </a:r>
          </a:p>
          <a:p>
            <a:r>
              <a:t>E:/workinCODEX/prog_3D/CityGML-IMG_Architecture/docs/CURRENT_STATUS.md</a:t>
            </a:r>
          </a:p>
          <a:p>
            <a:r>
              <a:t>C:/Users/YuexuanWang/Desktop/TJ/SITP/街景卫星3D/开题报告/基于CityGML可见性约束的街景影像—建筑目标检索方法研究.docx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参考论文 Stage 2 使用 Detectron2 Mask R-CNN，作者没有公开项目专用权重。本项目用 DINO 1.6 Pro 代替以跑通链路。397/27/2 是预测框数。示例图中仍有小窗漏检/误检，不能宣称 17 张的准确率。</a:t>
            </a:r>
          </a:p>
          <a:p>
            <a:endParaRPr/>
          </a:p>
          <a:p>
            <a:r>
              <a:t>资料来源：</a:t>
            </a:r>
          </a:p>
          <a:p>
            <a:r>
              <a:t>E:/workinCODEX/prog_3D/CityGML-IMG_Architecture/docs/CURRENT_STATUS.md</a:t>
            </a:r>
          </a:p>
          <a:p>
            <a:r>
              <a:t>E:/workinCODEX/prog_3D/CityGML-IMG_Architecture/docs/images/实验D检测示例.png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FP 是 false positive，误检框。本实验要求类别一致、IoU 大于等于 0.50 且一对一匹配；重复框、偏移过大的框或非窗区域的窗预测都可能计 FP。这里展示的是固定运行阈值下的 TP/FP/FN，不把较少的 FP 个数误称为低误检率。YOLO11 与 YOLOv3 在本项目提供的权重和设置下用于窗检测，不能做门检测对照。直接以 YOLO 未检出为否决条件，YOLO11 的真实窗召回上限只有 411/1058，YOLOv3 仅 28/1058。可把两模型一致的框作为后续人工复核线索，但是否能改善精度必须另做逐框融合评估。</a:t>
            </a:r>
          </a:p>
          <a:p>
            <a:endParaRPr/>
          </a:p>
          <a:p>
            <a:r>
              <a:t>资料来源：</a:t>
            </a:r>
          </a:p>
          <a:p>
            <a:r>
              <a:t>E:/workinCODEX/prog_3D/my_results/benchmarks/comparison_yolo_dino_20261012/comparison.md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06148735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照片窗中心是 Grounding DINO 矩形框的中点；渲染窗中心来自已有 LoD3 Window 构件的可见像素框。若检测框偏向一侧、只框住玻璃而模型窗构件范围更大，或窗有透视遮挡，中心对应会偏，配对和拟合变换可能受影响。通过后最终映射的是原预测框的四角，因此框边界误差也会进入三维预览。RANSAC 与留出点可抑制少数离群配对，但不能保证识别系统偏移或重复窗列的错楼。本地窗中心法需至少 6 对，6–7 对仿射，8 对以上单应；不足 6 对只在原稠密匹配已自动确认时复用原变换。这里不要误称为 GPT 判断窗对应。</a:t>
            </a:r>
          </a:p>
          <a:p>
            <a:endParaRPr/>
          </a:p>
          <a:p>
            <a:r>
              <a:t>资料来源：</a:t>
            </a:r>
          </a:p>
          <a:p>
            <a:r>
              <a:t>E:/workinCODEX/prog_3D/CityGML-IMG_Architecture/docs/CURRENT_STATUS.md</a:t>
            </a:r>
          </a:p>
          <a:p>
            <a:r>
              <a:t>E:/workinCODEX/prog_3D/CityGML-IMG_Architecture/run_experiment_window_centers.py</a:t>
            </a:r>
          </a:p>
          <a:p>
            <a:r>
              <a:t>E:/workinCODEX/prog_3D/CityGML-IMG_Architecture/vlm_window_alignment.py</a:t>
            </a:r>
          </a:p>
          <a:p>
            <a:r>
              <a:t>E:/workinCODEX/prog_3D/CityGML-IMG_Architecture/facade_auto_mapping.py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不要把 7 到 8 的变化归因为窗中心。它既改变方法也改变门槛。轻度放宽相对原 2.1 增加 1 个正确接受，但样本只有 17；不能作为泛化结论。所谓正确/错误均是建筑 ID 的文件名核对。</a:t>
            </a:r>
          </a:p>
          <a:p>
            <a:endParaRPr/>
          </a:p>
          <a:p>
            <a:r>
              <a:t>资料来源：</a:t>
            </a:r>
          </a:p>
          <a:p>
            <a:r>
              <a:t>E:/workinCODEX/prog_3D/my_results/experiment_window_centers/window_centers_20261012_145618_436419/summary.json</a:t>
            </a:r>
          </a:p>
          <a:p>
            <a:r>
              <a:t>E:/workinCODEX/prog_3D/CityGML-IMG_Architecture/docs/CURRENT_STATUS.md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dirty="0"/>
              <a:t>这是一条条件链，14 是正确建筑进入候选，10 是正确建筑通过窗检查，9 </a:t>
            </a:r>
            <a:r>
              <a:rPr dirty="0" err="1"/>
              <a:t>是最终接受且正确。另有错楼的</a:t>
            </a:r>
            <a:r>
              <a:rPr dirty="0"/>
              <a:t> 4906981 </a:t>
            </a:r>
            <a:r>
              <a:rPr dirty="0" err="1"/>
              <a:t>一张。不要将</a:t>
            </a:r>
            <a:r>
              <a:rPr dirty="0"/>
              <a:t> 9/17 </a:t>
            </a:r>
            <a:r>
              <a:rPr dirty="0" err="1"/>
              <a:t>称为三维映射准确率</a:t>
            </a:r>
            <a:r>
              <a:rPr dirty="0"/>
              <a:t>。</a:t>
            </a:r>
          </a:p>
          <a:p>
            <a:endParaRPr dirty="0"/>
          </a:p>
          <a:p>
            <a:r>
              <a:rPr dirty="0" err="1"/>
              <a:t>资料来源</a:t>
            </a:r>
            <a:r>
              <a:rPr dirty="0"/>
              <a:t>：</a:t>
            </a:r>
          </a:p>
          <a:p>
            <a:r>
              <a:rPr dirty="0"/>
              <a:t>E:/workinCODEX/prog_3D/my_results/experiment_window_centers/window_centers_20261012_145618_436419/summary.json</a:t>
            </a:r>
          </a:p>
          <a:p>
            <a:r>
              <a:rPr dirty="0"/>
              <a:t>E:/workinCODEX/prog_3D/my_results/experiment_window_centers/window_centers_20261012_145618_436419/experiment_2.1_per_photo.csv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这个例子说明在已有 LoD3 墙面上可以生成预测位置，不能说原模型已经开洞。新批次把 4959323_right 从待复核变为正确建筑 ID 接受，13 个预测面、4 个越界。因为无墙面和坐标 GT，不能报告投影准确率。</a:t>
            </a:r>
          </a:p>
          <a:p>
            <a:endParaRPr/>
          </a:p>
          <a:p>
            <a:r>
              <a:t>资料来源：</a:t>
            </a:r>
          </a:p>
          <a:p>
            <a:r>
              <a:t>E:/workinCODEX/prog_3D/my_results/experiment_window_centers/window_centers_20261012_145618_436419/experiment_2.1/4959323_right/result.json</a:t>
            </a:r>
          </a:p>
          <a:p>
            <a:r>
              <a:t>E:/workinCODEX/prog_3D/my_results/experiment_window_centers/window_centers_20261012_145618_436419/experiment_2.1/4959323_right/window_center_overlay.png</a:t>
            </a:r>
          </a:p>
          <a:p>
            <a:r>
              <a:t>E:/workinCODEX/prog_3D/my_results/experiment_window_centers/window_centers_20261012_145618_436419/experiment_2.1/4959323_right/mapping/mapping_preview.png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先请听众看真实照片中三层窗/拱廊的结构，再给出下一页：虽然局部窗口能配上，建筑身份错了。正确建筑 4906981 在候选集合中缺失，这是逐照片 CSV 已核对的结果。</a:t>
            </a:r>
          </a:p>
          <a:p>
            <a:endParaRPr/>
          </a:p>
          <a:p>
            <a:r>
              <a:t>资料来源：</a:t>
            </a:r>
          </a:p>
          <a:p>
            <a:r>
              <a:t>E:/workinCODEX/prog_3D/CityGML-IMG_Architecture/Drills/Texture2LoD3_dataset/textures/4906981.jpg</a:t>
            </a:r>
          </a:p>
          <a:p>
            <a:r>
              <a:t>E:/workinCODEX/prog_3D/my_results/experiment_window_centers/window_centers_20261012_145618_436419/experiment_2.1_per_photo.csv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错误案例的 result.json 给出候选建筑 4959323、photo_window_count 57，候选记录 pair_count 57，预览保留 63 个预测面。这里的 57 对不是独立人工窗对应 GT，只是算法找到的一对一匹配；正是局部自洽但身份错误的证据。</a:t>
            </a:r>
          </a:p>
          <a:p>
            <a:endParaRPr/>
          </a:p>
          <a:p>
            <a:r>
              <a:t>资料来源：</a:t>
            </a:r>
          </a:p>
          <a:p>
            <a:r>
              <a:t>E:/workinCODEX/prog_3D/my_results/experiment_window_centers/window_centers_20261012_145618_436419/experiment_2.1/4906981/result.json</a:t>
            </a:r>
          </a:p>
          <a:p>
            <a:r>
              <a:t>E:/workinCODEX/prog_3D/my_results/experiment_window_centers/window_centers_20261012_145618_436419/experiment_2.1/4906981/candidates.json</a:t>
            </a:r>
          </a:p>
          <a:p>
            <a:r>
              <a:t>E:/workinCODEX/prog_3D/my_results/experiment_window_centers/window_centers_20261012_145618_436419/experiment_2.1/4906981/window_center_overlay.png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这页只陈述同一批 17 张照片上已核对的建筑 ID 结果。14 张正确建筑进入候选集；最终自动接受 10 张，其中 9 张建筑 ID 与文件名一致，1 张错楼，7 张待复核。9/17 不是墙面准确率，也不是三维投影精度。4906981 错配到 4959323，57 对窗中心仍局部自洽；说明重复窗列可能欺骗局部几何。17 张照片参与过阈值调试，因此这些数字属于开发批诊断，不代表独立测试的泛化表现。</a:t>
            </a:r>
          </a:p>
          <a:p>
            <a:endParaRPr/>
          </a:p>
          <a:p>
            <a:r>
              <a:t>资料来源：</a:t>
            </a:r>
          </a:p>
          <a:p>
            <a:r>
              <a:t>E:/workinCODEX/prog_3D/CityGML-IMG_Architecture/docs/CURRENT_STATUS.md</a:t>
            </a:r>
          </a:p>
          <a:p>
            <a:r>
              <a:t>E:/workinCODEX/prog_3D/my_results/experiment_window_centers/window_centers_20261012_145618_436419/summary.json</a:t>
            </a:r>
          </a:p>
          <a:p>
            <a:r>
              <a:t>E:/workinCODEX/prog_3D/my_results/experiment_window_centers/window_centers_20261012_145618_436419/experiment_2.1_per_photo.csv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087128315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建议以 LoD1 建筑检索为论文主线。若暂时拿不到照片先验和建筑标签，先把数据采集与真值定义作为下一阶段首要交付，不继续只靠几何阈值调参。</a:t>
            </a:r>
          </a:p>
          <a:p>
            <a:endParaRPr/>
          </a:p>
          <a:p>
            <a:r>
              <a:t>资料来源：</a:t>
            </a:r>
          </a:p>
          <a:p>
            <a:r>
              <a:t>C:/Users/YuexuanWang/Desktop/TJ/SITP/街景卫星3D/开题报告/基于CityGML可见性约束的街景影像—建筑目标检索方法研究.docx</a:t>
            </a:r>
          </a:p>
          <a:p>
            <a:r>
              <a:t>E:/workinCODEX/prog_3D/CityGML-IMG_Architecture/docs/CURRENT_STATUS.md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两张来自独立的 100 张测试图。此页只展示 Grounding DINO 1.6 的原始检测可视化；图下的 TP/FP/FN 仅统计窗类，来自 comparison.md 的对应样例。模型可能同时在图上画出门框，但本页不比较门检测。</a:t>
            </a:r>
          </a:p>
          <a:p>
            <a:endParaRPr/>
          </a:p>
          <a:p>
            <a:r>
              <a:t>资料来源：</a:t>
            </a:r>
          </a:p>
          <a:p>
            <a:r>
              <a:t>E:/workinCODEX/prog_3D/my_results/benchmarks/grounding_dino16/D_20261010_204336_303863/image_0597_jpg.rf.c69e4668216f08bd9365d45f87cf3533/detections.png</a:t>
            </a:r>
          </a:p>
          <a:p>
            <a:r>
              <a:t>E:/workinCODEX/prog_3D/my_results/benchmarks/grounding_dino16/D_20261010_204336_303863/image_0204_jpg.rf.940aab0b4b81c230cb101213da01ec12/detections.png</a:t>
            </a:r>
          </a:p>
          <a:p>
            <a:r>
              <a:t>E:/workinCODEX/prog_3D/my_results/benchmarks/comparison_yolo_dino_20261012/comparison.md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668395923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这 5 张纵向立面为实验 D 的原始检测可视化。框颜色与置信度来自原始运行；每张图的完整像素版本保留在批次文件夹。</a:t>
            </a:r>
          </a:p>
          <a:p>
            <a:endParaRPr/>
          </a:p>
          <a:p>
            <a:r>
              <a:t>资料来源：</a:t>
            </a:r>
          </a:p>
          <a:p>
            <a:r>
              <a:t>E:/workinCODEX/prog_3D/my_results/grounding_dino16/batch_detection/D_20260930_155603_929347/batch_summary.csv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这 5 张宽幅立面为实验 D 的原始检测可视化，其中 4906981 与 4959323_front 使用重叠分块处理。</a:t>
            </a:r>
          </a:p>
          <a:p>
            <a:endParaRPr/>
          </a:p>
          <a:p>
            <a:r>
              <a:t>资料来源：</a:t>
            </a:r>
          </a:p>
          <a:p>
            <a:r>
              <a:t>E:/workinCODEX/prog_3D/my_results/grounding_dino16/batch_detection/D_20260930_155603_929347/batch_summary.csv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这 4 张近方幅立面为实验 D 的原始检测可视化。</a:t>
            </a:r>
          </a:p>
          <a:p>
            <a:endParaRPr/>
          </a:p>
          <a:p>
            <a:r>
              <a:t>资料来源：</a:t>
            </a:r>
          </a:p>
          <a:p>
            <a:r>
              <a:t>E:/workinCODEX/prog_3D/my_results/grounding_dino16/batch_detection/D_20260930_155603_929347/batch_summary.csv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最后 3 张近方幅立面为实验 D 的原始检测可视化。四页图集共 17 张，与 batch_summary.csv 一一对应。</a:t>
            </a:r>
          </a:p>
          <a:p>
            <a:endParaRPr/>
          </a:p>
          <a:p>
            <a:r>
              <a:t>资料来源：</a:t>
            </a:r>
          </a:p>
          <a:p>
            <a:r>
              <a:t>E:/workinCODEX/prog_3D/my_results/grounding_dino16/batch_detection/D_20260930_155603_929347/batch_summary.csv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673B887F-733A-4C72-BDA1-C6EFA87F36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9200" y="2590800"/>
            <a:ext cx="9753600" cy="9906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>
            <a:endParaRPr/>
          </a:p>
        </p:txBody>
      </p:sp>
      <p:sp>
        <p:nvSpPr>
          <p:cNvPr id="2" name="Subtitle">
            <a:extLst>
              <a:ext uri="{FF2B5EF4-FFF2-40B4-BE49-F238E27FC236}">
                <a16:creationId xmlns:a16="http://schemas.microsoft.com/office/drawing/2014/main" id="{EEBAD652-09E3-4863-8D7A-699001A50CC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828800" y="3771900"/>
            <a:ext cx="8534400" cy="7620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 title">
            <a:extLst>
              <a:ext uri="{FF2B5EF4-FFF2-40B4-BE49-F238E27FC236}">
                <a16:creationId xmlns:a16="http://schemas.microsoft.com/office/drawing/2014/main" id="{AD074BD3-3D65-421E-8CF3-2A96F96DA9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9200" y="2857500"/>
            <a:ext cx="9753600" cy="11430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Bod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74C8897C-4A8B-438F-83C8-B5E8C9C910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>
            <a:endParaRPr/>
          </a:p>
        </p:txBody>
      </p:sp>
      <p:sp>
        <p:nvSpPr>
          <p:cNvPr id="2" name="Body">
            <a:extLst>
              <a:ext uri="{FF2B5EF4-FFF2-40B4-BE49-F238E27FC236}">
                <a16:creationId xmlns:a16="http://schemas.microsoft.com/office/drawing/2014/main" id="{4ECCC81E-EE0A-4342-AF1E-ADBBDBDD103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108204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Two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">
            <a:extLst>
              <a:ext uri="{FF2B5EF4-FFF2-40B4-BE49-F238E27FC236}">
                <a16:creationId xmlns:a16="http://schemas.microsoft.com/office/drawing/2014/main" id="{D06E221C-970F-4B02-A2C2-26A8C86F65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>
            <a:endParaRPr/>
          </a:p>
        </p:txBody>
      </p:sp>
      <p:sp>
        <p:nvSpPr>
          <p:cNvPr id="2" name="Left column">
            <a:extLst>
              <a:ext uri="{FF2B5EF4-FFF2-40B4-BE49-F238E27FC236}">
                <a16:creationId xmlns:a16="http://schemas.microsoft.com/office/drawing/2014/main" id="{EABCD7C7-4952-4549-9910-52DE195385A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endParaRPr/>
          </a:p>
        </p:txBody>
      </p:sp>
      <p:sp>
        <p:nvSpPr>
          <p:cNvPr id="3" name="Right column">
            <a:extLst>
              <a:ext uri="{FF2B5EF4-FFF2-40B4-BE49-F238E27FC236}">
                <a16:creationId xmlns:a16="http://schemas.microsoft.com/office/drawing/2014/main" id="{9CAE1620-2C15-48B5-B2EF-E94B577C368A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64770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On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0B61AA43-5726-444E-B5E2-6EBF47A41F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>
            <a:endParaRPr/>
          </a:p>
        </p:txBody>
      </p:sp>
      <p:sp>
        <p:nvSpPr>
          <p:cNvPr id="2" name="Left column">
            <a:extLst>
              <a:ext uri="{FF2B5EF4-FFF2-40B4-BE49-F238E27FC236}">
                <a16:creationId xmlns:a16="http://schemas.microsoft.com/office/drawing/2014/main" id="{E6172C39-E2EA-49F1-B806-B331525FE7E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4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8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7" Type="http://schemas.openxmlformats.org/officeDocument/2006/relationships/image" Target="../media/image13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7" Type="http://schemas.openxmlformats.org/officeDocument/2006/relationships/image" Target="../media/image18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22.png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图片 8">
            <a:extLst>
              <a:ext uri="{FF2B5EF4-FFF2-40B4-BE49-F238E27FC236}">
                <a16:creationId xmlns:a16="http://schemas.microsoft.com/office/drawing/2014/main" id="{09BE436F-8747-4F84-B502-76118A1DF90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0" y="35027"/>
            <a:ext cx="5429250" cy="6549822"/>
          </a:xfrm>
          <a:prstGeom prst="rect">
            <a:avLst/>
          </a:prstGeom>
        </p:spPr>
      </p:pic>
      <p:sp>
        <p:nvSpPr>
          <p:cNvPr id="2" name="矩形 1">
            <a:extLst>
              <a:ext uri="{FF2B5EF4-FFF2-40B4-BE49-F238E27FC236}">
                <a16:creationId xmlns:a16="http://schemas.microsoft.com/office/drawing/2014/main" id="{65B5995B-F60A-4055-8737-9D6243307FBD}"/>
              </a:ext>
            </a:extLst>
          </p:cNvPr>
          <p:cNvSpPr>
            <a:spLocks noGrp="1"/>
          </p:cNvSpPr>
          <p:nvPr/>
        </p:nvSpPr>
        <p:spPr>
          <a:xfrm>
            <a:off x="5410200" y="0"/>
            <a:ext cx="47625" cy="6858000"/>
          </a:xfrm>
          <a:prstGeom prst="rect">
            <a:avLst/>
          </a:prstGeom>
          <a:solidFill>
            <a:srgbClr val="567F8B"/>
          </a:solidFill>
          <a:ln w="0">
            <a:noFill/>
            <a:prstDash val="solid"/>
          </a:ln>
        </p:spPr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F441EEF-67A7-4AFB-A430-F5101E7F8A99}"/>
              </a:ext>
            </a:extLst>
          </p:cNvPr>
          <p:cNvSpPr>
            <a:spLocks noGrp="1"/>
          </p:cNvSpPr>
          <p:nvPr/>
        </p:nvSpPr>
        <p:spPr>
          <a:xfrm>
            <a:off x="5924550" y="838200"/>
            <a:ext cx="54292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875" b="1">
                <a:solidFill>
                  <a:srgbClr val="26343C"/>
                </a:solidFill>
                <a:latin typeface="Noto Sans SC"/>
                <a:ea typeface="Noto Sans SC"/>
                <a:cs typeface="Noto Sans SC"/>
              </a:defRPr>
            </a:defPPr>
            <a:lvl1pPr algn="l">
              <a:defRPr sz="1875" b="1">
                <a:solidFill>
                  <a:srgbClr val="26343C"/>
                </a:solidFill>
                <a:latin typeface="Noto Sans SC"/>
                <a:ea typeface="Noto Sans SC"/>
                <a:cs typeface="Noto Sans SC"/>
              </a:defRPr>
            </a:lvl1pPr>
            <a:lvl2pPr algn="l">
              <a:defRPr sz="1875" b="1">
                <a:solidFill>
                  <a:srgbClr val="26343C"/>
                </a:solidFill>
                <a:latin typeface="Noto Sans SC"/>
                <a:ea typeface="Noto Sans SC"/>
                <a:cs typeface="Noto Sans SC"/>
              </a:defRPr>
            </a:lvl2pPr>
            <a:lvl3pPr algn="l">
              <a:defRPr sz="1875" b="1">
                <a:solidFill>
                  <a:srgbClr val="26343C"/>
                </a:solidFill>
                <a:latin typeface="Noto Sans SC"/>
                <a:ea typeface="Noto Sans SC"/>
                <a:cs typeface="Noto Sans SC"/>
              </a:defRPr>
            </a:lvl3pPr>
            <a:lvl4pPr algn="l">
              <a:defRPr sz="1875" b="1">
                <a:solidFill>
                  <a:srgbClr val="26343C"/>
                </a:solidFill>
                <a:latin typeface="Noto Sans SC"/>
                <a:ea typeface="Noto Sans SC"/>
                <a:cs typeface="Noto Sans SC"/>
              </a:defRPr>
            </a:lvl4pPr>
            <a:lvl5pPr algn="l">
              <a:defRPr sz="1875" b="1">
                <a:solidFill>
                  <a:srgbClr val="26343C"/>
                </a:solidFill>
                <a:latin typeface="Noto Sans SC"/>
                <a:ea typeface="Noto Sans SC"/>
                <a:cs typeface="Noto Sans SC"/>
              </a:defRPr>
            </a:lvl5pPr>
            <a:lvl6pPr algn="l">
              <a:defRPr sz="1875" b="1">
                <a:solidFill>
                  <a:srgbClr val="26343C"/>
                </a:solidFill>
                <a:latin typeface="Noto Sans SC"/>
                <a:ea typeface="Noto Sans SC"/>
                <a:cs typeface="Noto Sans SC"/>
              </a:defRPr>
            </a:lvl6pPr>
            <a:lvl7pPr algn="l">
              <a:defRPr sz="1875" b="1">
                <a:solidFill>
                  <a:srgbClr val="26343C"/>
                </a:solidFill>
                <a:latin typeface="Noto Sans SC"/>
                <a:ea typeface="Noto Sans SC"/>
                <a:cs typeface="Noto Sans SC"/>
              </a:defRPr>
            </a:lvl7pPr>
            <a:lvl8pPr algn="l">
              <a:defRPr sz="1875" b="1">
                <a:solidFill>
                  <a:srgbClr val="26343C"/>
                </a:solidFill>
                <a:latin typeface="Noto Sans SC"/>
                <a:ea typeface="Noto Sans SC"/>
                <a:cs typeface="Noto Sans SC"/>
              </a:defRPr>
            </a:lvl8pPr>
            <a:lvl9pPr algn="l">
              <a:defRPr sz="1875" b="1">
                <a:solidFill>
                  <a:srgbClr val="26343C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l">
              <a:lnSpc>
                <a:spcPct val="100000"/>
              </a:lnSpc>
              <a:buNone/>
              <a:defRPr sz="1875" b="1">
                <a:solidFill>
                  <a:srgbClr val="26343C"/>
                </a:solidFill>
                <a:latin typeface="Noto Sans SC"/>
                <a:ea typeface="Noto Sans SC"/>
                <a:cs typeface="Noto Sans SC"/>
              </a:defRPr>
            </a:pPr>
            <a:r>
              <a:rPr sz="1875" b="1">
                <a:solidFill>
                  <a:srgbClr val="26343C"/>
                </a:solidFill>
                <a:latin typeface="Noto Sans SC"/>
                <a:ea typeface="Noto Sans SC"/>
                <a:cs typeface="Noto Sans SC"/>
              </a:rPr>
              <a:t>组会阶段汇报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4EF70C4D-ED26-4511-B20B-E7846E8D1DC9}"/>
              </a:ext>
            </a:extLst>
          </p:cNvPr>
          <p:cNvSpPr>
            <a:spLocks noGrp="1"/>
          </p:cNvSpPr>
          <p:nvPr/>
        </p:nvSpPr>
        <p:spPr>
          <a:xfrm>
            <a:off x="5924550" y="1352550"/>
            <a:ext cx="5581650" cy="66675"/>
          </a:xfrm>
          <a:prstGeom prst="rect">
            <a:avLst/>
          </a:prstGeom>
          <a:solidFill>
            <a:srgbClr val="A9BCC2"/>
          </a:solidFill>
          <a:ln w="0">
            <a:noFill/>
            <a:prstDash val="solid"/>
          </a:ln>
        </p:spPr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E007A50A-49C4-4F70-8AAA-5853D8C8B4CB}"/>
              </a:ext>
            </a:extLst>
          </p:cNvPr>
          <p:cNvSpPr>
            <a:spLocks noGrp="1"/>
          </p:cNvSpPr>
          <p:nvPr/>
        </p:nvSpPr>
        <p:spPr>
          <a:xfrm>
            <a:off x="5905500" y="1971675"/>
            <a:ext cx="5657850" cy="2143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rgbClr val="26343C"/>
                </a:solidFill>
                <a:latin typeface="Noto Sans SC"/>
                <a:ea typeface="Noto Sans SC"/>
                <a:cs typeface="Noto Sans SC"/>
              </a:defRPr>
            </a:defPPr>
            <a:lvl1pPr algn="l">
              <a:defRPr sz="3300" b="1">
                <a:solidFill>
                  <a:srgbClr val="26343C"/>
                </a:solidFill>
                <a:latin typeface="Noto Sans SC"/>
                <a:ea typeface="Noto Sans SC"/>
                <a:cs typeface="Noto Sans SC"/>
              </a:defRPr>
            </a:lvl1pPr>
            <a:lvl2pPr algn="l">
              <a:defRPr sz="3300" b="1">
                <a:solidFill>
                  <a:srgbClr val="26343C"/>
                </a:solidFill>
                <a:latin typeface="Noto Sans SC"/>
                <a:ea typeface="Noto Sans SC"/>
                <a:cs typeface="Noto Sans SC"/>
              </a:defRPr>
            </a:lvl2pPr>
            <a:lvl3pPr algn="l">
              <a:defRPr sz="3300" b="1">
                <a:solidFill>
                  <a:srgbClr val="26343C"/>
                </a:solidFill>
                <a:latin typeface="Noto Sans SC"/>
                <a:ea typeface="Noto Sans SC"/>
                <a:cs typeface="Noto Sans SC"/>
              </a:defRPr>
            </a:lvl3pPr>
            <a:lvl4pPr algn="l">
              <a:defRPr sz="3300" b="1">
                <a:solidFill>
                  <a:srgbClr val="26343C"/>
                </a:solidFill>
                <a:latin typeface="Noto Sans SC"/>
                <a:ea typeface="Noto Sans SC"/>
                <a:cs typeface="Noto Sans SC"/>
              </a:defRPr>
            </a:lvl4pPr>
            <a:lvl5pPr algn="l">
              <a:defRPr sz="3300" b="1">
                <a:solidFill>
                  <a:srgbClr val="26343C"/>
                </a:solidFill>
                <a:latin typeface="Noto Sans SC"/>
                <a:ea typeface="Noto Sans SC"/>
                <a:cs typeface="Noto Sans SC"/>
              </a:defRPr>
            </a:lvl5pPr>
            <a:lvl6pPr algn="l">
              <a:defRPr sz="3300" b="1">
                <a:solidFill>
                  <a:srgbClr val="26343C"/>
                </a:solidFill>
                <a:latin typeface="Noto Sans SC"/>
                <a:ea typeface="Noto Sans SC"/>
                <a:cs typeface="Noto Sans SC"/>
              </a:defRPr>
            </a:lvl6pPr>
            <a:lvl7pPr algn="l">
              <a:defRPr sz="3300" b="1">
                <a:solidFill>
                  <a:srgbClr val="26343C"/>
                </a:solidFill>
                <a:latin typeface="Noto Sans SC"/>
                <a:ea typeface="Noto Sans SC"/>
                <a:cs typeface="Noto Sans SC"/>
              </a:defRPr>
            </a:lvl7pPr>
            <a:lvl8pPr algn="l">
              <a:defRPr sz="3300" b="1">
                <a:solidFill>
                  <a:srgbClr val="26343C"/>
                </a:solidFill>
                <a:latin typeface="Noto Sans SC"/>
                <a:ea typeface="Noto Sans SC"/>
                <a:cs typeface="Noto Sans SC"/>
              </a:defRPr>
            </a:lvl8pPr>
            <a:lvl9pPr algn="l">
              <a:defRPr sz="3300" b="1">
                <a:solidFill>
                  <a:srgbClr val="26343C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l">
              <a:lnSpc>
                <a:spcPct val="100000"/>
              </a:lnSpc>
              <a:buNone/>
              <a:defRPr sz="3300" b="1">
                <a:solidFill>
                  <a:srgbClr val="26343C"/>
                </a:solidFill>
                <a:latin typeface="Noto Sans SC"/>
                <a:ea typeface="Noto Sans SC"/>
                <a:cs typeface="Noto Sans SC"/>
              </a:defRPr>
            </a:pPr>
            <a:r>
              <a:rPr sz="3300" b="1">
                <a:solidFill>
                  <a:srgbClr val="26343C"/>
                </a:solidFill>
                <a:latin typeface="Noto Sans SC"/>
                <a:ea typeface="Noto Sans SC"/>
                <a:cs typeface="Noto Sans SC"/>
              </a:rPr>
              <a:t>建筑目标检索</a:t>
            </a:r>
          </a:p>
          <a:p>
            <a:pPr algn="l">
              <a:lnSpc>
                <a:spcPct val="100000"/>
              </a:lnSpc>
              <a:buNone/>
              <a:defRPr sz="3300" b="1">
                <a:solidFill>
                  <a:srgbClr val="26343C"/>
                </a:solidFill>
                <a:latin typeface="Noto Sans SC"/>
                <a:ea typeface="Noto Sans SC"/>
                <a:cs typeface="Noto Sans SC"/>
              </a:defRPr>
            </a:pPr>
            <a:r>
              <a:rPr sz="3300" b="1">
                <a:solidFill>
                  <a:srgbClr val="26343C"/>
                </a:solidFill>
                <a:latin typeface="Noto Sans SC"/>
                <a:ea typeface="Noto Sans SC"/>
                <a:cs typeface="Noto Sans SC"/>
              </a:rPr>
              <a:t>阶段进展与 LoD3</a:t>
            </a:r>
          </a:p>
          <a:p>
            <a:pPr algn="l">
              <a:lnSpc>
                <a:spcPct val="100000"/>
              </a:lnSpc>
              <a:buNone/>
              <a:defRPr sz="3300" b="1">
                <a:solidFill>
                  <a:srgbClr val="26343C"/>
                </a:solidFill>
                <a:latin typeface="Noto Sans SC"/>
                <a:ea typeface="Noto Sans SC"/>
                <a:cs typeface="Noto Sans SC"/>
              </a:defRPr>
            </a:pPr>
            <a:r>
              <a:rPr sz="3300" b="1">
                <a:solidFill>
                  <a:srgbClr val="26343C"/>
                </a:solidFill>
                <a:latin typeface="Noto Sans SC"/>
                <a:ea typeface="Noto Sans SC"/>
                <a:cs typeface="Noto Sans SC"/>
              </a:rPr>
              <a:t>匹配预实验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5E73A728-99C7-46DF-A5D4-E767E06F3214}"/>
              </a:ext>
            </a:extLst>
          </p:cNvPr>
          <p:cNvSpPr>
            <a:spLocks noGrp="1"/>
          </p:cNvSpPr>
          <p:nvPr/>
        </p:nvSpPr>
        <p:spPr>
          <a:xfrm>
            <a:off x="5924550" y="4524375"/>
            <a:ext cx="552450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575" b="0">
                <a:solidFill>
                  <a:srgbClr val="5F7078"/>
                </a:solidFill>
                <a:latin typeface="Noto Sans SC"/>
                <a:ea typeface="Noto Sans SC"/>
                <a:cs typeface="Noto Sans SC"/>
              </a:defRPr>
            </a:defPPr>
            <a:lvl1pPr algn="l">
              <a:defRPr sz="1575" b="0">
                <a:solidFill>
                  <a:srgbClr val="5F7078"/>
                </a:solidFill>
                <a:latin typeface="Noto Sans SC"/>
                <a:ea typeface="Noto Sans SC"/>
                <a:cs typeface="Noto Sans SC"/>
              </a:defRPr>
            </a:lvl1pPr>
            <a:lvl2pPr algn="l">
              <a:defRPr sz="1575" b="0">
                <a:solidFill>
                  <a:srgbClr val="5F7078"/>
                </a:solidFill>
                <a:latin typeface="Noto Sans SC"/>
                <a:ea typeface="Noto Sans SC"/>
                <a:cs typeface="Noto Sans SC"/>
              </a:defRPr>
            </a:lvl2pPr>
            <a:lvl3pPr algn="l">
              <a:defRPr sz="1575" b="0">
                <a:solidFill>
                  <a:srgbClr val="5F7078"/>
                </a:solidFill>
                <a:latin typeface="Noto Sans SC"/>
                <a:ea typeface="Noto Sans SC"/>
                <a:cs typeface="Noto Sans SC"/>
              </a:defRPr>
            </a:lvl3pPr>
            <a:lvl4pPr algn="l">
              <a:defRPr sz="1575" b="0">
                <a:solidFill>
                  <a:srgbClr val="5F7078"/>
                </a:solidFill>
                <a:latin typeface="Noto Sans SC"/>
                <a:ea typeface="Noto Sans SC"/>
                <a:cs typeface="Noto Sans SC"/>
              </a:defRPr>
            </a:lvl4pPr>
            <a:lvl5pPr algn="l">
              <a:defRPr sz="1575" b="0">
                <a:solidFill>
                  <a:srgbClr val="5F7078"/>
                </a:solidFill>
                <a:latin typeface="Noto Sans SC"/>
                <a:ea typeface="Noto Sans SC"/>
                <a:cs typeface="Noto Sans SC"/>
              </a:defRPr>
            </a:lvl5pPr>
            <a:lvl6pPr algn="l">
              <a:defRPr sz="1575" b="0">
                <a:solidFill>
                  <a:srgbClr val="5F7078"/>
                </a:solidFill>
                <a:latin typeface="Noto Sans SC"/>
                <a:ea typeface="Noto Sans SC"/>
                <a:cs typeface="Noto Sans SC"/>
              </a:defRPr>
            </a:lvl6pPr>
            <a:lvl7pPr algn="l">
              <a:defRPr sz="1575" b="0">
                <a:solidFill>
                  <a:srgbClr val="5F7078"/>
                </a:solidFill>
                <a:latin typeface="Noto Sans SC"/>
                <a:ea typeface="Noto Sans SC"/>
                <a:cs typeface="Noto Sans SC"/>
              </a:defRPr>
            </a:lvl7pPr>
            <a:lvl8pPr algn="l">
              <a:defRPr sz="1575" b="0">
                <a:solidFill>
                  <a:srgbClr val="5F7078"/>
                </a:solidFill>
                <a:latin typeface="Noto Sans SC"/>
                <a:ea typeface="Noto Sans SC"/>
                <a:cs typeface="Noto Sans SC"/>
              </a:defRPr>
            </a:lvl8pPr>
            <a:lvl9pPr algn="l">
              <a:defRPr sz="1575" b="0">
                <a:solidFill>
                  <a:srgbClr val="5F7078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l">
              <a:lnSpc>
                <a:spcPct val="100000"/>
              </a:lnSpc>
              <a:buNone/>
              <a:defRPr sz="1575" b="0">
                <a:solidFill>
                  <a:srgbClr val="5F7078"/>
                </a:solidFill>
                <a:latin typeface="Noto Sans SC"/>
                <a:ea typeface="Noto Sans SC"/>
                <a:cs typeface="Noto Sans SC"/>
              </a:defRPr>
            </a:pPr>
            <a:r>
              <a:rPr sz="1575" b="0">
                <a:solidFill>
                  <a:srgbClr val="5F7078"/>
                </a:solidFill>
                <a:latin typeface="Noto Sans SC"/>
                <a:ea typeface="Noto Sans SC"/>
                <a:cs typeface="Noto Sans SC"/>
              </a:rPr>
              <a:t>结果、错配案例与下一阶段实验设计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34B77252-287F-4FDA-999B-233ECD7BD7A8}"/>
              </a:ext>
            </a:extLst>
          </p:cNvPr>
          <p:cNvSpPr>
            <a:spLocks noGrp="1"/>
          </p:cNvSpPr>
          <p:nvPr/>
        </p:nvSpPr>
        <p:spPr>
          <a:xfrm>
            <a:off x="5924550" y="5400675"/>
            <a:ext cx="5334000" cy="9525"/>
          </a:xfrm>
          <a:prstGeom prst="rect">
            <a:avLst/>
          </a:prstGeom>
          <a:solidFill>
            <a:srgbClr val="B8C8CC"/>
          </a:solidFill>
          <a:ln w="0">
            <a:noFill/>
            <a:prstDash val="solid"/>
          </a:ln>
        </p:spPr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75D3D4D5-1988-42E5-9836-E5C27FC33D11}"/>
              </a:ext>
            </a:extLst>
          </p:cNvPr>
          <p:cNvSpPr>
            <a:spLocks noGrp="1"/>
          </p:cNvSpPr>
          <p:nvPr/>
        </p:nvSpPr>
        <p:spPr>
          <a:xfrm>
            <a:off x="5924550" y="5572125"/>
            <a:ext cx="53340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425" b="0">
                <a:solidFill>
                  <a:srgbClr val="567F8B"/>
                </a:solidFill>
                <a:latin typeface="Noto Sans SC"/>
                <a:ea typeface="Noto Sans SC"/>
                <a:cs typeface="Noto Sans SC"/>
              </a:defRPr>
            </a:defPPr>
            <a:lvl1pPr algn="l">
              <a:defRPr sz="1425" b="0">
                <a:solidFill>
                  <a:srgbClr val="567F8B"/>
                </a:solidFill>
                <a:latin typeface="Noto Sans SC"/>
                <a:ea typeface="Noto Sans SC"/>
                <a:cs typeface="Noto Sans SC"/>
              </a:defRPr>
            </a:lvl1pPr>
            <a:lvl2pPr algn="l">
              <a:defRPr sz="1425" b="0">
                <a:solidFill>
                  <a:srgbClr val="567F8B"/>
                </a:solidFill>
                <a:latin typeface="Noto Sans SC"/>
                <a:ea typeface="Noto Sans SC"/>
                <a:cs typeface="Noto Sans SC"/>
              </a:defRPr>
            </a:lvl2pPr>
            <a:lvl3pPr algn="l">
              <a:defRPr sz="1425" b="0">
                <a:solidFill>
                  <a:srgbClr val="567F8B"/>
                </a:solidFill>
                <a:latin typeface="Noto Sans SC"/>
                <a:ea typeface="Noto Sans SC"/>
                <a:cs typeface="Noto Sans SC"/>
              </a:defRPr>
            </a:lvl3pPr>
            <a:lvl4pPr algn="l">
              <a:defRPr sz="1425" b="0">
                <a:solidFill>
                  <a:srgbClr val="567F8B"/>
                </a:solidFill>
                <a:latin typeface="Noto Sans SC"/>
                <a:ea typeface="Noto Sans SC"/>
                <a:cs typeface="Noto Sans SC"/>
              </a:defRPr>
            </a:lvl4pPr>
            <a:lvl5pPr algn="l">
              <a:defRPr sz="1425" b="0">
                <a:solidFill>
                  <a:srgbClr val="567F8B"/>
                </a:solidFill>
                <a:latin typeface="Noto Sans SC"/>
                <a:ea typeface="Noto Sans SC"/>
                <a:cs typeface="Noto Sans SC"/>
              </a:defRPr>
            </a:lvl5pPr>
            <a:lvl6pPr algn="l">
              <a:defRPr sz="1425" b="0">
                <a:solidFill>
                  <a:srgbClr val="567F8B"/>
                </a:solidFill>
                <a:latin typeface="Noto Sans SC"/>
                <a:ea typeface="Noto Sans SC"/>
                <a:cs typeface="Noto Sans SC"/>
              </a:defRPr>
            </a:lvl6pPr>
            <a:lvl7pPr algn="l">
              <a:defRPr sz="1425" b="0">
                <a:solidFill>
                  <a:srgbClr val="567F8B"/>
                </a:solidFill>
                <a:latin typeface="Noto Sans SC"/>
                <a:ea typeface="Noto Sans SC"/>
                <a:cs typeface="Noto Sans SC"/>
              </a:defRPr>
            </a:lvl7pPr>
            <a:lvl8pPr algn="l">
              <a:defRPr sz="1425" b="0">
                <a:solidFill>
                  <a:srgbClr val="567F8B"/>
                </a:solidFill>
                <a:latin typeface="Noto Sans SC"/>
                <a:ea typeface="Noto Sans SC"/>
                <a:cs typeface="Noto Sans SC"/>
              </a:defRPr>
            </a:lvl8pPr>
            <a:lvl9pPr algn="l">
              <a:defRPr sz="1425" b="0">
                <a:solidFill>
                  <a:srgbClr val="567F8B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l">
              <a:lnSpc>
                <a:spcPct val="100000"/>
              </a:lnSpc>
              <a:buNone/>
              <a:defRPr sz="1425" b="0">
                <a:solidFill>
                  <a:srgbClr val="567F8B"/>
                </a:solidFill>
                <a:latin typeface="Noto Sans SC"/>
                <a:ea typeface="Noto Sans SC"/>
                <a:cs typeface="Noto Sans SC"/>
              </a:defRPr>
            </a:pPr>
            <a:r>
              <a:rPr sz="1425" b="0">
                <a:solidFill>
                  <a:srgbClr val="567F8B"/>
                </a:solidFill>
                <a:latin typeface="Noto Sans SC"/>
                <a:ea typeface="Noto Sans SC"/>
                <a:cs typeface="Noto Sans SC"/>
              </a:rPr>
              <a:t>2026 年 9 月下旬至 10 月中旬</a:t>
            </a:r>
          </a:p>
        </p:txBody>
      </p:sp>
    </p:spTree>
    <p:extLst>
      <p:ext uri="{BB962C8B-B14F-4D97-AF65-F5344CB8AC3E}">
        <p14:creationId xmlns:p14="http://schemas.microsoft.com/office/powerpoint/2010/main" val="10477900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矩形 21">
            <a:extLst>
              <a:ext uri="{FF2B5EF4-FFF2-40B4-BE49-F238E27FC236}">
                <a16:creationId xmlns:a16="http://schemas.microsoft.com/office/drawing/2014/main" id="{BAAB25F5-B08A-4B84-BB39-62F0513FEDC0}"/>
              </a:ext>
            </a:extLst>
          </p:cNvPr>
          <p:cNvSpPr>
            <a:spLocks noGrp="1"/>
          </p:cNvSpPr>
          <p:nvPr/>
        </p:nvSpPr>
        <p:spPr>
          <a:xfrm>
            <a:off x="361950" y="219075"/>
            <a:ext cx="10382250" cy="2952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725" b="1">
                <a:solidFill>
                  <a:srgbClr val="26343C"/>
                </a:solidFill>
                <a:latin typeface="Noto Sans SC"/>
                <a:ea typeface="Noto Sans SC"/>
                <a:cs typeface="Noto Sans SC"/>
              </a:defRPr>
            </a:defPPr>
            <a:lvl1pPr algn="l">
              <a:defRPr sz="1725" b="1">
                <a:solidFill>
                  <a:srgbClr val="26343C"/>
                </a:solidFill>
                <a:latin typeface="Noto Sans SC"/>
                <a:ea typeface="Noto Sans SC"/>
                <a:cs typeface="Noto Sans SC"/>
              </a:defRPr>
            </a:lvl1pPr>
            <a:lvl2pPr algn="l">
              <a:defRPr sz="1725" b="1">
                <a:solidFill>
                  <a:srgbClr val="26343C"/>
                </a:solidFill>
                <a:latin typeface="Noto Sans SC"/>
                <a:ea typeface="Noto Sans SC"/>
                <a:cs typeface="Noto Sans SC"/>
              </a:defRPr>
            </a:lvl2pPr>
            <a:lvl3pPr algn="l">
              <a:defRPr sz="1725" b="1">
                <a:solidFill>
                  <a:srgbClr val="26343C"/>
                </a:solidFill>
                <a:latin typeface="Noto Sans SC"/>
                <a:ea typeface="Noto Sans SC"/>
                <a:cs typeface="Noto Sans SC"/>
              </a:defRPr>
            </a:lvl3pPr>
            <a:lvl4pPr algn="l">
              <a:defRPr sz="1725" b="1">
                <a:solidFill>
                  <a:srgbClr val="26343C"/>
                </a:solidFill>
                <a:latin typeface="Noto Sans SC"/>
                <a:ea typeface="Noto Sans SC"/>
                <a:cs typeface="Noto Sans SC"/>
              </a:defRPr>
            </a:lvl4pPr>
            <a:lvl5pPr algn="l">
              <a:defRPr sz="1725" b="1">
                <a:solidFill>
                  <a:srgbClr val="26343C"/>
                </a:solidFill>
                <a:latin typeface="Noto Sans SC"/>
                <a:ea typeface="Noto Sans SC"/>
                <a:cs typeface="Noto Sans SC"/>
              </a:defRPr>
            </a:lvl5pPr>
            <a:lvl6pPr algn="l">
              <a:defRPr sz="1725" b="1">
                <a:solidFill>
                  <a:srgbClr val="26343C"/>
                </a:solidFill>
                <a:latin typeface="Noto Sans SC"/>
                <a:ea typeface="Noto Sans SC"/>
                <a:cs typeface="Noto Sans SC"/>
              </a:defRPr>
            </a:lvl6pPr>
            <a:lvl7pPr algn="l">
              <a:defRPr sz="1725" b="1">
                <a:solidFill>
                  <a:srgbClr val="26343C"/>
                </a:solidFill>
                <a:latin typeface="Noto Sans SC"/>
                <a:ea typeface="Noto Sans SC"/>
                <a:cs typeface="Noto Sans SC"/>
              </a:defRPr>
            </a:lvl7pPr>
            <a:lvl8pPr algn="l">
              <a:defRPr sz="1725" b="1">
                <a:solidFill>
                  <a:srgbClr val="26343C"/>
                </a:solidFill>
                <a:latin typeface="Noto Sans SC"/>
                <a:ea typeface="Noto Sans SC"/>
                <a:cs typeface="Noto Sans SC"/>
              </a:defRPr>
            </a:lvl8pPr>
            <a:lvl9pPr algn="l">
              <a:defRPr sz="1725" b="1">
                <a:solidFill>
                  <a:srgbClr val="26343C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l">
              <a:lnSpc>
                <a:spcPct val="100000"/>
              </a:lnSpc>
              <a:buNone/>
              <a:defRPr sz="1725" b="1">
                <a:solidFill>
                  <a:srgbClr val="26343C"/>
                </a:solidFill>
                <a:latin typeface="Noto Sans SC"/>
                <a:ea typeface="Noto Sans SC"/>
                <a:cs typeface="Noto Sans SC"/>
              </a:defRPr>
            </a:pPr>
            <a:r>
              <a:rPr sz="1725" b="1">
                <a:solidFill>
                  <a:srgbClr val="26343C"/>
                </a:solidFill>
                <a:latin typeface="Noto Sans SC"/>
                <a:ea typeface="Noto Sans SC"/>
                <a:cs typeface="Noto Sans SC"/>
              </a:rPr>
              <a:t>01  /  本月增量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2D75D2C1-4225-4A6B-A994-E05BBC1B3923}"/>
              </a:ext>
            </a:extLst>
          </p:cNvPr>
          <p:cNvSpPr>
            <a:spLocks noGrp="1"/>
          </p:cNvSpPr>
          <p:nvPr/>
        </p:nvSpPr>
        <p:spPr>
          <a:xfrm>
            <a:off x="361950" y="609600"/>
            <a:ext cx="11468100" cy="66675"/>
          </a:xfrm>
          <a:prstGeom prst="rect">
            <a:avLst/>
          </a:prstGeom>
          <a:solidFill>
            <a:srgbClr val="A9BCC2"/>
          </a:solidFill>
          <a:ln w="0">
            <a:noFill/>
            <a:prstDash val="solid"/>
          </a:ln>
        </p:spPr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03294BB0-0918-4FA5-9747-5B84792E5132}"/>
              </a:ext>
            </a:extLst>
          </p:cNvPr>
          <p:cNvSpPr>
            <a:spLocks noGrp="1"/>
          </p:cNvSpPr>
          <p:nvPr/>
        </p:nvSpPr>
        <p:spPr>
          <a:xfrm>
            <a:off x="609600" y="866775"/>
            <a:ext cx="10972800" cy="5429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775" b="1">
                <a:solidFill>
                  <a:srgbClr val="26343C"/>
                </a:solidFill>
                <a:latin typeface="Noto Sans SC"/>
                <a:ea typeface="Noto Sans SC"/>
                <a:cs typeface="Noto Sans SC"/>
              </a:defRPr>
            </a:defPPr>
            <a:lvl1pPr algn="l">
              <a:defRPr sz="2775" b="1">
                <a:solidFill>
                  <a:srgbClr val="26343C"/>
                </a:solidFill>
                <a:latin typeface="Noto Sans SC"/>
                <a:ea typeface="Noto Sans SC"/>
                <a:cs typeface="Noto Sans SC"/>
              </a:defRPr>
            </a:lvl1pPr>
            <a:lvl2pPr algn="l">
              <a:defRPr sz="2775" b="1">
                <a:solidFill>
                  <a:srgbClr val="26343C"/>
                </a:solidFill>
                <a:latin typeface="Noto Sans SC"/>
                <a:ea typeface="Noto Sans SC"/>
                <a:cs typeface="Noto Sans SC"/>
              </a:defRPr>
            </a:lvl2pPr>
            <a:lvl3pPr algn="l">
              <a:defRPr sz="2775" b="1">
                <a:solidFill>
                  <a:srgbClr val="26343C"/>
                </a:solidFill>
                <a:latin typeface="Noto Sans SC"/>
                <a:ea typeface="Noto Sans SC"/>
                <a:cs typeface="Noto Sans SC"/>
              </a:defRPr>
            </a:lvl3pPr>
            <a:lvl4pPr algn="l">
              <a:defRPr sz="2775" b="1">
                <a:solidFill>
                  <a:srgbClr val="26343C"/>
                </a:solidFill>
                <a:latin typeface="Noto Sans SC"/>
                <a:ea typeface="Noto Sans SC"/>
                <a:cs typeface="Noto Sans SC"/>
              </a:defRPr>
            </a:lvl4pPr>
            <a:lvl5pPr algn="l">
              <a:defRPr sz="2775" b="1">
                <a:solidFill>
                  <a:srgbClr val="26343C"/>
                </a:solidFill>
                <a:latin typeface="Noto Sans SC"/>
                <a:ea typeface="Noto Sans SC"/>
                <a:cs typeface="Noto Sans SC"/>
              </a:defRPr>
            </a:lvl5pPr>
            <a:lvl6pPr algn="l">
              <a:defRPr sz="2775" b="1">
                <a:solidFill>
                  <a:srgbClr val="26343C"/>
                </a:solidFill>
                <a:latin typeface="Noto Sans SC"/>
                <a:ea typeface="Noto Sans SC"/>
                <a:cs typeface="Noto Sans SC"/>
              </a:defRPr>
            </a:lvl6pPr>
            <a:lvl7pPr algn="l">
              <a:defRPr sz="2775" b="1">
                <a:solidFill>
                  <a:srgbClr val="26343C"/>
                </a:solidFill>
                <a:latin typeface="Noto Sans SC"/>
                <a:ea typeface="Noto Sans SC"/>
                <a:cs typeface="Noto Sans SC"/>
              </a:defRPr>
            </a:lvl7pPr>
            <a:lvl8pPr algn="l">
              <a:defRPr sz="2775" b="1">
                <a:solidFill>
                  <a:srgbClr val="26343C"/>
                </a:solidFill>
                <a:latin typeface="Noto Sans SC"/>
                <a:ea typeface="Noto Sans SC"/>
                <a:cs typeface="Noto Sans SC"/>
              </a:defRPr>
            </a:lvl8pPr>
            <a:lvl9pPr algn="l">
              <a:defRPr sz="2775" b="1">
                <a:solidFill>
                  <a:srgbClr val="26343C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l">
              <a:lnSpc>
                <a:spcPct val="100000"/>
              </a:lnSpc>
              <a:buNone/>
              <a:defRPr sz="2775" b="1">
                <a:solidFill>
                  <a:srgbClr val="26343C"/>
                </a:solidFill>
                <a:latin typeface="Noto Sans SC"/>
                <a:ea typeface="Noto Sans SC"/>
                <a:cs typeface="Noto Sans SC"/>
              </a:defRPr>
            </a:pPr>
            <a:r>
              <a:rPr sz="2775" b="1">
                <a:solidFill>
                  <a:srgbClr val="26343C"/>
                </a:solidFill>
                <a:latin typeface="Noto Sans SC"/>
                <a:ea typeface="Noto Sans SC"/>
                <a:cs typeface="Noto Sans SC"/>
              </a:rPr>
              <a:t>近期新增的是自动链路与失败诊断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4111AB43-FD0E-4F6A-BE85-2D7689EDB3F1}"/>
              </a:ext>
            </a:extLst>
          </p:cNvPr>
          <p:cNvSpPr>
            <a:spLocks noGrp="1"/>
          </p:cNvSpPr>
          <p:nvPr/>
        </p:nvSpPr>
        <p:spPr>
          <a:xfrm>
            <a:off x="11163300" y="6515100"/>
            <a:ext cx="409575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r">
              <a:defRPr sz="1050" b="0">
                <a:solidFill>
                  <a:srgbClr val="567F8B"/>
                </a:solidFill>
                <a:latin typeface="Georgia"/>
                <a:ea typeface="Georgia"/>
                <a:cs typeface="Georgia"/>
              </a:defRPr>
            </a:defPPr>
            <a:lvl1pPr algn="r">
              <a:defRPr sz="1050" b="0">
                <a:solidFill>
                  <a:srgbClr val="567F8B"/>
                </a:solidFill>
                <a:latin typeface="Georgia"/>
                <a:ea typeface="Georgia"/>
                <a:cs typeface="Georgia"/>
              </a:defRPr>
            </a:lvl1pPr>
            <a:lvl2pPr algn="r">
              <a:defRPr sz="1050" b="0">
                <a:solidFill>
                  <a:srgbClr val="567F8B"/>
                </a:solidFill>
                <a:latin typeface="Georgia"/>
                <a:ea typeface="Georgia"/>
                <a:cs typeface="Georgia"/>
              </a:defRPr>
            </a:lvl2pPr>
            <a:lvl3pPr algn="r">
              <a:defRPr sz="1050" b="0">
                <a:solidFill>
                  <a:srgbClr val="567F8B"/>
                </a:solidFill>
                <a:latin typeface="Georgia"/>
                <a:ea typeface="Georgia"/>
                <a:cs typeface="Georgia"/>
              </a:defRPr>
            </a:lvl3pPr>
            <a:lvl4pPr algn="r">
              <a:defRPr sz="1050" b="0">
                <a:solidFill>
                  <a:srgbClr val="567F8B"/>
                </a:solidFill>
                <a:latin typeface="Georgia"/>
                <a:ea typeface="Georgia"/>
                <a:cs typeface="Georgia"/>
              </a:defRPr>
            </a:lvl4pPr>
            <a:lvl5pPr algn="r">
              <a:defRPr sz="1050" b="0">
                <a:solidFill>
                  <a:srgbClr val="567F8B"/>
                </a:solidFill>
                <a:latin typeface="Georgia"/>
                <a:ea typeface="Georgia"/>
                <a:cs typeface="Georgia"/>
              </a:defRPr>
            </a:lvl5pPr>
            <a:lvl6pPr algn="r">
              <a:defRPr sz="1050" b="0">
                <a:solidFill>
                  <a:srgbClr val="567F8B"/>
                </a:solidFill>
                <a:latin typeface="Georgia"/>
                <a:ea typeface="Georgia"/>
                <a:cs typeface="Georgia"/>
              </a:defRPr>
            </a:lvl6pPr>
            <a:lvl7pPr algn="r">
              <a:defRPr sz="1050" b="0">
                <a:solidFill>
                  <a:srgbClr val="567F8B"/>
                </a:solidFill>
                <a:latin typeface="Georgia"/>
                <a:ea typeface="Georgia"/>
                <a:cs typeface="Georgia"/>
              </a:defRPr>
            </a:lvl7pPr>
            <a:lvl8pPr algn="r">
              <a:defRPr sz="1050" b="0">
                <a:solidFill>
                  <a:srgbClr val="567F8B"/>
                </a:solidFill>
                <a:latin typeface="Georgia"/>
                <a:ea typeface="Georgia"/>
                <a:cs typeface="Georgia"/>
              </a:defRPr>
            </a:lvl8pPr>
            <a:lvl9pPr algn="r">
              <a:defRPr sz="1050" b="0">
                <a:solidFill>
                  <a:srgbClr val="567F8B"/>
                </a:solidFill>
                <a:latin typeface="Georgia"/>
                <a:ea typeface="Georgia"/>
                <a:cs typeface="Georgia"/>
              </a:defRPr>
            </a:lvl9pPr>
          </a:lstStyle>
          <a:p>
            <a:pPr algn="r">
              <a:lnSpc>
                <a:spcPct val="100000"/>
              </a:lnSpc>
              <a:buNone/>
              <a:defRPr sz="1050" b="0">
                <a:solidFill>
                  <a:srgbClr val="567F8B"/>
                </a:solidFill>
                <a:latin typeface="Georgia"/>
                <a:ea typeface="Georgia"/>
                <a:cs typeface="Georgia"/>
              </a:defRPr>
            </a:pPr>
            <a:r>
              <a:rPr lang="en-US" altLang="zh-CN" sz="1050" b="0">
                <a:solidFill>
                  <a:srgbClr val="567F8B"/>
                </a:solidFill>
                <a:latin typeface="Georgia"/>
                <a:ea typeface="Georgia"/>
                <a:cs typeface="Georgia"/>
              </a:rPr>
              <a:t>02</a:t>
            </a:r>
            <a:endParaRPr sz="1050" b="0">
              <a:solidFill>
                <a:srgbClr val="567F8B"/>
              </a:solidFill>
              <a:latin typeface="Georgia"/>
              <a:ea typeface="Georgia"/>
              <a:cs typeface="Georgia"/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21A0CC7D-29F1-44B0-987D-E8BC347F2334}"/>
              </a:ext>
            </a:extLst>
          </p:cNvPr>
          <p:cNvSpPr>
            <a:spLocks noGrp="1"/>
          </p:cNvSpPr>
          <p:nvPr/>
        </p:nvSpPr>
        <p:spPr>
          <a:xfrm>
            <a:off x="647700" y="2066925"/>
            <a:ext cx="17145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500" b="1">
                <a:solidFill>
                  <a:srgbClr val="567F8B"/>
                </a:solidFill>
                <a:latin typeface="Noto Sans SC"/>
                <a:ea typeface="Noto Sans SC"/>
                <a:cs typeface="Noto Sans SC"/>
              </a:defRPr>
            </a:defPPr>
            <a:lvl1pPr algn="l">
              <a:defRPr sz="1500" b="1">
                <a:solidFill>
                  <a:srgbClr val="567F8B"/>
                </a:solidFill>
                <a:latin typeface="Noto Sans SC"/>
                <a:ea typeface="Noto Sans SC"/>
                <a:cs typeface="Noto Sans SC"/>
              </a:defRPr>
            </a:lvl1pPr>
            <a:lvl2pPr algn="l">
              <a:defRPr sz="1500" b="1">
                <a:solidFill>
                  <a:srgbClr val="567F8B"/>
                </a:solidFill>
                <a:latin typeface="Noto Sans SC"/>
                <a:ea typeface="Noto Sans SC"/>
                <a:cs typeface="Noto Sans SC"/>
              </a:defRPr>
            </a:lvl2pPr>
            <a:lvl3pPr algn="l">
              <a:defRPr sz="1500" b="1">
                <a:solidFill>
                  <a:srgbClr val="567F8B"/>
                </a:solidFill>
                <a:latin typeface="Noto Sans SC"/>
                <a:ea typeface="Noto Sans SC"/>
                <a:cs typeface="Noto Sans SC"/>
              </a:defRPr>
            </a:lvl3pPr>
            <a:lvl4pPr algn="l">
              <a:defRPr sz="1500" b="1">
                <a:solidFill>
                  <a:srgbClr val="567F8B"/>
                </a:solidFill>
                <a:latin typeface="Noto Sans SC"/>
                <a:ea typeface="Noto Sans SC"/>
                <a:cs typeface="Noto Sans SC"/>
              </a:defRPr>
            </a:lvl4pPr>
            <a:lvl5pPr algn="l">
              <a:defRPr sz="1500" b="1">
                <a:solidFill>
                  <a:srgbClr val="567F8B"/>
                </a:solidFill>
                <a:latin typeface="Noto Sans SC"/>
                <a:ea typeface="Noto Sans SC"/>
                <a:cs typeface="Noto Sans SC"/>
              </a:defRPr>
            </a:lvl5pPr>
            <a:lvl6pPr algn="l">
              <a:defRPr sz="1500" b="1">
                <a:solidFill>
                  <a:srgbClr val="567F8B"/>
                </a:solidFill>
                <a:latin typeface="Noto Sans SC"/>
                <a:ea typeface="Noto Sans SC"/>
                <a:cs typeface="Noto Sans SC"/>
              </a:defRPr>
            </a:lvl6pPr>
            <a:lvl7pPr algn="l">
              <a:defRPr sz="1500" b="1">
                <a:solidFill>
                  <a:srgbClr val="567F8B"/>
                </a:solidFill>
                <a:latin typeface="Noto Sans SC"/>
                <a:ea typeface="Noto Sans SC"/>
                <a:cs typeface="Noto Sans SC"/>
              </a:defRPr>
            </a:lvl7pPr>
            <a:lvl8pPr algn="l">
              <a:defRPr sz="1500" b="1">
                <a:solidFill>
                  <a:srgbClr val="567F8B"/>
                </a:solidFill>
                <a:latin typeface="Noto Sans SC"/>
                <a:ea typeface="Noto Sans SC"/>
                <a:cs typeface="Noto Sans SC"/>
              </a:defRPr>
            </a:lvl8pPr>
            <a:lvl9pPr algn="l">
              <a:defRPr sz="1500" b="1">
                <a:solidFill>
                  <a:srgbClr val="567F8B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l">
              <a:lnSpc>
                <a:spcPct val="100000"/>
              </a:lnSpc>
              <a:buNone/>
              <a:defRPr sz="1500" b="1">
                <a:solidFill>
                  <a:srgbClr val="567F8B"/>
                </a:solidFill>
                <a:latin typeface="Noto Sans SC"/>
                <a:ea typeface="Noto Sans SC"/>
                <a:cs typeface="Noto Sans SC"/>
              </a:defRPr>
            </a:pPr>
            <a:r>
              <a:rPr sz="1500" b="1">
                <a:solidFill>
                  <a:srgbClr val="567F8B"/>
                </a:solidFill>
                <a:latin typeface="Noto Sans SC"/>
                <a:ea typeface="Noto Sans SC"/>
                <a:cs typeface="Noto Sans SC"/>
              </a:rPr>
              <a:t>9 月末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D594D92A-F0C3-400C-BAC5-CEB03FD66D49}"/>
              </a:ext>
            </a:extLst>
          </p:cNvPr>
          <p:cNvSpPr>
            <a:spLocks noGrp="1"/>
          </p:cNvSpPr>
          <p:nvPr/>
        </p:nvSpPr>
        <p:spPr>
          <a:xfrm>
            <a:off x="2552700" y="2066925"/>
            <a:ext cx="30670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575" b="1">
                <a:solidFill>
                  <a:srgbClr val="26343C"/>
                </a:solidFill>
                <a:latin typeface="Noto Sans SC"/>
                <a:ea typeface="Noto Sans SC"/>
                <a:cs typeface="Noto Sans SC"/>
              </a:defRPr>
            </a:defPPr>
            <a:lvl1pPr algn="l">
              <a:defRPr sz="1575" b="1">
                <a:solidFill>
                  <a:srgbClr val="26343C"/>
                </a:solidFill>
                <a:latin typeface="Noto Sans SC"/>
                <a:ea typeface="Noto Sans SC"/>
                <a:cs typeface="Noto Sans SC"/>
              </a:defRPr>
            </a:lvl1pPr>
            <a:lvl2pPr algn="l">
              <a:defRPr sz="1575" b="1">
                <a:solidFill>
                  <a:srgbClr val="26343C"/>
                </a:solidFill>
                <a:latin typeface="Noto Sans SC"/>
                <a:ea typeface="Noto Sans SC"/>
                <a:cs typeface="Noto Sans SC"/>
              </a:defRPr>
            </a:lvl2pPr>
            <a:lvl3pPr algn="l">
              <a:defRPr sz="1575" b="1">
                <a:solidFill>
                  <a:srgbClr val="26343C"/>
                </a:solidFill>
                <a:latin typeface="Noto Sans SC"/>
                <a:ea typeface="Noto Sans SC"/>
                <a:cs typeface="Noto Sans SC"/>
              </a:defRPr>
            </a:lvl3pPr>
            <a:lvl4pPr algn="l">
              <a:defRPr sz="1575" b="1">
                <a:solidFill>
                  <a:srgbClr val="26343C"/>
                </a:solidFill>
                <a:latin typeface="Noto Sans SC"/>
                <a:ea typeface="Noto Sans SC"/>
                <a:cs typeface="Noto Sans SC"/>
              </a:defRPr>
            </a:lvl4pPr>
            <a:lvl5pPr algn="l">
              <a:defRPr sz="1575" b="1">
                <a:solidFill>
                  <a:srgbClr val="26343C"/>
                </a:solidFill>
                <a:latin typeface="Noto Sans SC"/>
                <a:ea typeface="Noto Sans SC"/>
                <a:cs typeface="Noto Sans SC"/>
              </a:defRPr>
            </a:lvl5pPr>
            <a:lvl6pPr algn="l">
              <a:defRPr sz="1575" b="1">
                <a:solidFill>
                  <a:srgbClr val="26343C"/>
                </a:solidFill>
                <a:latin typeface="Noto Sans SC"/>
                <a:ea typeface="Noto Sans SC"/>
                <a:cs typeface="Noto Sans SC"/>
              </a:defRPr>
            </a:lvl6pPr>
            <a:lvl7pPr algn="l">
              <a:defRPr sz="1575" b="1">
                <a:solidFill>
                  <a:srgbClr val="26343C"/>
                </a:solidFill>
                <a:latin typeface="Noto Sans SC"/>
                <a:ea typeface="Noto Sans SC"/>
                <a:cs typeface="Noto Sans SC"/>
              </a:defRPr>
            </a:lvl7pPr>
            <a:lvl8pPr algn="l">
              <a:defRPr sz="1575" b="1">
                <a:solidFill>
                  <a:srgbClr val="26343C"/>
                </a:solidFill>
                <a:latin typeface="Noto Sans SC"/>
                <a:ea typeface="Noto Sans SC"/>
                <a:cs typeface="Noto Sans SC"/>
              </a:defRPr>
            </a:lvl8pPr>
            <a:lvl9pPr algn="l">
              <a:defRPr sz="1575" b="1">
                <a:solidFill>
                  <a:srgbClr val="26343C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l">
              <a:lnSpc>
                <a:spcPct val="100000"/>
              </a:lnSpc>
              <a:buNone/>
              <a:defRPr sz="1575" b="1">
                <a:solidFill>
                  <a:srgbClr val="26343C"/>
                </a:solidFill>
                <a:latin typeface="Noto Sans SC"/>
                <a:ea typeface="Noto Sans SC"/>
                <a:cs typeface="Noto Sans SC"/>
              </a:defRPr>
            </a:pPr>
            <a:r>
              <a:rPr sz="1575" b="1">
                <a:solidFill>
                  <a:srgbClr val="26343C"/>
                </a:solidFill>
                <a:latin typeface="Noto Sans SC"/>
                <a:ea typeface="Noto Sans SC"/>
                <a:cs typeface="Noto Sans SC"/>
              </a:rPr>
              <a:t>批量检测与人工映射验证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57E28EAD-74C7-42C7-B51C-A33B6267CA06}"/>
              </a:ext>
            </a:extLst>
          </p:cNvPr>
          <p:cNvSpPr>
            <a:spLocks noGrp="1"/>
          </p:cNvSpPr>
          <p:nvPr/>
        </p:nvSpPr>
        <p:spPr>
          <a:xfrm>
            <a:off x="5734050" y="2066925"/>
            <a:ext cx="5591175" cy="6381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275" b="0">
                <a:solidFill>
                  <a:srgbClr val="5F7078"/>
                </a:solidFill>
                <a:latin typeface="Noto Sans SC"/>
                <a:ea typeface="Noto Sans SC"/>
                <a:cs typeface="Noto Sans SC"/>
              </a:defRPr>
            </a:defPPr>
            <a:lvl1pPr algn="l">
              <a:defRPr sz="1275" b="0">
                <a:solidFill>
                  <a:srgbClr val="5F7078"/>
                </a:solidFill>
                <a:latin typeface="Noto Sans SC"/>
                <a:ea typeface="Noto Sans SC"/>
                <a:cs typeface="Noto Sans SC"/>
              </a:defRPr>
            </a:lvl1pPr>
            <a:lvl2pPr algn="l">
              <a:defRPr sz="1275" b="0">
                <a:solidFill>
                  <a:srgbClr val="5F7078"/>
                </a:solidFill>
                <a:latin typeface="Noto Sans SC"/>
                <a:ea typeface="Noto Sans SC"/>
                <a:cs typeface="Noto Sans SC"/>
              </a:defRPr>
            </a:lvl2pPr>
            <a:lvl3pPr algn="l">
              <a:defRPr sz="1275" b="0">
                <a:solidFill>
                  <a:srgbClr val="5F7078"/>
                </a:solidFill>
                <a:latin typeface="Noto Sans SC"/>
                <a:ea typeface="Noto Sans SC"/>
                <a:cs typeface="Noto Sans SC"/>
              </a:defRPr>
            </a:lvl3pPr>
            <a:lvl4pPr algn="l">
              <a:defRPr sz="1275" b="0">
                <a:solidFill>
                  <a:srgbClr val="5F7078"/>
                </a:solidFill>
                <a:latin typeface="Noto Sans SC"/>
                <a:ea typeface="Noto Sans SC"/>
                <a:cs typeface="Noto Sans SC"/>
              </a:defRPr>
            </a:lvl4pPr>
            <a:lvl5pPr algn="l">
              <a:defRPr sz="1275" b="0">
                <a:solidFill>
                  <a:srgbClr val="5F7078"/>
                </a:solidFill>
                <a:latin typeface="Noto Sans SC"/>
                <a:ea typeface="Noto Sans SC"/>
                <a:cs typeface="Noto Sans SC"/>
              </a:defRPr>
            </a:lvl5pPr>
            <a:lvl6pPr algn="l">
              <a:defRPr sz="1275" b="0">
                <a:solidFill>
                  <a:srgbClr val="5F7078"/>
                </a:solidFill>
                <a:latin typeface="Noto Sans SC"/>
                <a:ea typeface="Noto Sans SC"/>
                <a:cs typeface="Noto Sans SC"/>
              </a:defRPr>
            </a:lvl6pPr>
            <a:lvl7pPr algn="l">
              <a:defRPr sz="1275" b="0">
                <a:solidFill>
                  <a:srgbClr val="5F7078"/>
                </a:solidFill>
                <a:latin typeface="Noto Sans SC"/>
                <a:ea typeface="Noto Sans SC"/>
                <a:cs typeface="Noto Sans SC"/>
              </a:defRPr>
            </a:lvl7pPr>
            <a:lvl8pPr algn="l">
              <a:defRPr sz="1275" b="0">
                <a:solidFill>
                  <a:srgbClr val="5F7078"/>
                </a:solidFill>
                <a:latin typeface="Noto Sans SC"/>
                <a:ea typeface="Noto Sans SC"/>
                <a:cs typeface="Noto Sans SC"/>
              </a:defRPr>
            </a:lvl8pPr>
            <a:lvl9pPr algn="l">
              <a:defRPr sz="1275" b="0">
                <a:solidFill>
                  <a:srgbClr val="5F7078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l">
              <a:lnSpc>
                <a:spcPct val="100000"/>
              </a:lnSpc>
              <a:buNone/>
              <a:defRPr sz="1275" b="0">
                <a:solidFill>
                  <a:srgbClr val="5F7078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0" dirty="0" err="1">
                <a:solidFill>
                  <a:srgbClr val="5F7078"/>
                </a:solidFill>
                <a:latin typeface="Noto Sans SC"/>
                <a:ea typeface="Noto Sans SC"/>
                <a:cs typeface="Noto Sans SC"/>
              </a:rPr>
              <a:t>实验</a:t>
            </a:r>
            <a:r>
              <a:rPr sz="1275" b="0" dirty="0">
                <a:solidFill>
                  <a:srgbClr val="5F7078"/>
                </a:solidFill>
                <a:latin typeface="Noto Sans SC"/>
                <a:ea typeface="Noto Sans SC"/>
                <a:cs typeface="Noto Sans SC"/>
              </a:rPr>
              <a:t> D </a:t>
            </a:r>
            <a:r>
              <a:rPr sz="1275" b="0" dirty="0" err="1">
                <a:solidFill>
                  <a:srgbClr val="5F7078"/>
                </a:solidFill>
                <a:latin typeface="Noto Sans SC"/>
                <a:ea typeface="Noto Sans SC"/>
                <a:cs typeface="Noto Sans SC"/>
              </a:rPr>
              <a:t>完成</a:t>
            </a:r>
            <a:r>
              <a:rPr sz="1275" b="0" dirty="0">
                <a:solidFill>
                  <a:srgbClr val="5F7078"/>
                </a:solidFill>
                <a:latin typeface="Noto Sans SC"/>
                <a:ea typeface="Noto Sans SC"/>
                <a:cs typeface="Noto Sans SC"/>
              </a:rPr>
              <a:t> 17 </a:t>
            </a:r>
            <a:r>
              <a:rPr sz="1275" b="0" dirty="0" err="1">
                <a:solidFill>
                  <a:srgbClr val="5F7078"/>
                </a:solidFill>
                <a:latin typeface="Noto Sans SC"/>
                <a:ea typeface="Noto Sans SC"/>
                <a:cs typeface="Noto Sans SC"/>
              </a:rPr>
              <a:t>张立面照片的检测；单立面人工标定用于验证像素到墙面坐标</a:t>
            </a:r>
            <a:endParaRPr sz="1275" b="0" dirty="0">
              <a:solidFill>
                <a:srgbClr val="5F7078"/>
              </a:solidFill>
              <a:latin typeface="Noto Sans SC"/>
              <a:ea typeface="Noto Sans SC"/>
              <a:cs typeface="Noto Sans SC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A0989D17-CCEF-4484-8E9C-22DDB51DA0CB}"/>
              </a:ext>
            </a:extLst>
          </p:cNvPr>
          <p:cNvSpPr>
            <a:spLocks noGrp="1"/>
          </p:cNvSpPr>
          <p:nvPr/>
        </p:nvSpPr>
        <p:spPr>
          <a:xfrm>
            <a:off x="647700" y="2867025"/>
            <a:ext cx="10744200" cy="9525"/>
          </a:xfrm>
          <a:prstGeom prst="rect">
            <a:avLst/>
          </a:prstGeom>
          <a:solidFill>
            <a:srgbClr val="B8C8CC"/>
          </a:solidFill>
          <a:ln w="0">
            <a:noFill/>
            <a:prstDash val="solid"/>
          </a:ln>
        </p:spPr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C1777C78-17A8-4602-803B-4EE21570DC10}"/>
              </a:ext>
            </a:extLst>
          </p:cNvPr>
          <p:cNvSpPr>
            <a:spLocks noGrp="1"/>
          </p:cNvSpPr>
          <p:nvPr/>
        </p:nvSpPr>
        <p:spPr>
          <a:xfrm>
            <a:off x="647700" y="3048000"/>
            <a:ext cx="17145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500" b="1">
                <a:solidFill>
                  <a:srgbClr val="567F8B"/>
                </a:solidFill>
                <a:latin typeface="Noto Sans SC"/>
                <a:ea typeface="Noto Sans SC"/>
                <a:cs typeface="Noto Sans SC"/>
              </a:defRPr>
            </a:defPPr>
            <a:lvl1pPr algn="l">
              <a:defRPr sz="1500" b="1">
                <a:solidFill>
                  <a:srgbClr val="567F8B"/>
                </a:solidFill>
                <a:latin typeface="Noto Sans SC"/>
                <a:ea typeface="Noto Sans SC"/>
                <a:cs typeface="Noto Sans SC"/>
              </a:defRPr>
            </a:lvl1pPr>
            <a:lvl2pPr algn="l">
              <a:defRPr sz="1500" b="1">
                <a:solidFill>
                  <a:srgbClr val="567F8B"/>
                </a:solidFill>
                <a:latin typeface="Noto Sans SC"/>
                <a:ea typeface="Noto Sans SC"/>
                <a:cs typeface="Noto Sans SC"/>
              </a:defRPr>
            </a:lvl2pPr>
            <a:lvl3pPr algn="l">
              <a:defRPr sz="1500" b="1">
                <a:solidFill>
                  <a:srgbClr val="567F8B"/>
                </a:solidFill>
                <a:latin typeface="Noto Sans SC"/>
                <a:ea typeface="Noto Sans SC"/>
                <a:cs typeface="Noto Sans SC"/>
              </a:defRPr>
            </a:lvl3pPr>
            <a:lvl4pPr algn="l">
              <a:defRPr sz="1500" b="1">
                <a:solidFill>
                  <a:srgbClr val="567F8B"/>
                </a:solidFill>
                <a:latin typeface="Noto Sans SC"/>
                <a:ea typeface="Noto Sans SC"/>
                <a:cs typeface="Noto Sans SC"/>
              </a:defRPr>
            </a:lvl4pPr>
            <a:lvl5pPr algn="l">
              <a:defRPr sz="1500" b="1">
                <a:solidFill>
                  <a:srgbClr val="567F8B"/>
                </a:solidFill>
                <a:latin typeface="Noto Sans SC"/>
                <a:ea typeface="Noto Sans SC"/>
                <a:cs typeface="Noto Sans SC"/>
              </a:defRPr>
            </a:lvl5pPr>
            <a:lvl6pPr algn="l">
              <a:defRPr sz="1500" b="1">
                <a:solidFill>
                  <a:srgbClr val="567F8B"/>
                </a:solidFill>
                <a:latin typeface="Noto Sans SC"/>
                <a:ea typeface="Noto Sans SC"/>
                <a:cs typeface="Noto Sans SC"/>
              </a:defRPr>
            </a:lvl6pPr>
            <a:lvl7pPr algn="l">
              <a:defRPr sz="1500" b="1">
                <a:solidFill>
                  <a:srgbClr val="567F8B"/>
                </a:solidFill>
                <a:latin typeface="Noto Sans SC"/>
                <a:ea typeface="Noto Sans SC"/>
                <a:cs typeface="Noto Sans SC"/>
              </a:defRPr>
            </a:lvl7pPr>
            <a:lvl8pPr algn="l">
              <a:defRPr sz="1500" b="1">
                <a:solidFill>
                  <a:srgbClr val="567F8B"/>
                </a:solidFill>
                <a:latin typeface="Noto Sans SC"/>
                <a:ea typeface="Noto Sans SC"/>
                <a:cs typeface="Noto Sans SC"/>
              </a:defRPr>
            </a:lvl8pPr>
            <a:lvl9pPr algn="l">
              <a:defRPr sz="1500" b="1">
                <a:solidFill>
                  <a:srgbClr val="567F8B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l">
              <a:lnSpc>
                <a:spcPct val="100000"/>
              </a:lnSpc>
              <a:buNone/>
              <a:defRPr sz="1500" b="1">
                <a:solidFill>
                  <a:srgbClr val="567F8B"/>
                </a:solidFill>
                <a:latin typeface="Noto Sans SC"/>
                <a:ea typeface="Noto Sans SC"/>
                <a:cs typeface="Noto Sans SC"/>
              </a:defRPr>
            </a:pPr>
            <a:r>
              <a:rPr sz="1500" b="1">
                <a:solidFill>
                  <a:srgbClr val="567F8B"/>
                </a:solidFill>
                <a:latin typeface="Noto Sans SC"/>
                <a:ea typeface="Noto Sans SC"/>
                <a:cs typeface="Noto Sans SC"/>
              </a:rPr>
              <a:t>10 月 5–6 日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CE3298D6-8C5D-4644-9C3B-8B762DBC7843}"/>
              </a:ext>
            </a:extLst>
          </p:cNvPr>
          <p:cNvSpPr>
            <a:spLocks noGrp="1"/>
          </p:cNvSpPr>
          <p:nvPr/>
        </p:nvSpPr>
        <p:spPr>
          <a:xfrm>
            <a:off x="2552700" y="3048000"/>
            <a:ext cx="30670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575" b="1">
                <a:solidFill>
                  <a:srgbClr val="26343C"/>
                </a:solidFill>
                <a:latin typeface="Noto Sans SC"/>
                <a:ea typeface="Noto Sans SC"/>
                <a:cs typeface="Noto Sans SC"/>
              </a:defRPr>
            </a:defPPr>
            <a:lvl1pPr algn="l">
              <a:defRPr sz="1575" b="1">
                <a:solidFill>
                  <a:srgbClr val="26343C"/>
                </a:solidFill>
                <a:latin typeface="Noto Sans SC"/>
                <a:ea typeface="Noto Sans SC"/>
                <a:cs typeface="Noto Sans SC"/>
              </a:defRPr>
            </a:lvl1pPr>
            <a:lvl2pPr algn="l">
              <a:defRPr sz="1575" b="1">
                <a:solidFill>
                  <a:srgbClr val="26343C"/>
                </a:solidFill>
                <a:latin typeface="Noto Sans SC"/>
                <a:ea typeface="Noto Sans SC"/>
                <a:cs typeface="Noto Sans SC"/>
              </a:defRPr>
            </a:lvl2pPr>
            <a:lvl3pPr algn="l">
              <a:defRPr sz="1575" b="1">
                <a:solidFill>
                  <a:srgbClr val="26343C"/>
                </a:solidFill>
                <a:latin typeface="Noto Sans SC"/>
                <a:ea typeface="Noto Sans SC"/>
                <a:cs typeface="Noto Sans SC"/>
              </a:defRPr>
            </a:lvl3pPr>
            <a:lvl4pPr algn="l">
              <a:defRPr sz="1575" b="1">
                <a:solidFill>
                  <a:srgbClr val="26343C"/>
                </a:solidFill>
                <a:latin typeface="Noto Sans SC"/>
                <a:ea typeface="Noto Sans SC"/>
                <a:cs typeface="Noto Sans SC"/>
              </a:defRPr>
            </a:lvl4pPr>
            <a:lvl5pPr algn="l">
              <a:defRPr sz="1575" b="1">
                <a:solidFill>
                  <a:srgbClr val="26343C"/>
                </a:solidFill>
                <a:latin typeface="Noto Sans SC"/>
                <a:ea typeface="Noto Sans SC"/>
                <a:cs typeface="Noto Sans SC"/>
              </a:defRPr>
            </a:lvl5pPr>
            <a:lvl6pPr algn="l">
              <a:defRPr sz="1575" b="1">
                <a:solidFill>
                  <a:srgbClr val="26343C"/>
                </a:solidFill>
                <a:latin typeface="Noto Sans SC"/>
                <a:ea typeface="Noto Sans SC"/>
                <a:cs typeface="Noto Sans SC"/>
              </a:defRPr>
            </a:lvl6pPr>
            <a:lvl7pPr algn="l">
              <a:defRPr sz="1575" b="1">
                <a:solidFill>
                  <a:srgbClr val="26343C"/>
                </a:solidFill>
                <a:latin typeface="Noto Sans SC"/>
                <a:ea typeface="Noto Sans SC"/>
                <a:cs typeface="Noto Sans SC"/>
              </a:defRPr>
            </a:lvl7pPr>
            <a:lvl8pPr algn="l">
              <a:defRPr sz="1575" b="1">
                <a:solidFill>
                  <a:srgbClr val="26343C"/>
                </a:solidFill>
                <a:latin typeface="Noto Sans SC"/>
                <a:ea typeface="Noto Sans SC"/>
                <a:cs typeface="Noto Sans SC"/>
              </a:defRPr>
            </a:lvl8pPr>
            <a:lvl9pPr algn="l">
              <a:defRPr sz="1575" b="1">
                <a:solidFill>
                  <a:srgbClr val="26343C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l">
              <a:lnSpc>
                <a:spcPct val="100000"/>
              </a:lnSpc>
              <a:buNone/>
              <a:defRPr sz="1575" b="1">
                <a:solidFill>
                  <a:srgbClr val="26343C"/>
                </a:solidFill>
                <a:latin typeface="Noto Sans SC"/>
                <a:ea typeface="Noto Sans SC"/>
                <a:cs typeface="Noto Sans SC"/>
              </a:defRPr>
            </a:pPr>
            <a:r>
              <a:rPr sz="1575" b="1">
                <a:solidFill>
                  <a:srgbClr val="26343C"/>
                </a:solidFill>
                <a:latin typeface="Noto Sans SC"/>
                <a:ea typeface="Noto Sans SC"/>
                <a:cs typeface="Noto Sans SC"/>
              </a:rPr>
              <a:t>多建筑图库与自动链路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470D9442-2DE7-4000-8893-0E30189B62B4}"/>
              </a:ext>
            </a:extLst>
          </p:cNvPr>
          <p:cNvSpPr>
            <a:spLocks noGrp="1"/>
          </p:cNvSpPr>
          <p:nvPr/>
        </p:nvSpPr>
        <p:spPr>
          <a:xfrm>
            <a:off x="5734050" y="3048000"/>
            <a:ext cx="5591175" cy="6381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275" b="0">
                <a:solidFill>
                  <a:srgbClr val="5F7078"/>
                </a:solidFill>
                <a:latin typeface="Noto Sans SC"/>
                <a:ea typeface="Noto Sans SC"/>
                <a:cs typeface="Noto Sans SC"/>
              </a:defRPr>
            </a:defPPr>
            <a:lvl1pPr algn="l">
              <a:defRPr sz="1275" b="0">
                <a:solidFill>
                  <a:srgbClr val="5F7078"/>
                </a:solidFill>
                <a:latin typeface="Noto Sans SC"/>
                <a:ea typeface="Noto Sans SC"/>
                <a:cs typeface="Noto Sans SC"/>
              </a:defRPr>
            </a:lvl1pPr>
            <a:lvl2pPr algn="l">
              <a:defRPr sz="1275" b="0">
                <a:solidFill>
                  <a:srgbClr val="5F7078"/>
                </a:solidFill>
                <a:latin typeface="Noto Sans SC"/>
                <a:ea typeface="Noto Sans SC"/>
                <a:cs typeface="Noto Sans SC"/>
              </a:defRPr>
            </a:lvl2pPr>
            <a:lvl3pPr algn="l">
              <a:defRPr sz="1275" b="0">
                <a:solidFill>
                  <a:srgbClr val="5F7078"/>
                </a:solidFill>
                <a:latin typeface="Noto Sans SC"/>
                <a:ea typeface="Noto Sans SC"/>
                <a:cs typeface="Noto Sans SC"/>
              </a:defRPr>
            </a:lvl3pPr>
            <a:lvl4pPr algn="l">
              <a:defRPr sz="1275" b="0">
                <a:solidFill>
                  <a:srgbClr val="5F7078"/>
                </a:solidFill>
                <a:latin typeface="Noto Sans SC"/>
                <a:ea typeface="Noto Sans SC"/>
                <a:cs typeface="Noto Sans SC"/>
              </a:defRPr>
            </a:lvl4pPr>
            <a:lvl5pPr algn="l">
              <a:defRPr sz="1275" b="0">
                <a:solidFill>
                  <a:srgbClr val="5F7078"/>
                </a:solidFill>
                <a:latin typeface="Noto Sans SC"/>
                <a:ea typeface="Noto Sans SC"/>
                <a:cs typeface="Noto Sans SC"/>
              </a:defRPr>
            </a:lvl5pPr>
            <a:lvl6pPr algn="l">
              <a:defRPr sz="1275" b="0">
                <a:solidFill>
                  <a:srgbClr val="5F7078"/>
                </a:solidFill>
                <a:latin typeface="Noto Sans SC"/>
                <a:ea typeface="Noto Sans SC"/>
                <a:cs typeface="Noto Sans SC"/>
              </a:defRPr>
            </a:lvl6pPr>
            <a:lvl7pPr algn="l">
              <a:defRPr sz="1275" b="0">
                <a:solidFill>
                  <a:srgbClr val="5F7078"/>
                </a:solidFill>
                <a:latin typeface="Noto Sans SC"/>
                <a:ea typeface="Noto Sans SC"/>
                <a:cs typeface="Noto Sans SC"/>
              </a:defRPr>
            </a:lvl7pPr>
            <a:lvl8pPr algn="l">
              <a:defRPr sz="1275" b="0">
                <a:solidFill>
                  <a:srgbClr val="5F7078"/>
                </a:solidFill>
                <a:latin typeface="Noto Sans SC"/>
                <a:ea typeface="Noto Sans SC"/>
                <a:cs typeface="Noto Sans SC"/>
              </a:defRPr>
            </a:lvl8pPr>
            <a:lvl9pPr algn="l">
              <a:defRPr sz="1275" b="0">
                <a:solidFill>
                  <a:srgbClr val="5F7078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l">
              <a:lnSpc>
                <a:spcPct val="100000"/>
              </a:lnSpc>
              <a:buNone/>
              <a:defRPr sz="1275" b="0">
                <a:solidFill>
                  <a:srgbClr val="5F7078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0">
                <a:solidFill>
                  <a:srgbClr val="5F7078"/>
                </a:solidFill>
                <a:latin typeface="Noto Sans SC"/>
                <a:ea typeface="Noto Sans SC"/>
                <a:cs typeface="Noto Sans SC"/>
              </a:rPr>
              <a:t>建立建筑渲染图库；实现检索、局部匹配、几何审核和三维位置预览。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5333A61D-00CB-4B03-95FC-8725AB7AC579}"/>
              </a:ext>
            </a:extLst>
          </p:cNvPr>
          <p:cNvSpPr>
            <a:spLocks noGrp="1"/>
          </p:cNvSpPr>
          <p:nvPr/>
        </p:nvSpPr>
        <p:spPr>
          <a:xfrm>
            <a:off x="647700" y="3848100"/>
            <a:ext cx="10744200" cy="9525"/>
          </a:xfrm>
          <a:prstGeom prst="rect">
            <a:avLst/>
          </a:prstGeom>
          <a:solidFill>
            <a:srgbClr val="B8C8CC"/>
          </a:solidFill>
          <a:ln w="0">
            <a:noFill/>
            <a:prstDash val="solid"/>
          </a:ln>
        </p:spPr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B7C95BD1-E086-4733-BBA6-2028663F7546}"/>
              </a:ext>
            </a:extLst>
          </p:cNvPr>
          <p:cNvSpPr>
            <a:spLocks noGrp="1"/>
          </p:cNvSpPr>
          <p:nvPr/>
        </p:nvSpPr>
        <p:spPr>
          <a:xfrm>
            <a:off x="647700" y="4029075"/>
            <a:ext cx="17145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500" b="1">
                <a:solidFill>
                  <a:srgbClr val="567F8B"/>
                </a:solidFill>
                <a:latin typeface="Noto Sans SC"/>
                <a:ea typeface="Noto Sans SC"/>
                <a:cs typeface="Noto Sans SC"/>
              </a:defRPr>
            </a:defPPr>
            <a:lvl1pPr algn="l">
              <a:defRPr sz="1500" b="1">
                <a:solidFill>
                  <a:srgbClr val="567F8B"/>
                </a:solidFill>
                <a:latin typeface="Noto Sans SC"/>
                <a:ea typeface="Noto Sans SC"/>
                <a:cs typeface="Noto Sans SC"/>
              </a:defRPr>
            </a:lvl1pPr>
            <a:lvl2pPr algn="l">
              <a:defRPr sz="1500" b="1">
                <a:solidFill>
                  <a:srgbClr val="567F8B"/>
                </a:solidFill>
                <a:latin typeface="Noto Sans SC"/>
                <a:ea typeface="Noto Sans SC"/>
                <a:cs typeface="Noto Sans SC"/>
              </a:defRPr>
            </a:lvl2pPr>
            <a:lvl3pPr algn="l">
              <a:defRPr sz="1500" b="1">
                <a:solidFill>
                  <a:srgbClr val="567F8B"/>
                </a:solidFill>
                <a:latin typeface="Noto Sans SC"/>
                <a:ea typeface="Noto Sans SC"/>
                <a:cs typeface="Noto Sans SC"/>
              </a:defRPr>
            </a:lvl3pPr>
            <a:lvl4pPr algn="l">
              <a:defRPr sz="1500" b="1">
                <a:solidFill>
                  <a:srgbClr val="567F8B"/>
                </a:solidFill>
                <a:latin typeface="Noto Sans SC"/>
                <a:ea typeface="Noto Sans SC"/>
                <a:cs typeface="Noto Sans SC"/>
              </a:defRPr>
            </a:lvl4pPr>
            <a:lvl5pPr algn="l">
              <a:defRPr sz="1500" b="1">
                <a:solidFill>
                  <a:srgbClr val="567F8B"/>
                </a:solidFill>
                <a:latin typeface="Noto Sans SC"/>
                <a:ea typeface="Noto Sans SC"/>
                <a:cs typeface="Noto Sans SC"/>
              </a:defRPr>
            </a:lvl5pPr>
            <a:lvl6pPr algn="l">
              <a:defRPr sz="1500" b="1">
                <a:solidFill>
                  <a:srgbClr val="567F8B"/>
                </a:solidFill>
                <a:latin typeface="Noto Sans SC"/>
                <a:ea typeface="Noto Sans SC"/>
                <a:cs typeface="Noto Sans SC"/>
              </a:defRPr>
            </a:lvl6pPr>
            <a:lvl7pPr algn="l">
              <a:defRPr sz="1500" b="1">
                <a:solidFill>
                  <a:srgbClr val="567F8B"/>
                </a:solidFill>
                <a:latin typeface="Noto Sans SC"/>
                <a:ea typeface="Noto Sans SC"/>
                <a:cs typeface="Noto Sans SC"/>
              </a:defRPr>
            </a:lvl7pPr>
            <a:lvl8pPr algn="l">
              <a:defRPr sz="1500" b="1">
                <a:solidFill>
                  <a:srgbClr val="567F8B"/>
                </a:solidFill>
                <a:latin typeface="Noto Sans SC"/>
                <a:ea typeface="Noto Sans SC"/>
                <a:cs typeface="Noto Sans SC"/>
              </a:defRPr>
            </a:lvl8pPr>
            <a:lvl9pPr algn="l">
              <a:defRPr sz="1500" b="1">
                <a:solidFill>
                  <a:srgbClr val="567F8B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l">
              <a:lnSpc>
                <a:spcPct val="100000"/>
              </a:lnSpc>
              <a:buNone/>
              <a:defRPr sz="1500" b="1">
                <a:solidFill>
                  <a:srgbClr val="567F8B"/>
                </a:solidFill>
                <a:latin typeface="Noto Sans SC"/>
                <a:ea typeface="Noto Sans SC"/>
                <a:cs typeface="Noto Sans SC"/>
              </a:defRPr>
            </a:pPr>
            <a:r>
              <a:rPr sz="1500" b="1">
                <a:solidFill>
                  <a:srgbClr val="567F8B"/>
                </a:solidFill>
                <a:latin typeface="Noto Sans SC"/>
                <a:ea typeface="Noto Sans SC"/>
                <a:cs typeface="Noto Sans SC"/>
              </a:rPr>
              <a:t>10 月 8–9 日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C12613E8-C961-4420-A45B-1D0CBA321604}"/>
              </a:ext>
            </a:extLst>
          </p:cNvPr>
          <p:cNvSpPr>
            <a:spLocks noGrp="1"/>
          </p:cNvSpPr>
          <p:nvPr/>
        </p:nvSpPr>
        <p:spPr>
          <a:xfrm>
            <a:off x="2552700" y="4029075"/>
            <a:ext cx="30670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575" b="1">
                <a:solidFill>
                  <a:srgbClr val="26343C"/>
                </a:solidFill>
                <a:latin typeface="Noto Sans SC"/>
                <a:ea typeface="Noto Sans SC"/>
                <a:cs typeface="Noto Sans SC"/>
              </a:defRPr>
            </a:defPPr>
            <a:lvl1pPr algn="l">
              <a:defRPr sz="1575" b="1">
                <a:solidFill>
                  <a:srgbClr val="26343C"/>
                </a:solidFill>
                <a:latin typeface="Noto Sans SC"/>
                <a:ea typeface="Noto Sans SC"/>
                <a:cs typeface="Noto Sans SC"/>
              </a:defRPr>
            </a:lvl1pPr>
            <a:lvl2pPr algn="l">
              <a:defRPr sz="1575" b="1">
                <a:solidFill>
                  <a:srgbClr val="26343C"/>
                </a:solidFill>
                <a:latin typeface="Noto Sans SC"/>
                <a:ea typeface="Noto Sans SC"/>
                <a:cs typeface="Noto Sans SC"/>
              </a:defRPr>
            </a:lvl2pPr>
            <a:lvl3pPr algn="l">
              <a:defRPr sz="1575" b="1">
                <a:solidFill>
                  <a:srgbClr val="26343C"/>
                </a:solidFill>
                <a:latin typeface="Noto Sans SC"/>
                <a:ea typeface="Noto Sans SC"/>
                <a:cs typeface="Noto Sans SC"/>
              </a:defRPr>
            </a:lvl3pPr>
            <a:lvl4pPr algn="l">
              <a:defRPr sz="1575" b="1">
                <a:solidFill>
                  <a:srgbClr val="26343C"/>
                </a:solidFill>
                <a:latin typeface="Noto Sans SC"/>
                <a:ea typeface="Noto Sans SC"/>
                <a:cs typeface="Noto Sans SC"/>
              </a:defRPr>
            </a:lvl4pPr>
            <a:lvl5pPr algn="l">
              <a:defRPr sz="1575" b="1">
                <a:solidFill>
                  <a:srgbClr val="26343C"/>
                </a:solidFill>
                <a:latin typeface="Noto Sans SC"/>
                <a:ea typeface="Noto Sans SC"/>
                <a:cs typeface="Noto Sans SC"/>
              </a:defRPr>
            </a:lvl5pPr>
            <a:lvl6pPr algn="l">
              <a:defRPr sz="1575" b="1">
                <a:solidFill>
                  <a:srgbClr val="26343C"/>
                </a:solidFill>
                <a:latin typeface="Noto Sans SC"/>
                <a:ea typeface="Noto Sans SC"/>
                <a:cs typeface="Noto Sans SC"/>
              </a:defRPr>
            </a:lvl6pPr>
            <a:lvl7pPr algn="l">
              <a:defRPr sz="1575" b="1">
                <a:solidFill>
                  <a:srgbClr val="26343C"/>
                </a:solidFill>
                <a:latin typeface="Noto Sans SC"/>
                <a:ea typeface="Noto Sans SC"/>
                <a:cs typeface="Noto Sans SC"/>
              </a:defRPr>
            </a:lvl7pPr>
            <a:lvl8pPr algn="l">
              <a:defRPr sz="1575" b="1">
                <a:solidFill>
                  <a:srgbClr val="26343C"/>
                </a:solidFill>
                <a:latin typeface="Noto Sans SC"/>
                <a:ea typeface="Noto Sans SC"/>
                <a:cs typeface="Noto Sans SC"/>
              </a:defRPr>
            </a:lvl8pPr>
            <a:lvl9pPr algn="l">
              <a:defRPr sz="1575" b="1">
                <a:solidFill>
                  <a:srgbClr val="26343C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l">
              <a:lnSpc>
                <a:spcPct val="100000"/>
              </a:lnSpc>
              <a:buNone/>
              <a:defRPr sz="1575" b="1">
                <a:solidFill>
                  <a:srgbClr val="26343C"/>
                </a:solidFill>
                <a:latin typeface="Noto Sans SC"/>
                <a:ea typeface="Noto Sans SC"/>
                <a:cs typeface="Noto Sans SC"/>
              </a:defRPr>
            </a:pPr>
            <a:r>
              <a:rPr sz="1575" b="1">
                <a:solidFill>
                  <a:srgbClr val="26343C"/>
                </a:solidFill>
                <a:latin typeface="Noto Sans SC"/>
                <a:ea typeface="Noto Sans SC"/>
                <a:cs typeface="Noto Sans SC"/>
              </a:rPr>
              <a:t>墙面图库实验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8657F174-C2D3-46FA-AB35-AD539B2A904F}"/>
              </a:ext>
            </a:extLst>
          </p:cNvPr>
          <p:cNvSpPr>
            <a:spLocks noGrp="1"/>
          </p:cNvSpPr>
          <p:nvPr/>
        </p:nvSpPr>
        <p:spPr>
          <a:xfrm>
            <a:off x="5734050" y="4029075"/>
            <a:ext cx="5591175" cy="6381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275" b="0">
                <a:solidFill>
                  <a:srgbClr val="5F7078"/>
                </a:solidFill>
                <a:latin typeface="Noto Sans SC"/>
                <a:ea typeface="Noto Sans SC"/>
                <a:cs typeface="Noto Sans SC"/>
              </a:defRPr>
            </a:defPPr>
            <a:lvl1pPr algn="l">
              <a:defRPr sz="1275" b="0">
                <a:solidFill>
                  <a:srgbClr val="5F7078"/>
                </a:solidFill>
                <a:latin typeface="Noto Sans SC"/>
                <a:ea typeface="Noto Sans SC"/>
                <a:cs typeface="Noto Sans SC"/>
              </a:defRPr>
            </a:lvl1pPr>
            <a:lvl2pPr algn="l">
              <a:defRPr sz="1275" b="0">
                <a:solidFill>
                  <a:srgbClr val="5F7078"/>
                </a:solidFill>
                <a:latin typeface="Noto Sans SC"/>
                <a:ea typeface="Noto Sans SC"/>
                <a:cs typeface="Noto Sans SC"/>
              </a:defRPr>
            </a:lvl2pPr>
            <a:lvl3pPr algn="l">
              <a:defRPr sz="1275" b="0">
                <a:solidFill>
                  <a:srgbClr val="5F7078"/>
                </a:solidFill>
                <a:latin typeface="Noto Sans SC"/>
                <a:ea typeface="Noto Sans SC"/>
                <a:cs typeface="Noto Sans SC"/>
              </a:defRPr>
            </a:lvl3pPr>
            <a:lvl4pPr algn="l">
              <a:defRPr sz="1275" b="0">
                <a:solidFill>
                  <a:srgbClr val="5F7078"/>
                </a:solidFill>
                <a:latin typeface="Noto Sans SC"/>
                <a:ea typeface="Noto Sans SC"/>
                <a:cs typeface="Noto Sans SC"/>
              </a:defRPr>
            </a:lvl4pPr>
            <a:lvl5pPr algn="l">
              <a:defRPr sz="1275" b="0">
                <a:solidFill>
                  <a:srgbClr val="5F7078"/>
                </a:solidFill>
                <a:latin typeface="Noto Sans SC"/>
                <a:ea typeface="Noto Sans SC"/>
                <a:cs typeface="Noto Sans SC"/>
              </a:defRPr>
            </a:lvl5pPr>
            <a:lvl6pPr algn="l">
              <a:defRPr sz="1275" b="0">
                <a:solidFill>
                  <a:srgbClr val="5F7078"/>
                </a:solidFill>
                <a:latin typeface="Noto Sans SC"/>
                <a:ea typeface="Noto Sans SC"/>
                <a:cs typeface="Noto Sans SC"/>
              </a:defRPr>
            </a:lvl6pPr>
            <a:lvl7pPr algn="l">
              <a:defRPr sz="1275" b="0">
                <a:solidFill>
                  <a:srgbClr val="5F7078"/>
                </a:solidFill>
                <a:latin typeface="Noto Sans SC"/>
                <a:ea typeface="Noto Sans SC"/>
                <a:cs typeface="Noto Sans SC"/>
              </a:defRPr>
            </a:lvl7pPr>
            <a:lvl8pPr algn="l">
              <a:defRPr sz="1275" b="0">
                <a:solidFill>
                  <a:srgbClr val="5F7078"/>
                </a:solidFill>
                <a:latin typeface="Noto Sans SC"/>
                <a:ea typeface="Noto Sans SC"/>
                <a:cs typeface="Noto Sans SC"/>
              </a:defRPr>
            </a:lvl8pPr>
            <a:lvl9pPr algn="l">
              <a:defRPr sz="1275" b="0">
                <a:solidFill>
                  <a:srgbClr val="5F7078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l">
              <a:lnSpc>
                <a:spcPct val="100000"/>
              </a:lnSpc>
              <a:buNone/>
              <a:defRPr sz="1275" b="0">
                <a:solidFill>
                  <a:srgbClr val="5F7078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0">
                <a:solidFill>
                  <a:srgbClr val="5F7078"/>
                </a:solidFill>
                <a:latin typeface="Noto Sans SC"/>
                <a:ea typeface="Noto Sans SC"/>
                <a:cs typeface="Noto Sans SC"/>
              </a:rPr>
              <a:t>27 栋建筑的墙面视角图库建成；比较正视与多视角配置。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6AB99A02-EFDD-4B03-B4C9-540773771FEE}"/>
              </a:ext>
            </a:extLst>
          </p:cNvPr>
          <p:cNvSpPr>
            <a:spLocks noGrp="1"/>
          </p:cNvSpPr>
          <p:nvPr/>
        </p:nvSpPr>
        <p:spPr>
          <a:xfrm>
            <a:off x="647700" y="4829175"/>
            <a:ext cx="10744200" cy="9525"/>
          </a:xfrm>
          <a:prstGeom prst="rect">
            <a:avLst/>
          </a:prstGeom>
          <a:solidFill>
            <a:srgbClr val="B8C8CC"/>
          </a:solidFill>
          <a:ln w="0">
            <a:noFill/>
            <a:prstDash val="solid"/>
          </a:ln>
        </p:spPr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5834E482-81DC-42ED-8A75-307FCA7A0734}"/>
              </a:ext>
            </a:extLst>
          </p:cNvPr>
          <p:cNvSpPr>
            <a:spLocks noGrp="1"/>
          </p:cNvSpPr>
          <p:nvPr/>
        </p:nvSpPr>
        <p:spPr>
          <a:xfrm>
            <a:off x="647700" y="5010150"/>
            <a:ext cx="17145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500" b="1">
                <a:solidFill>
                  <a:srgbClr val="567F8B"/>
                </a:solidFill>
                <a:latin typeface="Noto Sans SC"/>
                <a:ea typeface="Noto Sans SC"/>
                <a:cs typeface="Noto Sans SC"/>
              </a:defRPr>
            </a:defPPr>
            <a:lvl1pPr algn="l">
              <a:defRPr sz="1500" b="1">
                <a:solidFill>
                  <a:srgbClr val="567F8B"/>
                </a:solidFill>
                <a:latin typeface="Noto Sans SC"/>
                <a:ea typeface="Noto Sans SC"/>
                <a:cs typeface="Noto Sans SC"/>
              </a:defRPr>
            </a:lvl1pPr>
            <a:lvl2pPr algn="l">
              <a:defRPr sz="1500" b="1">
                <a:solidFill>
                  <a:srgbClr val="567F8B"/>
                </a:solidFill>
                <a:latin typeface="Noto Sans SC"/>
                <a:ea typeface="Noto Sans SC"/>
                <a:cs typeface="Noto Sans SC"/>
              </a:defRPr>
            </a:lvl2pPr>
            <a:lvl3pPr algn="l">
              <a:defRPr sz="1500" b="1">
                <a:solidFill>
                  <a:srgbClr val="567F8B"/>
                </a:solidFill>
                <a:latin typeface="Noto Sans SC"/>
                <a:ea typeface="Noto Sans SC"/>
                <a:cs typeface="Noto Sans SC"/>
              </a:defRPr>
            </a:lvl3pPr>
            <a:lvl4pPr algn="l">
              <a:defRPr sz="1500" b="1">
                <a:solidFill>
                  <a:srgbClr val="567F8B"/>
                </a:solidFill>
                <a:latin typeface="Noto Sans SC"/>
                <a:ea typeface="Noto Sans SC"/>
                <a:cs typeface="Noto Sans SC"/>
              </a:defRPr>
            </a:lvl4pPr>
            <a:lvl5pPr algn="l">
              <a:defRPr sz="1500" b="1">
                <a:solidFill>
                  <a:srgbClr val="567F8B"/>
                </a:solidFill>
                <a:latin typeface="Noto Sans SC"/>
                <a:ea typeface="Noto Sans SC"/>
                <a:cs typeface="Noto Sans SC"/>
              </a:defRPr>
            </a:lvl5pPr>
            <a:lvl6pPr algn="l">
              <a:defRPr sz="1500" b="1">
                <a:solidFill>
                  <a:srgbClr val="567F8B"/>
                </a:solidFill>
                <a:latin typeface="Noto Sans SC"/>
                <a:ea typeface="Noto Sans SC"/>
                <a:cs typeface="Noto Sans SC"/>
              </a:defRPr>
            </a:lvl6pPr>
            <a:lvl7pPr algn="l">
              <a:defRPr sz="1500" b="1">
                <a:solidFill>
                  <a:srgbClr val="567F8B"/>
                </a:solidFill>
                <a:latin typeface="Noto Sans SC"/>
                <a:ea typeface="Noto Sans SC"/>
                <a:cs typeface="Noto Sans SC"/>
              </a:defRPr>
            </a:lvl7pPr>
            <a:lvl8pPr algn="l">
              <a:defRPr sz="1500" b="1">
                <a:solidFill>
                  <a:srgbClr val="567F8B"/>
                </a:solidFill>
                <a:latin typeface="Noto Sans SC"/>
                <a:ea typeface="Noto Sans SC"/>
                <a:cs typeface="Noto Sans SC"/>
              </a:defRPr>
            </a:lvl8pPr>
            <a:lvl9pPr algn="l">
              <a:defRPr sz="1500" b="1">
                <a:solidFill>
                  <a:srgbClr val="567F8B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l">
              <a:lnSpc>
                <a:spcPct val="100000"/>
              </a:lnSpc>
              <a:buNone/>
              <a:defRPr sz="1500" b="1">
                <a:solidFill>
                  <a:srgbClr val="567F8B"/>
                </a:solidFill>
                <a:latin typeface="Noto Sans SC"/>
                <a:ea typeface="Noto Sans SC"/>
                <a:cs typeface="Noto Sans SC"/>
              </a:defRPr>
            </a:pPr>
            <a:r>
              <a:rPr sz="1500" b="1">
                <a:solidFill>
                  <a:srgbClr val="567F8B"/>
                </a:solidFill>
                <a:latin typeface="Noto Sans SC"/>
                <a:ea typeface="Noto Sans SC"/>
                <a:cs typeface="Noto Sans SC"/>
              </a:rPr>
              <a:t>10 月 11–12 日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DFC57E73-99CD-466E-B752-8C91CFED9A51}"/>
              </a:ext>
            </a:extLst>
          </p:cNvPr>
          <p:cNvSpPr>
            <a:spLocks noGrp="1"/>
          </p:cNvSpPr>
          <p:nvPr/>
        </p:nvSpPr>
        <p:spPr>
          <a:xfrm>
            <a:off x="2552700" y="5010150"/>
            <a:ext cx="30670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575" b="1">
                <a:solidFill>
                  <a:srgbClr val="26343C"/>
                </a:solidFill>
                <a:latin typeface="Noto Sans SC"/>
                <a:ea typeface="Noto Sans SC"/>
                <a:cs typeface="Noto Sans SC"/>
              </a:defRPr>
            </a:defPPr>
            <a:lvl1pPr algn="l">
              <a:defRPr sz="1575" b="1">
                <a:solidFill>
                  <a:srgbClr val="26343C"/>
                </a:solidFill>
                <a:latin typeface="Noto Sans SC"/>
                <a:ea typeface="Noto Sans SC"/>
                <a:cs typeface="Noto Sans SC"/>
              </a:defRPr>
            </a:lvl1pPr>
            <a:lvl2pPr algn="l">
              <a:defRPr sz="1575" b="1">
                <a:solidFill>
                  <a:srgbClr val="26343C"/>
                </a:solidFill>
                <a:latin typeface="Noto Sans SC"/>
                <a:ea typeface="Noto Sans SC"/>
                <a:cs typeface="Noto Sans SC"/>
              </a:defRPr>
            </a:lvl2pPr>
            <a:lvl3pPr algn="l">
              <a:defRPr sz="1575" b="1">
                <a:solidFill>
                  <a:srgbClr val="26343C"/>
                </a:solidFill>
                <a:latin typeface="Noto Sans SC"/>
                <a:ea typeface="Noto Sans SC"/>
                <a:cs typeface="Noto Sans SC"/>
              </a:defRPr>
            </a:lvl3pPr>
            <a:lvl4pPr algn="l">
              <a:defRPr sz="1575" b="1">
                <a:solidFill>
                  <a:srgbClr val="26343C"/>
                </a:solidFill>
                <a:latin typeface="Noto Sans SC"/>
                <a:ea typeface="Noto Sans SC"/>
                <a:cs typeface="Noto Sans SC"/>
              </a:defRPr>
            </a:lvl4pPr>
            <a:lvl5pPr algn="l">
              <a:defRPr sz="1575" b="1">
                <a:solidFill>
                  <a:srgbClr val="26343C"/>
                </a:solidFill>
                <a:latin typeface="Noto Sans SC"/>
                <a:ea typeface="Noto Sans SC"/>
                <a:cs typeface="Noto Sans SC"/>
              </a:defRPr>
            </a:lvl5pPr>
            <a:lvl6pPr algn="l">
              <a:defRPr sz="1575" b="1">
                <a:solidFill>
                  <a:srgbClr val="26343C"/>
                </a:solidFill>
                <a:latin typeface="Noto Sans SC"/>
                <a:ea typeface="Noto Sans SC"/>
                <a:cs typeface="Noto Sans SC"/>
              </a:defRPr>
            </a:lvl6pPr>
            <a:lvl7pPr algn="l">
              <a:defRPr sz="1575" b="1">
                <a:solidFill>
                  <a:srgbClr val="26343C"/>
                </a:solidFill>
                <a:latin typeface="Noto Sans SC"/>
                <a:ea typeface="Noto Sans SC"/>
                <a:cs typeface="Noto Sans SC"/>
              </a:defRPr>
            </a:lvl7pPr>
            <a:lvl8pPr algn="l">
              <a:defRPr sz="1575" b="1">
                <a:solidFill>
                  <a:srgbClr val="26343C"/>
                </a:solidFill>
                <a:latin typeface="Noto Sans SC"/>
                <a:ea typeface="Noto Sans SC"/>
                <a:cs typeface="Noto Sans SC"/>
              </a:defRPr>
            </a:lvl8pPr>
            <a:lvl9pPr algn="l">
              <a:defRPr sz="1575" b="1">
                <a:solidFill>
                  <a:srgbClr val="26343C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l">
              <a:lnSpc>
                <a:spcPct val="100000"/>
              </a:lnSpc>
              <a:buNone/>
              <a:defRPr sz="1575" b="1">
                <a:solidFill>
                  <a:srgbClr val="26343C"/>
                </a:solidFill>
                <a:latin typeface="Noto Sans SC"/>
                <a:ea typeface="Noto Sans SC"/>
                <a:cs typeface="Noto Sans SC"/>
              </a:defRPr>
            </a:pPr>
            <a:r>
              <a:rPr sz="1575" b="1">
                <a:solidFill>
                  <a:srgbClr val="26343C"/>
                </a:solidFill>
                <a:latin typeface="Noto Sans SC"/>
                <a:ea typeface="Noto Sans SC"/>
                <a:cs typeface="Noto Sans SC"/>
              </a:rPr>
              <a:t>窗中心复核与逐图审计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6E1A0836-A916-4A34-A350-4CE2609674F9}"/>
              </a:ext>
            </a:extLst>
          </p:cNvPr>
          <p:cNvSpPr>
            <a:spLocks noGrp="1"/>
          </p:cNvSpPr>
          <p:nvPr/>
        </p:nvSpPr>
        <p:spPr>
          <a:xfrm>
            <a:off x="5734050" y="5010150"/>
            <a:ext cx="5810250" cy="6381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275" b="0">
                <a:solidFill>
                  <a:srgbClr val="5F7078"/>
                </a:solidFill>
                <a:latin typeface="Noto Sans SC"/>
                <a:ea typeface="Noto Sans SC"/>
                <a:cs typeface="Noto Sans SC"/>
              </a:defRPr>
            </a:defPPr>
            <a:lvl1pPr algn="l">
              <a:defRPr sz="1275" b="0">
                <a:solidFill>
                  <a:srgbClr val="5F7078"/>
                </a:solidFill>
                <a:latin typeface="Noto Sans SC"/>
                <a:ea typeface="Noto Sans SC"/>
                <a:cs typeface="Noto Sans SC"/>
              </a:defRPr>
            </a:lvl1pPr>
            <a:lvl2pPr algn="l">
              <a:defRPr sz="1275" b="0">
                <a:solidFill>
                  <a:srgbClr val="5F7078"/>
                </a:solidFill>
                <a:latin typeface="Noto Sans SC"/>
                <a:ea typeface="Noto Sans SC"/>
                <a:cs typeface="Noto Sans SC"/>
              </a:defRPr>
            </a:lvl2pPr>
            <a:lvl3pPr algn="l">
              <a:defRPr sz="1275" b="0">
                <a:solidFill>
                  <a:srgbClr val="5F7078"/>
                </a:solidFill>
                <a:latin typeface="Noto Sans SC"/>
                <a:ea typeface="Noto Sans SC"/>
                <a:cs typeface="Noto Sans SC"/>
              </a:defRPr>
            </a:lvl3pPr>
            <a:lvl4pPr algn="l">
              <a:defRPr sz="1275" b="0">
                <a:solidFill>
                  <a:srgbClr val="5F7078"/>
                </a:solidFill>
                <a:latin typeface="Noto Sans SC"/>
                <a:ea typeface="Noto Sans SC"/>
                <a:cs typeface="Noto Sans SC"/>
              </a:defRPr>
            </a:lvl4pPr>
            <a:lvl5pPr algn="l">
              <a:defRPr sz="1275" b="0">
                <a:solidFill>
                  <a:srgbClr val="5F7078"/>
                </a:solidFill>
                <a:latin typeface="Noto Sans SC"/>
                <a:ea typeface="Noto Sans SC"/>
                <a:cs typeface="Noto Sans SC"/>
              </a:defRPr>
            </a:lvl5pPr>
            <a:lvl6pPr algn="l">
              <a:defRPr sz="1275" b="0">
                <a:solidFill>
                  <a:srgbClr val="5F7078"/>
                </a:solidFill>
                <a:latin typeface="Noto Sans SC"/>
                <a:ea typeface="Noto Sans SC"/>
                <a:cs typeface="Noto Sans SC"/>
              </a:defRPr>
            </a:lvl6pPr>
            <a:lvl7pPr algn="l">
              <a:defRPr sz="1275" b="0">
                <a:solidFill>
                  <a:srgbClr val="5F7078"/>
                </a:solidFill>
                <a:latin typeface="Noto Sans SC"/>
                <a:ea typeface="Noto Sans SC"/>
                <a:cs typeface="Noto Sans SC"/>
              </a:defRPr>
            </a:lvl7pPr>
            <a:lvl8pPr algn="l">
              <a:defRPr sz="1275" b="0">
                <a:solidFill>
                  <a:srgbClr val="5F7078"/>
                </a:solidFill>
                <a:latin typeface="Noto Sans SC"/>
                <a:ea typeface="Noto Sans SC"/>
                <a:cs typeface="Noto Sans SC"/>
              </a:defRPr>
            </a:lvl8pPr>
            <a:lvl9pPr algn="l">
              <a:defRPr sz="1275" b="0">
                <a:solidFill>
                  <a:srgbClr val="5F7078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l">
              <a:lnSpc>
                <a:spcPct val="100000"/>
              </a:lnSpc>
              <a:buNone/>
              <a:defRPr sz="1275" b="0">
                <a:solidFill>
                  <a:srgbClr val="5F7078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0" dirty="0" err="1">
                <a:solidFill>
                  <a:srgbClr val="5F7078"/>
                </a:solidFill>
                <a:latin typeface="Noto Sans SC"/>
                <a:ea typeface="Noto Sans SC"/>
                <a:cs typeface="Noto Sans SC"/>
              </a:rPr>
              <a:t>本地窗中心配对、轻度门槛试验和</a:t>
            </a:r>
            <a:r>
              <a:rPr sz="1275" b="0" dirty="0">
                <a:solidFill>
                  <a:srgbClr val="5F7078"/>
                </a:solidFill>
                <a:latin typeface="Noto Sans SC"/>
                <a:ea typeface="Noto Sans SC"/>
                <a:cs typeface="Noto Sans SC"/>
              </a:rPr>
              <a:t> 17 </a:t>
            </a:r>
            <a:r>
              <a:rPr sz="1275" b="0" dirty="0" err="1">
                <a:solidFill>
                  <a:srgbClr val="5F7078"/>
                </a:solidFill>
                <a:latin typeface="Noto Sans SC"/>
                <a:ea typeface="Noto Sans SC"/>
                <a:cs typeface="Noto Sans SC"/>
              </a:rPr>
              <a:t>张逐照片结果；另做</a:t>
            </a:r>
            <a:r>
              <a:rPr sz="1275" b="0" dirty="0">
                <a:solidFill>
                  <a:srgbClr val="5F7078"/>
                </a:solidFill>
                <a:latin typeface="Noto Sans SC"/>
                <a:ea typeface="Noto Sans SC"/>
                <a:cs typeface="Noto Sans SC"/>
              </a:rPr>
              <a:t> 100 </a:t>
            </a:r>
            <a:r>
              <a:rPr sz="1275" b="0" dirty="0" err="1">
                <a:solidFill>
                  <a:srgbClr val="5F7078"/>
                </a:solidFill>
                <a:latin typeface="Noto Sans SC"/>
                <a:ea typeface="Noto Sans SC"/>
                <a:cs typeface="Noto Sans SC"/>
              </a:rPr>
              <a:t>张图的检测对照</a:t>
            </a:r>
            <a:endParaRPr sz="1275" b="0" dirty="0">
              <a:solidFill>
                <a:srgbClr val="5F7078"/>
              </a:solidFill>
              <a:latin typeface="Noto Sans SC"/>
              <a:ea typeface="Noto Sans SC"/>
              <a:cs typeface="Noto Sans SC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EAAA7BBC-6E0A-4620-AD7A-48427F308C65}"/>
              </a:ext>
            </a:extLst>
          </p:cNvPr>
          <p:cNvSpPr>
            <a:spLocks noGrp="1"/>
          </p:cNvSpPr>
          <p:nvPr/>
        </p:nvSpPr>
        <p:spPr>
          <a:xfrm>
            <a:off x="647700" y="5810250"/>
            <a:ext cx="10744200" cy="9525"/>
          </a:xfrm>
          <a:prstGeom prst="rect">
            <a:avLst/>
          </a:prstGeom>
          <a:solidFill>
            <a:srgbClr val="B8C8CC"/>
          </a:solidFill>
          <a:ln w="0">
            <a:noFill/>
            <a:prstDash val="solid"/>
          </a:ln>
        </p:spPr>
      </p:sp>
    </p:spTree>
    <p:extLst>
      <p:ext uri="{BB962C8B-B14F-4D97-AF65-F5344CB8AC3E}">
        <p14:creationId xmlns:p14="http://schemas.microsoft.com/office/powerpoint/2010/main" val="127881283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矩形 33">
            <a:extLst>
              <a:ext uri="{FF2B5EF4-FFF2-40B4-BE49-F238E27FC236}">
                <a16:creationId xmlns:a16="http://schemas.microsoft.com/office/drawing/2014/main" id="{7DA7EFA6-106D-4B52-A9A5-EF329EFC60B8}"/>
              </a:ext>
            </a:extLst>
          </p:cNvPr>
          <p:cNvSpPr>
            <a:spLocks noGrp="1"/>
          </p:cNvSpPr>
          <p:nvPr/>
        </p:nvSpPr>
        <p:spPr>
          <a:xfrm>
            <a:off x="361950" y="219075"/>
            <a:ext cx="10382250" cy="2952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725" b="1">
                <a:solidFill>
                  <a:srgbClr val="26343C"/>
                </a:solidFill>
                <a:latin typeface="Noto Sans SC"/>
                <a:ea typeface="Noto Sans SC"/>
                <a:cs typeface="Noto Sans SC"/>
              </a:defRPr>
            </a:defPPr>
            <a:lvl1pPr algn="l">
              <a:defRPr sz="1725" b="1">
                <a:solidFill>
                  <a:srgbClr val="26343C"/>
                </a:solidFill>
                <a:latin typeface="Noto Sans SC"/>
                <a:ea typeface="Noto Sans SC"/>
                <a:cs typeface="Noto Sans SC"/>
              </a:defRPr>
            </a:lvl1pPr>
            <a:lvl2pPr algn="l">
              <a:defRPr sz="1725" b="1">
                <a:solidFill>
                  <a:srgbClr val="26343C"/>
                </a:solidFill>
                <a:latin typeface="Noto Sans SC"/>
                <a:ea typeface="Noto Sans SC"/>
                <a:cs typeface="Noto Sans SC"/>
              </a:defRPr>
            </a:lvl2pPr>
            <a:lvl3pPr algn="l">
              <a:defRPr sz="1725" b="1">
                <a:solidFill>
                  <a:srgbClr val="26343C"/>
                </a:solidFill>
                <a:latin typeface="Noto Sans SC"/>
                <a:ea typeface="Noto Sans SC"/>
                <a:cs typeface="Noto Sans SC"/>
              </a:defRPr>
            </a:lvl3pPr>
            <a:lvl4pPr algn="l">
              <a:defRPr sz="1725" b="1">
                <a:solidFill>
                  <a:srgbClr val="26343C"/>
                </a:solidFill>
                <a:latin typeface="Noto Sans SC"/>
                <a:ea typeface="Noto Sans SC"/>
                <a:cs typeface="Noto Sans SC"/>
              </a:defRPr>
            </a:lvl4pPr>
            <a:lvl5pPr algn="l">
              <a:defRPr sz="1725" b="1">
                <a:solidFill>
                  <a:srgbClr val="26343C"/>
                </a:solidFill>
                <a:latin typeface="Noto Sans SC"/>
                <a:ea typeface="Noto Sans SC"/>
                <a:cs typeface="Noto Sans SC"/>
              </a:defRPr>
            </a:lvl5pPr>
            <a:lvl6pPr algn="l">
              <a:defRPr sz="1725" b="1">
                <a:solidFill>
                  <a:srgbClr val="26343C"/>
                </a:solidFill>
                <a:latin typeface="Noto Sans SC"/>
                <a:ea typeface="Noto Sans SC"/>
                <a:cs typeface="Noto Sans SC"/>
              </a:defRPr>
            </a:lvl6pPr>
            <a:lvl7pPr algn="l">
              <a:defRPr sz="1725" b="1">
                <a:solidFill>
                  <a:srgbClr val="26343C"/>
                </a:solidFill>
                <a:latin typeface="Noto Sans SC"/>
                <a:ea typeface="Noto Sans SC"/>
                <a:cs typeface="Noto Sans SC"/>
              </a:defRPr>
            </a:lvl7pPr>
            <a:lvl8pPr algn="l">
              <a:defRPr sz="1725" b="1">
                <a:solidFill>
                  <a:srgbClr val="26343C"/>
                </a:solidFill>
                <a:latin typeface="Noto Sans SC"/>
                <a:ea typeface="Noto Sans SC"/>
                <a:cs typeface="Noto Sans SC"/>
              </a:defRPr>
            </a:lvl8pPr>
            <a:lvl9pPr algn="l">
              <a:defRPr sz="1725" b="1">
                <a:solidFill>
                  <a:srgbClr val="26343C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l">
              <a:lnSpc>
                <a:spcPct val="100000"/>
              </a:lnSpc>
              <a:buNone/>
              <a:defRPr sz="1725" b="1">
                <a:solidFill>
                  <a:srgbClr val="26343C"/>
                </a:solidFill>
                <a:latin typeface="Noto Sans SC"/>
                <a:ea typeface="Noto Sans SC"/>
                <a:cs typeface="Noto Sans SC"/>
              </a:defRPr>
            </a:pPr>
            <a:r>
              <a:rPr sz="1725" b="1">
                <a:solidFill>
                  <a:srgbClr val="26343C"/>
                </a:solidFill>
                <a:latin typeface="Noto Sans SC"/>
                <a:ea typeface="Noto Sans SC"/>
                <a:cs typeface="Noto Sans SC"/>
              </a:rPr>
              <a:t>02  /  研究边界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8D9C3A5C-3B35-4B01-8AEE-BEAA8BB2FB4E}"/>
              </a:ext>
            </a:extLst>
          </p:cNvPr>
          <p:cNvSpPr>
            <a:spLocks noGrp="1"/>
          </p:cNvSpPr>
          <p:nvPr/>
        </p:nvSpPr>
        <p:spPr>
          <a:xfrm>
            <a:off x="361950" y="609600"/>
            <a:ext cx="11468100" cy="66675"/>
          </a:xfrm>
          <a:prstGeom prst="rect">
            <a:avLst/>
          </a:prstGeom>
          <a:solidFill>
            <a:srgbClr val="A9BCC2"/>
          </a:solidFill>
          <a:ln w="0">
            <a:noFill/>
            <a:prstDash val="solid"/>
          </a:ln>
        </p:spPr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86A0D6FA-A5C2-46AD-97AC-A9FF23177C35}"/>
              </a:ext>
            </a:extLst>
          </p:cNvPr>
          <p:cNvSpPr>
            <a:spLocks noGrp="1"/>
          </p:cNvSpPr>
          <p:nvPr/>
        </p:nvSpPr>
        <p:spPr>
          <a:xfrm>
            <a:off x="609600" y="866775"/>
            <a:ext cx="10972800" cy="5429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775" b="1">
                <a:solidFill>
                  <a:srgbClr val="26343C"/>
                </a:solidFill>
                <a:latin typeface="Noto Sans SC"/>
                <a:ea typeface="Noto Sans SC"/>
                <a:cs typeface="Noto Sans SC"/>
              </a:defRPr>
            </a:defPPr>
            <a:lvl1pPr algn="l">
              <a:defRPr sz="2775" b="1">
                <a:solidFill>
                  <a:srgbClr val="26343C"/>
                </a:solidFill>
                <a:latin typeface="Noto Sans SC"/>
                <a:ea typeface="Noto Sans SC"/>
                <a:cs typeface="Noto Sans SC"/>
              </a:defRPr>
            </a:lvl1pPr>
            <a:lvl2pPr algn="l">
              <a:defRPr sz="2775" b="1">
                <a:solidFill>
                  <a:srgbClr val="26343C"/>
                </a:solidFill>
                <a:latin typeface="Noto Sans SC"/>
                <a:ea typeface="Noto Sans SC"/>
                <a:cs typeface="Noto Sans SC"/>
              </a:defRPr>
            </a:lvl2pPr>
            <a:lvl3pPr algn="l">
              <a:defRPr sz="2775" b="1">
                <a:solidFill>
                  <a:srgbClr val="26343C"/>
                </a:solidFill>
                <a:latin typeface="Noto Sans SC"/>
                <a:ea typeface="Noto Sans SC"/>
                <a:cs typeface="Noto Sans SC"/>
              </a:defRPr>
            </a:lvl3pPr>
            <a:lvl4pPr algn="l">
              <a:defRPr sz="2775" b="1">
                <a:solidFill>
                  <a:srgbClr val="26343C"/>
                </a:solidFill>
                <a:latin typeface="Noto Sans SC"/>
                <a:ea typeface="Noto Sans SC"/>
                <a:cs typeface="Noto Sans SC"/>
              </a:defRPr>
            </a:lvl4pPr>
            <a:lvl5pPr algn="l">
              <a:defRPr sz="2775" b="1">
                <a:solidFill>
                  <a:srgbClr val="26343C"/>
                </a:solidFill>
                <a:latin typeface="Noto Sans SC"/>
                <a:ea typeface="Noto Sans SC"/>
                <a:cs typeface="Noto Sans SC"/>
              </a:defRPr>
            </a:lvl5pPr>
            <a:lvl6pPr algn="l">
              <a:defRPr sz="2775" b="1">
                <a:solidFill>
                  <a:srgbClr val="26343C"/>
                </a:solidFill>
                <a:latin typeface="Noto Sans SC"/>
                <a:ea typeface="Noto Sans SC"/>
                <a:cs typeface="Noto Sans SC"/>
              </a:defRPr>
            </a:lvl6pPr>
            <a:lvl7pPr algn="l">
              <a:defRPr sz="2775" b="1">
                <a:solidFill>
                  <a:srgbClr val="26343C"/>
                </a:solidFill>
                <a:latin typeface="Noto Sans SC"/>
                <a:ea typeface="Noto Sans SC"/>
                <a:cs typeface="Noto Sans SC"/>
              </a:defRPr>
            </a:lvl7pPr>
            <a:lvl8pPr algn="l">
              <a:defRPr sz="2775" b="1">
                <a:solidFill>
                  <a:srgbClr val="26343C"/>
                </a:solidFill>
                <a:latin typeface="Noto Sans SC"/>
                <a:ea typeface="Noto Sans SC"/>
                <a:cs typeface="Noto Sans SC"/>
              </a:defRPr>
            </a:lvl8pPr>
            <a:lvl9pPr algn="l">
              <a:defRPr sz="2775" b="1">
                <a:solidFill>
                  <a:srgbClr val="26343C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l">
              <a:lnSpc>
                <a:spcPct val="100000"/>
              </a:lnSpc>
              <a:buNone/>
              <a:defRPr sz="2775" b="1">
                <a:solidFill>
                  <a:srgbClr val="26343C"/>
                </a:solidFill>
                <a:latin typeface="Noto Sans SC"/>
                <a:ea typeface="Noto Sans SC"/>
                <a:cs typeface="Noto Sans SC"/>
              </a:defRPr>
            </a:pPr>
            <a:r>
              <a:rPr sz="2775" b="1">
                <a:solidFill>
                  <a:srgbClr val="26343C"/>
                </a:solidFill>
                <a:latin typeface="Noto Sans SC"/>
                <a:ea typeface="Noto Sans SC"/>
                <a:cs typeface="Noto Sans SC"/>
              </a:rPr>
              <a:t>开题目标与当前预实验使用了不同的先验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29DDB1CC-D550-4889-9744-748D05D71148}"/>
              </a:ext>
            </a:extLst>
          </p:cNvPr>
          <p:cNvSpPr>
            <a:spLocks noGrp="1"/>
          </p:cNvSpPr>
          <p:nvPr/>
        </p:nvSpPr>
        <p:spPr>
          <a:xfrm>
            <a:off x="609600" y="6410325"/>
            <a:ext cx="10972800" cy="9525"/>
          </a:xfrm>
          <a:prstGeom prst="rect">
            <a:avLst/>
          </a:prstGeom>
          <a:solidFill>
            <a:srgbClr val="B8C8CC"/>
          </a:solidFill>
          <a:ln w="0">
            <a:noFill/>
            <a:prstDash val="solid"/>
          </a:ln>
        </p:spPr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2023E4E6-4751-49B0-8A0B-9B9C34CE9617}"/>
              </a:ext>
            </a:extLst>
          </p:cNvPr>
          <p:cNvSpPr>
            <a:spLocks noGrp="1"/>
          </p:cNvSpPr>
          <p:nvPr/>
        </p:nvSpPr>
        <p:spPr>
          <a:xfrm>
            <a:off x="11163300" y="6515100"/>
            <a:ext cx="409575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r">
              <a:defRPr sz="1050" b="0">
                <a:solidFill>
                  <a:srgbClr val="567F8B"/>
                </a:solidFill>
                <a:latin typeface="Georgia"/>
                <a:ea typeface="Georgia"/>
                <a:cs typeface="Georgia"/>
              </a:defRPr>
            </a:defPPr>
            <a:lvl1pPr algn="r">
              <a:defRPr sz="1050" b="0">
                <a:solidFill>
                  <a:srgbClr val="567F8B"/>
                </a:solidFill>
                <a:latin typeface="Georgia"/>
                <a:ea typeface="Georgia"/>
                <a:cs typeface="Georgia"/>
              </a:defRPr>
            </a:lvl1pPr>
            <a:lvl2pPr algn="r">
              <a:defRPr sz="1050" b="0">
                <a:solidFill>
                  <a:srgbClr val="567F8B"/>
                </a:solidFill>
                <a:latin typeface="Georgia"/>
                <a:ea typeface="Georgia"/>
                <a:cs typeface="Georgia"/>
              </a:defRPr>
            </a:lvl2pPr>
            <a:lvl3pPr algn="r">
              <a:defRPr sz="1050" b="0">
                <a:solidFill>
                  <a:srgbClr val="567F8B"/>
                </a:solidFill>
                <a:latin typeface="Georgia"/>
                <a:ea typeface="Georgia"/>
                <a:cs typeface="Georgia"/>
              </a:defRPr>
            </a:lvl3pPr>
            <a:lvl4pPr algn="r">
              <a:defRPr sz="1050" b="0">
                <a:solidFill>
                  <a:srgbClr val="567F8B"/>
                </a:solidFill>
                <a:latin typeface="Georgia"/>
                <a:ea typeface="Georgia"/>
                <a:cs typeface="Georgia"/>
              </a:defRPr>
            </a:lvl4pPr>
            <a:lvl5pPr algn="r">
              <a:defRPr sz="1050" b="0">
                <a:solidFill>
                  <a:srgbClr val="567F8B"/>
                </a:solidFill>
                <a:latin typeface="Georgia"/>
                <a:ea typeface="Georgia"/>
                <a:cs typeface="Georgia"/>
              </a:defRPr>
            </a:lvl5pPr>
            <a:lvl6pPr algn="r">
              <a:defRPr sz="1050" b="0">
                <a:solidFill>
                  <a:srgbClr val="567F8B"/>
                </a:solidFill>
                <a:latin typeface="Georgia"/>
                <a:ea typeface="Georgia"/>
                <a:cs typeface="Georgia"/>
              </a:defRPr>
            </a:lvl6pPr>
            <a:lvl7pPr algn="r">
              <a:defRPr sz="1050" b="0">
                <a:solidFill>
                  <a:srgbClr val="567F8B"/>
                </a:solidFill>
                <a:latin typeface="Georgia"/>
                <a:ea typeface="Georgia"/>
                <a:cs typeface="Georgia"/>
              </a:defRPr>
            </a:lvl7pPr>
            <a:lvl8pPr algn="r">
              <a:defRPr sz="1050" b="0">
                <a:solidFill>
                  <a:srgbClr val="567F8B"/>
                </a:solidFill>
                <a:latin typeface="Georgia"/>
                <a:ea typeface="Georgia"/>
                <a:cs typeface="Georgia"/>
              </a:defRPr>
            </a:lvl8pPr>
            <a:lvl9pPr algn="r">
              <a:defRPr sz="1050" b="0">
                <a:solidFill>
                  <a:srgbClr val="567F8B"/>
                </a:solidFill>
                <a:latin typeface="Georgia"/>
                <a:ea typeface="Georgia"/>
                <a:cs typeface="Georgia"/>
              </a:defRPr>
            </a:lvl9pPr>
          </a:lstStyle>
          <a:p>
            <a:pPr algn="r">
              <a:lnSpc>
                <a:spcPct val="100000"/>
              </a:lnSpc>
              <a:buNone/>
              <a:defRPr sz="1050" b="0">
                <a:solidFill>
                  <a:srgbClr val="567F8B"/>
                </a:solidFill>
                <a:latin typeface="Georgia"/>
                <a:ea typeface="Georgia"/>
                <a:cs typeface="Georgia"/>
              </a:defRPr>
            </a:pPr>
            <a:r>
              <a:rPr lang="en-US" altLang="zh-CN" sz="1050" b="0">
                <a:solidFill>
                  <a:srgbClr val="567F8B"/>
                </a:solidFill>
                <a:latin typeface="Georgia"/>
                <a:ea typeface="Georgia"/>
                <a:cs typeface="Georgia"/>
              </a:rPr>
              <a:t>03</a:t>
            </a:r>
            <a:endParaRPr sz="1050" b="0">
              <a:solidFill>
                <a:srgbClr val="567F8B"/>
              </a:solidFill>
              <a:latin typeface="Georgia"/>
              <a:ea typeface="Georgia"/>
              <a:cs typeface="Georgia"/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1C83750C-870C-454A-B537-2638CB7F5AC3}"/>
              </a:ext>
            </a:extLst>
          </p:cNvPr>
          <p:cNvSpPr>
            <a:spLocks noGrp="1"/>
          </p:cNvSpPr>
          <p:nvPr/>
        </p:nvSpPr>
        <p:spPr>
          <a:xfrm>
            <a:off x="666750" y="2143125"/>
            <a:ext cx="43815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950" b="0">
                <a:solidFill>
                  <a:srgbClr val="567F8B"/>
                </a:solidFill>
                <a:latin typeface="Noto Sans SC"/>
                <a:ea typeface="Noto Sans SC"/>
                <a:cs typeface="Noto Sans SC"/>
              </a:defRPr>
            </a:defPPr>
            <a:lvl1pPr algn="l">
              <a:defRPr sz="1950" b="0">
                <a:solidFill>
                  <a:srgbClr val="567F8B"/>
                </a:solidFill>
                <a:latin typeface="Noto Sans SC"/>
                <a:ea typeface="Noto Sans SC"/>
                <a:cs typeface="Noto Sans SC"/>
              </a:defRPr>
            </a:lvl1pPr>
            <a:lvl2pPr algn="l">
              <a:defRPr sz="1950" b="0">
                <a:solidFill>
                  <a:srgbClr val="567F8B"/>
                </a:solidFill>
                <a:latin typeface="Noto Sans SC"/>
                <a:ea typeface="Noto Sans SC"/>
                <a:cs typeface="Noto Sans SC"/>
              </a:defRPr>
            </a:lvl2pPr>
            <a:lvl3pPr algn="l">
              <a:defRPr sz="1950" b="0">
                <a:solidFill>
                  <a:srgbClr val="567F8B"/>
                </a:solidFill>
                <a:latin typeface="Noto Sans SC"/>
                <a:ea typeface="Noto Sans SC"/>
                <a:cs typeface="Noto Sans SC"/>
              </a:defRPr>
            </a:lvl3pPr>
            <a:lvl4pPr algn="l">
              <a:defRPr sz="1950" b="0">
                <a:solidFill>
                  <a:srgbClr val="567F8B"/>
                </a:solidFill>
                <a:latin typeface="Noto Sans SC"/>
                <a:ea typeface="Noto Sans SC"/>
                <a:cs typeface="Noto Sans SC"/>
              </a:defRPr>
            </a:lvl4pPr>
            <a:lvl5pPr algn="l">
              <a:defRPr sz="1950" b="0">
                <a:solidFill>
                  <a:srgbClr val="567F8B"/>
                </a:solidFill>
                <a:latin typeface="Noto Sans SC"/>
                <a:ea typeface="Noto Sans SC"/>
                <a:cs typeface="Noto Sans SC"/>
              </a:defRPr>
            </a:lvl5pPr>
            <a:lvl6pPr algn="l">
              <a:defRPr sz="1950" b="0">
                <a:solidFill>
                  <a:srgbClr val="567F8B"/>
                </a:solidFill>
                <a:latin typeface="Noto Sans SC"/>
                <a:ea typeface="Noto Sans SC"/>
                <a:cs typeface="Noto Sans SC"/>
              </a:defRPr>
            </a:lvl6pPr>
            <a:lvl7pPr algn="l">
              <a:defRPr sz="1950" b="0">
                <a:solidFill>
                  <a:srgbClr val="567F8B"/>
                </a:solidFill>
                <a:latin typeface="Noto Sans SC"/>
                <a:ea typeface="Noto Sans SC"/>
                <a:cs typeface="Noto Sans SC"/>
              </a:defRPr>
            </a:lvl7pPr>
            <a:lvl8pPr algn="l">
              <a:defRPr sz="1950" b="0">
                <a:solidFill>
                  <a:srgbClr val="567F8B"/>
                </a:solidFill>
                <a:latin typeface="Noto Sans SC"/>
                <a:ea typeface="Noto Sans SC"/>
                <a:cs typeface="Noto Sans SC"/>
              </a:defRPr>
            </a:lvl8pPr>
            <a:lvl9pPr algn="l">
              <a:defRPr sz="1950" b="0">
                <a:solidFill>
                  <a:srgbClr val="567F8B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l">
              <a:lnSpc>
                <a:spcPct val="100000"/>
              </a:lnSpc>
              <a:buNone/>
              <a:defRPr sz="1950" b="0">
                <a:solidFill>
                  <a:srgbClr val="567F8B"/>
                </a:solidFill>
                <a:latin typeface="Noto Sans SC"/>
                <a:ea typeface="Noto Sans SC"/>
                <a:cs typeface="Noto Sans SC"/>
              </a:defRPr>
            </a:pPr>
            <a:r>
              <a:rPr sz="1950" b="0">
                <a:solidFill>
                  <a:srgbClr val="567F8B"/>
                </a:solidFill>
                <a:latin typeface="Noto Sans SC"/>
                <a:ea typeface="Noto Sans SC"/>
                <a:cs typeface="Noto Sans SC"/>
              </a:rPr>
              <a:t>开题报告的主任务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7C7FCDCD-A6E7-495B-9A57-834CFB0FDC76}"/>
              </a:ext>
            </a:extLst>
          </p:cNvPr>
          <p:cNvSpPr>
            <a:spLocks noGrp="1"/>
          </p:cNvSpPr>
          <p:nvPr/>
        </p:nvSpPr>
        <p:spPr>
          <a:xfrm>
            <a:off x="6477000" y="2143125"/>
            <a:ext cx="47625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950" b="0">
                <a:solidFill>
                  <a:srgbClr val="9C6759"/>
                </a:solidFill>
                <a:latin typeface="Noto Sans SC"/>
                <a:ea typeface="Noto Sans SC"/>
                <a:cs typeface="Noto Sans SC"/>
              </a:defRPr>
            </a:defPPr>
            <a:lvl1pPr algn="l">
              <a:defRPr sz="1950" b="0">
                <a:solidFill>
                  <a:srgbClr val="9C6759"/>
                </a:solidFill>
                <a:latin typeface="Noto Sans SC"/>
                <a:ea typeface="Noto Sans SC"/>
                <a:cs typeface="Noto Sans SC"/>
              </a:defRPr>
            </a:lvl1pPr>
            <a:lvl2pPr algn="l">
              <a:defRPr sz="1950" b="0">
                <a:solidFill>
                  <a:srgbClr val="9C6759"/>
                </a:solidFill>
                <a:latin typeface="Noto Sans SC"/>
                <a:ea typeface="Noto Sans SC"/>
                <a:cs typeface="Noto Sans SC"/>
              </a:defRPr>
            </a:lvl2pPr>
            <a:lvl3pPr algn="l">
              <a:defRPr sz="1950" b="0">
                <a:solidFill>
                  <a:srgbClr val="9C6759"/>
                </a:solidFill>
                <a:latin typeface="Noto Sans SC"/>
                <a:ea typeface="Noto Sans SC"/>
                <a:cs typeface="Noto Sans SC"/>
              </a:defRPr>
            </a:lvl3pPr>
            <a:lvl4pPr algn="l">
              <a:defRPr sz="1950" b="0">
                <a:solidFill>
                  <a:srgbClr val="9C6759"/>
                </a:solidFill>
                <a:latin typeface="Noto Sans SC"/>
                <a:ea typeface="Noto Sans SC"/>
                <a:cs typeface="Noto Sans SC"/>
              </a:defRPr>
            </a:lvl4pPr>
            <a:lvl5pPr algn="l">
              <a:defRPr sz="1950" b="0">
                <a:solidFill>
                  <a:srgbClr val="9C6759"/>
                </a:solidFill>
                <a:latin typeface="Noto Sans SC"/>
                <a:ea typeface="Noto Sans SC"/>
                <a:cs typeface="Noto Sans SC"/>
              </a:defRPr>
            </a:lvl5pPr>
            <a:lvl6pPr algn="l">
              <a:defRPr sz="1950" b="0">
                <a:solidFill>
                  <a:srgbClr val="9C6759"/>
                </a:solidFill>
                <a:latin typeface="Noto Sans SC"/>
                <a:ea typeface="Noto Sans SC"/>
                <a:cs typeface="Noto Sans SC"/>
              </a:defRPr>
            </a:lvl6pPr>
            <a:lvl7pPr algn="l">
              <a:defRPr sz="1950" b="0">
                <a:solidFill>
                  <a:srgbClr val="9C6759"/>
                </a:solidFill>
                <a:latin typeface="Noto Sans SC"/>
                <a:ea typeface="Noto Sans SC"/>
                <a:cs typeface="Noto Sans SC"/>
              </a:defRPr>
            </a:lvl7pPr>
            <a:lvl8pPr algn="l">
              <a:defRPr sz="1950" b="0">
                <a:solidFill>
                  <a:srgbClr val="9C6759"/>
                </a:solidFill>
                <a:latin typeface="Noto Sans SC"/>
                <a:ea typeface="Noto Sans SC"/>
                <a:cs typeface="Noto Sans SC"/>
              </a:defRPr>
            </a:lvl8pPr>
            <a:lvl9pPr algn="l">
              <a:defRPr sz="1950" b="0">
                <a:solidFill>
                  <a:srgbClr val="9C6759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l">
              <a:lnSpc>
                <a:spcPct val="100000"/>
              </a:lnSpc>
              <a:buNone/>
              <a:defRPr sz="1950" b="0">
                <a:solidFill>
                  <a:srgbClr val="9C6759"/>
                </a:solidFill>
                <a:latin typeface="Noto Sans SC"/>
                <a:ea typeface="Noto Sans SC"/>
                <a:cs typeface="Noto Sans SC"/>
              </a:defRPr>
            </a:pPr>
            <a:r>
              <a:rPr sz="1950" b="0">
                <a:solidFill>
                  <a:srgbClr val="9C6759"/>
                </a:solidFill>
                <a:latin typeface="Noto Sans SC"/>
                <a:ea typeface="Noto Sans SC"/>
                <a:cs typeface="Noto Sans SC"/>
              </a:rPr>
              <a:t>当前 LoD3 预实验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EDF95546-C640-4FEB-A538-FEA8B3255A3F}"/>
              </a:ext>
            </a:extLst>
          </p:cNvPr>
          <p:cNvSpPr>
            <a:spLocks noGrp="1"/>
          </p:cNvSpPr>
          <p:nvPr/>
        </p:nvSpPr>
        <p:spPr>
          <a:xfrm>
            <a:off x="5981700" y="2143125"/>
            <a:ext cx="9525" cy="3219450"/>
          </a:xfrm>
          <a:prstGeom prst="rect">
            <a:avLst/>
          </a:prstGeom>
          <a:solidFill>
            <a:srgbClr val="B8C8CC"/>
          </a:solidFill>
          <a:ln w="0">
            <a:noFill/>
            <a:prstDash val="solid"/>
          </a:ln>
        </p:spPr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992BE293-A5D6-4099-B614-1A3DB2FDF81B}"/>
              </a:ext>
            </a:extLst>
          </p:cNvPr>
          <p:cNvSpPr>
            <a:spLocks noGrp="1"/>
          </p:cNvSpPr>
          <p:nvPr/>
        </p:nvSpPr>
        <p:spPr>
          <a:xfrm>
            <a:off x="666750" y="2867025"/>
            <a:ext cx="762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275" b="1">
                <a:solidFill>
                  <a:srgbClr val="5F7078"/>
                </a:solidFill>
                <a:latin typeface="Noto Sans SC"/>
                <a:ea typeface="Noto Sans SC"/>
                <a:cs typeface="Noto Sans SC"/>
              </a:defRPr>
            </a:defPPr>
            <a:lvl1pPr algn="l">
              <a:defRPr sz="1275" b="1">
                <a:solidFill>
                  <a:srgbClr val="5F7078"/>
                </a:solidFill>
                <a:latin typeface="Noto Sans SC"/>
                <a:ea typeface="Noto Sans SC"/>
                <a:cs typeface="Noto Sans SC"/>
              </a:defRPr>
            </a:lvl1pPr>
            <a:lvl2pPr algn="l">
              <a:defRPr sz="1275" b="1">
                <a:solidFill>
                  <a:srgbClr val="5F7078"/>
                </a:solidFill>
                <a:latin typeface="Noto Sans SC"/>
                <a:ea typeface="Noto Sans SC"/>
                <a:cs typeface="Noto Sans SC"/>
              </a:defRPr>
            </a:lvl2pPr>
            <a:lvl3pPr algn="l">
              <a:defRPr sz="1275" b="1">
                <a:solidFill>
                  <a:srgbClr val="5F7078"/>
                </a:solidFill>
                <a:latin typeface="Noto Sans SC"/>
                <a:ea typeface="Noto Sans SC"/>
                <a:cs typeface="Noto Sans SC"/>
              </a:defRPr>
            </a:lvl3pPr>
            <a:lvl4pPr algn="l">
              <a:defRPr sz="1275" b="1">
                <a:solidFill>
                  <a:srgbClr val="5F7078"/>
                </a:solidFill>
                <a:latin typeface="Noto Sans SC"/>
                <a:ea typeface="Noto Sans SC"/>
                <a:cs typeface="Noto Sans SC"/>
              </a:defRPr>
            </a:lvl4pPr>
            <a:lvl5pPr algn="l">
              <a:defRPr sz="1275" b="1">
                <a:solidFill>
                  <a:srgbClr val="5F7078"/>
                </a:solidFill>
                <a:latin typeface="Noto Sans SC"/>
                <a:ea typeface="Noto Sans SC"/>
                <a:cs typeface="Noto Sans SC"/>
              </a:defRPr>
            </a:lvl5pPr>
            <a:lvl6pPr algn="l">
              <a:defRPr sz="1275" b="1">
                <a:solidFill>
                  <a:srgbClr val="5F7078"/>
                </a:solidFill>
                <a:latin typeface="Noto Sans SC"/>
                <a:ea typeface="Noto Sans SC"/>
                <a:cs typeface="Noto Sans SC"/>
              </a:defRPr>
            </a:lvl6pPr>
            <a:lvl7pPr algn="l">
              <a:defRPr sz="1275" b="1">
                <a:solidFill>
                  <a:srgbClr val="5F7078"/>
                </a:solidFill>
                <a:latin typeface="Noto Sans SC"/>
                <a:ea typeface="Noto Sans SC"/>
                <a:cs typeface="Noto Sans SC"/>
              </a:defRPr>
            </a:lvl7pPr>
            <a:lvl8pPr algn="l">
              <a:defRPr sz="1275" b="1">
                <a:solidFill>
                  <a:srgbClr val="5F7078"/>
                </a:solidFill>
                <a:latin typeface="Noto Sans SC"/>
                <a:ea typeface="Noto Sans SC"/>
                <a:cs typeface="Noto Sans SC"/>
              </a:defRPr>
            </a:lvl8pPr>
            <a:lvl9pPr algn="l">
              <a:defRPr sz="1275" b="1">
                <a:solidFill>
                  <a:srgbClr val="5F7078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l">
              <a:lnSpc>
                <a:spcPct val="100000"/>
              </a:lnSpc>
              <a:buNone/>
              <a:defRPr sz="1275" b="1">
                <a:solidFill>
                  <a:srgbClr val="5F7078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1">
                <a:solidFill>
                  <a:srgbClr val="5F7078"/>
                </a:solidFill>
                <a:latin typeface="Noto Sans SC"/>
                <a:ea typeface="Noto Sans SC"/>
                <a:cs typeface="Noto Sans SC"/>
              </a:rPr>
              <a:t>输入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8228B2DF-C098-4E9C-9433-E6FD3C5F2CCF}"/>
              </a:ext>
            </a:extLst>
          </p:cNvPr>
          <p:cNvSpPr>
            <a:spLocks noGrp="1"/>
          </p:cNvSpPr>
          <p:nvPr/>
        </p:nvSpPr>
        <p:spPr>
          <a:xfrm>
            <a:off x="1428750" y="2867025"/>
            <a:ext cx="4324350" cy="5429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350" b="0">
                <a:solidFill>
                  <a:srgbClr val="26343C"/>
                </a:solidFill>
                <a:latin typeface="Noto Sans SC"/>
                <a:ea typeface="Noto Sans SC"/>
                <a:cs typeface="Noto Sans SC"/>
              </a:defRPr>
            </a:defPPr>
            <a:lvl1pPr algn="l">
              <a:defRPr sz="1350" b="0">
                <a:solidFill>
                  <a:srgbClr val="26343C"/>
                </a:solidFill>
                <a:latin typeface="Noto Sans SC"/>
                <a:ea typeface="Noto Sans SC"/>
                <a:cs typeface="Noto Sans SC"/>
              </a:defRPr>
            </a:lvl1pPr>
            <a:lvl2pPr algn="l">
              <a:defRPr sz="1350" b="0">
                <a:solidFill>
                  <a:srgbClr val="26343C"/>
                </a:solidFill>
                <a:latin typeface="Noto Sans SC"/>
                <a:ea typeface="Noto Sans SC"/>
                <a:cs typeface="Noto Sans SC"/>
              </a:defRPr>
            </a:lvl2pPr>
            <a:lvl3pPr algn="l">
              <a:defRPr sz="1350" b="0">
                <a:solidFill>
                  <a:srgbClr val="26343C"/>
                </a:solidFill>
                <a:latin typeface="Noto Sans SC"/>
                <a:ea typeface="Noto Sans SC"/>
                <a:cs typeface="Noto Sans SC"/>
              </a:defRPr>
            </a:lvl3pPr>
            <a:lvl4pPr algn="l">
              <a:defRPr sz="1350" b="0">
                <a:solidFill>
                  <a:srgbClr val="26343C"/>
                </a:solidFill>
                <a:latin typeface="Noto Sans SC"/>
                <a:ea typeface="Noto Sans SC"/>
                <a:cs typeface="Noto Sans SC"/>
              </a:defRPr>
            </a:lvl4pPr>
            <a:lvl5pPr algn="l">
              <a:defRPr sz="1350" b="0">
                <a:solidFill>
                  <a:srgbClr val="26343C"/>
                </a:solidFill>
                <a:latin typeface="Noto Sans SC"/>
                <a:ea typeface="Noto Sans SC"/>
                <a:cs typeface="Noto Sans SC"/>
              </a:defRPr>
            </a:lvl5pPr>
            <a:lvl6pPr algn="l">
              <a:defRPr sz="1350" b="0">
                <a:solidFill>
                  <a:srgbClr val="26343C"/>
                </a:solidFill>
                <a:latin typeface="Noto Sans SC"/>
                <a:ea typeface="Noto Sans SC"/>
                <a:cs typeface="Noto Sans SC"/>
              </a:defRPr>
            </a:lvl6pPr>
            <a:lvl7pPr algn="l">
              <a:defRPr sz="1350" b="0">
                <a:solidFill>
                  <a:srgbClr val="26343C"/>
                </a:solidFill>
                <a:latin typeface="Noto Sans SC"/>
                <a:ea typeface="Noto Sans SC"/>
                <a:cs typeface="Noto Sans SC"/>
              </a:defRPr>
            </a:lvl7pPr>
            <a:lvl8pPr algn="l">
              <a:defRPr sz="1350" b="0">
                <a:solidFill>
                  <a:srgbClr val="26343C"/>
                </a:solidFill>
                <a:latin typeface="Noto Sans SC"/>
                <a:ea typeface="Noto Sans SC"/>
                <a:cs typeface="Noto Sans SC"/>
              </a:defRPr>
            </a:lvl8pPr>
            <a:lvl9pPr algn="l">
              <a:defRPr sz="1350" b="0">
                <a:solidFill>
                  <a:srgbClr val="26343C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l">
              <a:lnSpc>
                <a:spcPct val="100000"/>
              </a:lnSpc>
              <a:buNone/>
              <a:defRPr sz="1350" b="0">
                <a:solidFill>
                  <a:srgbClr val="26343C"/>
                </a:solidFill>
                <a:latin typeface="Noto Sans SC"/>
                <a:ea typeface="Noto Sans SC"/>
                <a:cs typeface="Noto Sans SC"/>
              </a:defRPr>
            </a:pPr>
            <a:r>
              <a:rPr sz="1350" b="0">
                <a:solidFill>
                  <a:srgbClr val="26343C"/>
                </a:solidFill>
                <a:latin typeface="Noto Sans SC"/>
                <a:ea typeface="Noto Sans SC"/>
                <a:cs typeface="Noto Sans SC"/>
              </a:rPr>
              <a:t>街景照片、粗 GPS／航向／FoV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97CB45AF-FC95-420D-8397-9303C8CC9EA0}"/>
              </a:ext>
            </a:extLst>
          </p:cNvPr>
          <p:cNvSpPr>
            <a:spLocks noGrp="1"/>
          </p:cNvSpPr>
          <p:nvPr/>
        </p:nvSpPr>
        <p:spPr>
          <a:xfrm>
            <a:off x="6477000" y="2867025"/>
            <a:ext cx="762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275" b="1">
                <a:solidFill>
                  <a:srgbClr val="5F7078"/>
                </a:solidFill>
                <a:latin typeface="Noto Sans SC"/>
                <a:ea typeface="Noto Sans SC"/>
                <a:cs typeface="Noto Sans SC"/>
              </a:defRPr>
            </a:defPPr>
            <a:lvl1pPr algn="l">
              <a:defRPr sz="1275" b="1">
                <a:solidFill>
                  <a:srgbClr val="5F7078"/>
                </a:solidFill>
                <a:latin typeface="Noto Sans SC"/>
                <a:ea typeface="Noto Sans SC"/>
                <a:cs typeface="Noto Sans SC"/>
              </a:defRPr>
            </a:lvl1pPr>
            <a:lvl2pPr algn="l">
              <a:defRPr sz="1275" b="1">
                <a:solidFill>
                  <a:srgbClr val="5F7078"/>
                </a:solidFill>
                <a:latin typeface="Noto Sans SC"/>
                <a:ea typeface="Noto Sans SC"/>
                <a:cs typeface="Noto Sans SC"/>
              </a:defRPr>
            </a:lvl2pPr>
            <a:lvl3pPr algn="l">
              <a:defRPr sz="1275" b="1">
                <a:solidFill>
                  <a:srgbClr val="5F7078"/>
                </a:solidFill>
                <a:latin typeface="Noto Sans SC"/>
                <a:ea typeface="Noto Sans SC"/>
                <a:cs typeface="Noto Sans SC"/>
              </a:defRPr>
            </a:lvl3pPr>
            <a:lvl4pPr algn="l">
              <a:defRPr sz="1275" b="1">
                <a:solidFill>
                  <a:srgbClr val="5F7078"/>
                </a:solidFill>
                <a:latin typeface="Noto Sans SC"/>
                <a:ea typeface="Noto Sans SC"/>
                <a:cs typeface="Noto Sans SC"/>
              </a:defRPr>
            </a:lvl4pPr>
            <a:lvl5pPr algn="l">
              <a:defRPr sz="1275" b="1">
                <a:solidFill>
                  <a:srgbClr val="5F7078"/>
                </a:solidFill>
                <a:latin typeface="Noto Sans SC"/>
                <a:ea typeface="Noto Sans SC"/>
                <a:cs typeface="Noto Sans SC"/>
              </a:defRPr>
            </a:lvl5pPr>
            <a:lvl6pPr algn="l">
              <a:defRPr sz="1275" b="1">
                <a:solidFill>
                  <a:srgbClr val="5F7078"/>
                </a:solidFill>
                <a:latin typeface="Noto Sans SC"/>
                <a:ea typeface="Noto Sans SC"/>
                <a:cs typeface="Noto Sans SC"/>
              </a:defRPr>
            </a:lvl6pPr>
            <a:lvl7pPr algn="l">
              <a:defRPr sz="1275" b="1">
                <a:solidFill>
                  <a:srgbClr val="5F7078"/>
                </a:solidFill>
                <a:latin typeface="Noto Sans SC"/>
                <a:ea typeface="Noto Sans SC"/>
                <a:cs typeface="Noto Sans SC"/>
              </a:defRPr>
            </a:lvl7pPr>
            <a:lvl8pPr algn="l">
              <a:defRPr sz="1275" b="1">
                <a:solidFill>
                  <a:srgbClr val="5F7078"/>
                </a:solidFill>
                <a:latin typeface="Noto Sans SC"/>
                <a:ea typeface="Noto Sans SC"/>
                <a:cs typeface="Noto Sans SC"/>
              </a:defRPr>
            </a:lvl8pPr>
            <a:lvl9pPr algn="l">
              <a:defRPr sz="1275" b="1">
                <a:solidFill>
                  <a:srgbClr val="5F7078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l">
              <a:lnSpc>
                <a:spcPct val="100000"/>
              </a:lnSpc>
              <a:buNone/>
              <a:defRPr sz="1275" b="1">
                <a:solidFill>
                  <a:srgbClr val="5F7078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1">
                <a:solidFill>
                  <a:srgbClr val="5F7078"/>
                </a:solidFill>
                <a:latin typeface="Noto Sans SC"/>
                <a:ea typeface="Noto Sans SC"/>
                <a:cs typeface="Noto Sans SC"/>
              </a:rPr>
              <a:t>输入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FFB8B61F-1CDD-44FC-80B1-78AA91F2BBFF}"/>
              </a:ext>
            </a:extLst>
          </p:cNvPr>
          <p:cNvSpPr>
            <a:spLocks noGrp="1"/>
          </p:cNvSpPr>
          <p:nvPr/>
        </p:nvSpPr>
        <p:spPr>
          <a:xfrm>
            <a:off x="7239000" y="2867025"/>
            <a:ext cx="4000500" cy="5429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350" b="0">
                <a:solidFill>
                  <a:srgbClr val="26343C"/>
                </a:solidFill>
                <a:latin typeface="Noto Sans SC"/>
                <a:ea typeface="Noto Sans SC"/>
                <a:cs typeface="Noto Sans SC"/>
              </a:defRPr>
            </a:defPPr>
            <a:lvl1pPr algn="l">
              <a:defRPr sz="1350" b="0">
                <a:solidFill>
                  <a:srgbClr val="26343C"/>
                </a:solidFill>
                <a:latin typeface="Noto Sans SC"/>
                <a:ea typeface="Noto Sans SC"/>
                <a:cs typeface="Noto Sans SC"/>
              </a:defRPr>
            </a:lvl1pPr>
            <a:lvl2pPr algn="l">
              <a:defRPr sz="1350" b="0">
                <a:solidFill>
                  <a:srgbClr val="26343C"/>
                </a:solidFill>
                <a:latin typeface="Noto Sans SC"/>
                <a:ea typeface="Noto Sans SC"/>
                <a:cs typeface="Noto Sans SC"/>
              </a:defRPr>
            </a:lvl2pPr>
            <a:lvl3pPr algn="l">
              <a:defRPr sz="1350" b="0">
                <a:solidFill>
                  <a:srgbClr val="26343C"/>
                </a:solidFill>
                <a:latin typeface="Noto Sans SC"/>
                <a:ea typeface="Noto Sans SC"/>
                <a:cs typeface="Noto Sans SC"/>
              </a:defRPr>
            </a:lvl3pPr>
            <a:lvl4pPr algn="l">
              <a:defRPr sz="1350" b="0">
                <a:solidFill>
                  <a:srgbClr val="26343C"/>
                </a:solidFill>
                <a:latin typeface="Noto Sans SC"/>
                <a:ea typeface="Noto Sans SC"/>
                <a:cs typeface="Noto Sans SC"/>
              </a:defRPr>
            </a:lvl4pPr>
            <a:lvl5pPr algn="l">
              <a:defRPr sz="1350" b="0">
                <a:solidFill>
                  <a:srgbClr val="26343C"/>
                </a:solidFill>
                <a:latin typeface="Noto Sans SC"/>
                <a:ea typeface="Noto Sans SC"/>
                <a:cs typeface="Noto Sans SC"/>
              </a:defRPr>
            </a:lvl5pPr>
            <a:lvl6pPr algn="l">
              <a:defRPr sz="1350" b="0">
                <a:solidFill>
                  <a:srgbClr val="26343C"/>
                </a:solidFill>
                <a:latin typeface="Noto Sans SC"/>
                <a:ea typeface="Noto Sans SC"/>
                <a:cs typeface="Noto Sans SC"/>
              </a:defRPr>
            </a:lvl6pPr>
            <a:lvl7pPr algn="l">
              <a:defRPr sz="1350" b="0">
                <a:solidFill>
                  <a:srgbClr val="26343C"/>
                </a:solidFill>
                <a:latin typeface="Noto Sans SC"/>
                <a:ea typeface="Noto Sans SC"/>
                <a:cs typeface="Noto Sans SC"/>
              </a:defRPr>
            </a:lvl7pPr>
            <a:lvl8pPr algn="l">
              <a:defRPr sz="1350" b="0">
                <a:solidFill>
                  <a:srgbClr val="26343C"/>
                </a:solidFill>
                <a:latin typeface="Noto Sans SC"/>
                <a:ea typeface="Noto Sans SC"/>
                <a:cs typeface="Noto Sans SC"/>
              </a:defRPr>
            </a:lvl8pPr>
            <a:lvl9pPr algn="l">
              <a:defRPr sz="1350" b="0">
                <a:solidFill>
                  <a:srgbClr val="26343C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l">
              <a:lnSpc>
                <a:spcPct val="100000"/>
              </a:lnSpc>
              <a:buNone/>
              <a:defRPr sz="1350" b="0">
                <a:solidFill>
                  <a:srgbClr val="26343C"/>
                </a:solidFill>
                <a:latin typeface="Noto Sans SC"/>
                <a:ea typeface="Noto Sans SC"/>
                <a:cs typeface="Noto Sans SC"/>
              </a:defRPr>
            </a:pPr>
            <a:r>
              <a:rPr sz="1350" b="0">
                <a:solidFill>
                  <a:srgbClr val="26343C"/>
                </a:solidFill>
                <a:latin typeface="Noto Sans SC"/>
                <a:ea typeface="Noto Sans SC"/>
                <a:cs typeface="Noto Sans SC"/>
              </a:rPr>
              <a:t>17 张裁切立面照片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8E9044FD-4415-4BFC-B884-EBBCE3A11E8E}"/>
              </a:ext>
            </a:extLst>
          </p:cNvPr>
          <p:cNvSpPr>
            <a:spLocks noGrp="1"/>
          </p:cNvSpPr>
          <p:nvPr/>
        </p:nvSpPr>
        <p:spPr>
          <a:xfrm>
            <a:off x="666750" y="3362325"/>
            <a:ext cx="5048250" cy="9525"/>
          </a:xfrm>
          <a:prstGeom prst="rect">
            <a:avLst/>
          </a:prstGeom>
          <a:solidFill>
            <a:srgbClr val="B8C8CC"/>
          </a:solidFill>
          <a:ln w="0">
            <a:noFill/>
            <a:prstDash val="solid"/>
          </a:ln>
        </p:spPr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58AF39A9-1563-4314-BEC5-B9A574019962}"/>
              </a:ext>
            </a:extLst>
          </p:cNvPr>
          <p:cNvSpPr>
            <a:spLocks noGrp="1"/>
          </p:cNvSpPr>
          <p:nvPr/>
        </p:nvSpPr>
        <p:spPr>
          <a:xfrm>
            <a:off x="6477000" y="3362325"/>
            <a:ext cx="4762500" cy="9525"/>
          </a:xfrm>
          <a:prstGeom prst="rect">
            <a:avLst/>
          </a:prstGeom>
          <a:solidFill>
            <a:srgbClr val="B8C8CC"/>
          </a:solidFill>
          <a:ln w="0">
            <a:noFill/>
            <a:prstDash val="solid"/>
          </a:ln>
        </p:spPr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252C4E15-FEEA-4748-ADD2-D8B3DD00D7B2}"/>
              </a:ext>
            </a:extLst>
          </p:cNvPr>
          <p:cNvSpPr>
            <a:spLocks noGrp="1"/>
          </p:cNvSpPr>
          <p:nvPr/>
        </p:nvSpPr>
        <p:spPr>
          <a:xfrm>
            <a:off x="666750" y="3505200"/>
            <a:ext cx="762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275" b="1">
                <a:solidFill>
                  <a:srgbClr val="5F7078"/>
                </a:solidFill>
                <a:latin typeface="Noto Sans SC"/>
                <a:ea typeface="Noto Sans SC"/>
                <a:cs typeface="Noto Sans SC"/>
              </a:defRPr>
            </a:defPPr>
            <a:lvl1pPr algn="l">
              <a:defRPr sz="1275" b="1">
                <a:solidFill>
                  <a:srgbClr val="5F7078"/>
                </a:solidFill>
                <a:latin typeface="Noto Sans SC"/>
                <a:ea typeface="Noto Sans SC"/>
                <a:cs typeface="Noto Sans SC"/>
              </a:defRPr>
            </a:lvl1pPr>
            <a:lvl2pPr algn="l">
              <a:defRPr sz="1275" b="1">
                <a:solidFill>
                  <a:srgbClr val="5F7078"/>
                </a:solidFill>
                <a:latin typeface="Noto Sans SC"/>
                <a:ea typeface="Noto Sans SC"/>
                <a:cs typeface="Noto Sans SC"/>
              </a:defRPr>
            </a:lvl2pPr>
            <a:lvl3pPr algn="l">
              <a:defRPr sz="1275" b="1">
                <a:solidFill>
                  <a:srgbClr val="5F7078"/>
                </a:solidFill>
                <a:latin typeface="Noto Sans SC"/>
                <a:ea typeface="Noto Sans SC"/>
                <a:cs typeface="Noto Sans SC"/>
              </a:defRPr>
            </a:lvl3pPr>
            <a:lvl4pPr algn="l">
              <a:defRPr sz="1275" b="1">
                <a:solidFill>
                  <a:srgbClr val="5F7078"/>
                </a:solidFill>
                <a:latin typeface="Noto Sans SC"/>
                <a:ea typeface="Noto Sans SC"/>
                <a:cs typeface="Noto Sans SC"/>
              </a:defRPr>
            </a:lvl4pPr>
            <a:lvl5pPr algn="l">
              <a:defRPr sz="1275" b="1">
                <a:solidFill>
                  <a:srgbClr val="5F7078"/>
                </a:solidFill>
                <a:latin typeface="Noto Sans SC"/>
                <a:ea typeface="Noto Sans SC"/>
                <a:cs typeface="Noto Sans SC"/>
              </a:defRPr>
            </a:lvl5pPr>
            <a:lvl6pPr algn="l">
              <a:defRPr sz="1275" b="1">
                <a:solidFill>
                  <a:srgbClr val="5F7078"/>
                </a:solidFill>
                <a:latin typeface="Noto Sans SC"/>
                <a:ea typeface="Noto Sans SC"/>
                <a:cs typeface="Noto Sans SC"/>
              </a:defRPr>
            </a:lvl6pPr>
            <a:lvl7pPr algn="l">
              <a:defRPr sz="1275" b="1">
                <a:solidFill>
                  <a:srgbClr val="5F7078"/>
                </a:solidFill>
                <a:latin typeface="Noto Sans SC"/>
                <a:ea typeface="Noto Sans SC"/>
                <a:cs typeface="Noto Sans SC"/>
              </a:defRPr>
            </a:lvl7pPr>
            <a:lvl8pPr algn="l">
              <a:defRPr sz="1275" b="1">
                <a:solidFill>
                  <a:srgbClr val="5F7078"/>
                </a:solidFill>
                <a:latin typeface="Noto Sans SC"/>
                <a:ea typeface="Noto Sans SC"/>
                <a:cs typeface="Noto Sans SC"/>
              </a:defRPr>
            </a:lvl8pPr>
            <a:lvl9pPr algn="l">
              <a:defRPr sz="1275" b="1">
                <a:solidFill>
                  <a:srgbClr val="5F7078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l">
              <a:lnSpc>
                <a:spcPct val="100000"/>
              </a:lnSpc>
              <a:buNone/>
              <a:defRPr sz="1275" b="1">
                <a:solidFill>
                  <a:srgbClr val="5F7078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1">
                <a:solidFill>
                  <a:srgbClr val="5F7078"/>
                </a:solidFill>
                <a:latin typeface="Noto Sans SC"/>
                <a:ea typeface="Noto Sans SC"/>
                <a:cs typeface="Noto Sans SC"/>
              </a:rPr>
              <a:t>模型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F6B18051-4396-4908-A983-912A69104363}"/>
              </a:ext>
            </a:extLst>
          </p:cNvPr>
          <p:cNvSpPr>
            <a:spLocks noGrp="1"/>
          </p:cNvSpPr>
          <p:nvPr/>
        </p:nvSpPr>
        <p:spPr>
          <a:xfrm>
            <a:off x="1428750" y="3505200"/>
            <a:ext cx="4324350" cy="5429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350" b="0">
                <a:solidFill>
                  <a:srgbClr val="26343C"/>
                </a:solidFill>
                <a:latin typeface="Noto Sans SC"/>
                <a:ea typeface="Noto Sans SC"/>
                <a:cs typeface="Noto Sans SC"/>
              </a:defRPr>
            </a:defPPr>
            <a:lvl1pPr algn="l">
              <a:defRPr sz="1350" b="0">
                <a:solidFill>
                  <a:srgbClr val="26343C"/>
                </a:solidFill>
                <a:latin typeface="Noto Sans SC"/>
                <a:ea typeface="Noto Sans SC"/>
                <a:cs typeface="Noto Sans SC"/>
              </a:defRPr>
            </a:lvl1pPr>
            <a:lvl2pPr algn="l">
              <a:defRPr sz="1350" b="0">
                <a:solidFill>
                  <a:srgbClr val="26343C"/>
                </a:solidFill>
                <a:latin typeface="Noto Sans SC"/>
                <a:ea typeface="Noto Sans SC"/>
                <a:cs typeface="Noto Sans SC"/>
              </a:defRPr>
            </a:lvl2pPr>
            <a:lvl3pPr algn="l">
              <a:defRPr sz="1350" b="0">
                <a:solidFill>
                  <a:srgbClr val="26343C"/>
                </a:solidFill>
                <a:latin typeface="Noto Sans SC"/>
                <a:ea typeface="Noto Sans SC"/>
                <a:cs typeface="Noto Sans SC"/>
              </a:defRPr>
            </a:lvl3pPr>
            <a:lvl4pPr algn="l">
              <a:defRPr sz="1350" b="0">
                <a:solidFill>
                  <a:srgbClr val="26343C"/>
                </a:solidFill>
                <a:latin typeface="Noto Sans SC"/>
                <a:ea typeface="Noto Sans SC"/>
                <a:cs typeface="Noto Sans SC"/>
              </a:defRPr>
            </a:lvl4pPr>
            <a:lvl5pPr algn="l">
              <a:defRPr sz="1350" b="0">
                <a:solidFill>
                  <a:srgbClr val="26343C"/>
                </a:solidFill>
                <a:latin typeface="Noto Sans SC"/>
                <a:ea typeface="Noto Sans SC"/>
                <a:cs typeface="Noto Sans SC"/>
              </a:defRPr>
            </a:lvl5pPr>
            <a:lvl6pPr algn="l">
              <a:defRPr sz="1350" b="0">
                <a:solidFill>
                  <a:srgbClr val="26343C"/>
                </a:solidFill>
                <a:latin typeface="Noto Sans SC"/>
                <a:ea typeface="Noto Sans SC"/>
                <a:cs typeface="Noto Sans SC"/>
              </a:defRPr>
            </a:lvl6pPr>
            <a:lvl7pPr algn="l">
              <a:defRPr sz="1350" b="0">
                <a:solidFill>
                  <a:srgbClr val="26343C"/>
                </a:solidFill>
                <a:latin typeface="Noto Sans SC"/>
                <a:ea typeface="Noto Sans SC"/>
                <a:cs typeface="Noto Sans SC"/>
              </a:defRPr>
            </a:lvl7pPr>
            <a:lvl8pPr algn="l">
              <a:defRPr sz="1350" b="0">
                <a:solidFill>
                  <a:srgbClr val="26343C"/>
                </a:solidFill>
                <a:latin typeface="Noto Sans SC"/>
                <a:ea typeface="Noto Sans SC"/>
                <a:cs typeface="Noto Sans SC"/>
              </a:defRPr>
            </a:lvl8pPr>
            <a:lvl9pPr algn="l">
              <a:defRPr sz="1350" b="0">
                <a:solidFill>
                  <a:srgbClr val="26343C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l">
              <a:lnSpc>
                <a:spcPct val="100000"/>
              </a:lnSpc>
              <a:buNone/>
              <a:defRPr sz="1350" b="0">
                <a:solidFill>
                  <a:srgbClr val="26343C"/>
                </a:solidFill>
                <a:latin typeface="Noto Sans SC"/>
                <a:ea typeface="Noto Sans SC"/>
                <a:cs typeface="Noto Sans SC"/>
              </a:defRPr>
            </a:pPr>
            <a:r>
              <a:rPr sz="1350" b="0">
                <a:solidFill>
                  <a:srgbClr val="26343C"/>
                </a:solidFill>
                <a:latin typeface="Noto Sans SC"/>
                <a:ea typeface="Noto Sans SC"/>
                <a:cs typeface="Noto Sans SC"/>
              </a:rPr>
              <a:t>无纹理 LoD1 建筑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5ABB2198-9FBD-4DC4-BE66-B582A50E3312}"/>
              </a:ext>
            </a:extLst>
          </p:cNvPr>
          <p:cNvSpPr>
            <a:spLocks noGrp="1"/>
          </p:cNvSpPr>
          <p:nvPr/>
        </p:nvSpPr>
        <p:spPr>
          <a:xfrm>
            <a:off x="6477000" y="3505200"/>
            <a:ext cx="762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275" b="1">
                <a:solidFill>
                  <a:srgbClr val="5F7078"/>
                </a:solidFill>
                <a:latin typeface="Noto Sans SC"/>
                <a:ea typeface="Noto Sans SC"/>
                <a:cs typeface="Noto Sans SC"/>
              </a:defRPr>
            </a:defPPr>
            <a:lvl1pPr algn="l">
              <a:defRPr sz="1275" b="1">
                <a:solidFill>
                  <a:srgbClr val="5F7078"/>
                </a:solidFill>
                <a:latin typeface="Noto Sans SC"/>
                <a:ea typeface="Noto Sans SC"/>
                <a:cs typeface="Noto Sans SC"/>
              </a:defRPr>
            </a:lvl1pPr>
            <a:lvl2pPr algn="l">
              <a:defRPr sz="1275" b="1">
                <a:solidFill>
                  <a:srgbClr val="5F7078"/>
                </a:solidFill>
                <a:latin typeface="Noto Sans SC"/>
                <a:ea typeface="Noto Sans SC"/>
                <a:cs typeface="Noto Sans SC"/>
              </a:defRPr>
            </a:lvl2pPr>
            <a:lvl3pPr algn="l">
              <a:defRPr sz="1275" b="1">
                <a:solidFill>
                  <a:srgbClr val="5F7078"/>
                </a:solidFill>
                <a:latin typeface="Noto Sans SC"/>
                <a:ea typeface="Noto Sans SC"/>
                <a:cs typeface="Noto Sans SC"/>
              </a:defRPr>
            </a:lvl3pPr>
            <a:lvl4pPr algn="l">
              <a:defRPr sz="1275" b="1">
                <a:solidFill>
                  <a:srgbClr val="5F7078"/>
                </a:solidFill>
                <a:latin typeface="Noto Sans SC"/>
                <a:ea typeface="Noto Sans SC"/>
                <a:cs typeface="Noto Sans SC"/>
              </a:defRPr>
            </a:lvl4pPr>
            <a:lvl5pPr algn="l">
              <a:defRPr sz="1275" b="1">
                <a:solidFill>
                  <a:srgbClr val="5F7078"/>
                </a:solidFill>
                <a:latin typeface="Noto Sans SC"/>
                <a:ea typeface="Noto Sans SC"/>
                <a:cs typeface="Noto Sans SC"/>
              </a:defRPr>
            </a:lvl5pPr>
            <a:lvl6pPr algn="l">
              <a:defRPr sz="1275" b="1">
                <a:solidFill>
                  <a:srgbClr val="5F7078"/>
                </a:solidFill>
                <a:latin typeface="Noto Sans SC"/>
                <a:ea typeface="Noto Sans SC"/>
                <a:cs typeface="Noto Sans SC"/>
              </a:defRPr>
            </a:lvl6pPr>
            <a:lvl7pPr algn="l">
              <a:defRPr sz="1275" b="1">
                <a:solidFill>
                  <a:srgbClr val="5F7078"/>
                </a:solidFill>
                <a:latin typeface="Noto Sans SC"/>
                <a:ea typeface="Noto Sans SC"/>
                <a:cs typeface="Noto Sans SC"/>
              </a:defRPr>
            </a:lvl7pPr>
            <a:lvl8pPr algn="l">
              <a:defRPr sz="1275" b="1">
                <a:solidFill>
                  <a:srgbClr val="5F7078"/>
                </a:solidFill>
                <a:latin typeface="Noto Sans SC"/>
                <a:ea typeface="Noto Sans SC"/>
                <a:cs typeface="Noto Sans SC"/>
              </a:defRPr>
            </a:lvl8pPr>
            <a:lvl9pPr algn="l">
              <a:defRPr sz="1275" b="1">
                <a:solidFill>
                  <a:srgbClr val="5F7078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l">
              <a:lnSpc>
                <a:spcPct val="100000"/>
              </a:lnSpc>
              <a:buNone/>
              <a:defRPr sz="1275" b="1">
                <a:solidFill>
                  <a:srgbClr val="5F7078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1">
                <a:solidFill>
                  <a:srgbClr val="5F7078"/>
                </a:solidFill>
                <a:latin typeface="Noto Sans SC"/>
                <a:ea typeface="Noto Sans SC"/>
                <a:cs typeface="Noto Sans SC"/>
              </a:rPr>
              <a:t>模型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1F5A3EFE-9BDC-40C0-BFDA-079A54399F3A}"/>
              </a:ext>
            </a:extLst>
          </p:cNvPr>
          <p:cNvSpPr>
            <a:spLocks noGrp="1"/>
          </p:cNvSpPr>
          <p:nvPr/>
        </p:nvSpPr>
        <p:spPr>
          <a:xfrm>
            <a:off x="7239000" y="3505200"/>
            <a:ext cx="4000500" cy="5429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350" b="0">
                <a:solidFill>
                  <a:srgbClr val="26343C"/>
                </a:solidFill>
                <a:latin typeface="Noto Sans SC"/>
                <a:ea typeface="Noto Sans SC"/>
                <a:cs typeface="Noto Sans SC"/>
              </a:defRPr>
            </a:defPPr>
            <a:lvl1pPr algn="l">
              <a:defRPr sz="1350" b="0">
                <a:solidFill>
                  <a:srgbClr val="26343C"/>
                </a:solidFill>
                <a:latin typeface="Noto Sans SC"/>
                <a:ea typeface="Noto Sans SC"/>
                <a:cs typeface="Noto Sans SC"/>
              </a:defRPr>
            </a:lvl1pPr>
            <a:lvl2pPr algn="l">
              <a:defRPr sz="1350" b="0">
                <a:solidFill>
                  <a:srgbClr val="26343C"/>
                </a:solidFill>
                <a:latin typeface="Noto Sans SC"/>
                <a:ea typeface="Noto Sans SC"/>
                <a:cs typeface="Noto Sans SC"/>
              </a:defRPr>
            </a:lvl2pPr>
            <a:lvl3pPr algn="l">
              <a:defRPr sz="1350" b="0">
                <a:solidFill>
                  <a:srgbClr val="26343C"/>
                </a:solidFill>
                <a:latin typeface="Noto Sans SC"/>
                <a:ea typeface="Noto Sans SC"/>
                <a:cs typeface="Noto Sans SC"/>
              </a:defRPr>
            </a:lvl3pPr>
            <a:lvl4pPr algn="l">
              <a:defRPr sz="1350" b="0">
                <a:solidFill>
                  <a:srgbClr val="26343C"/>
                </a:solidFill>
                <a:latin typeface="Noto Sans SC"/>
                <a:ea typeface="Noto Sans SC"/>
                <a:cs typeface="Noto Sans SC"/>
              </a:defRPr>
            </a:lvl4pPr>
            <a:lvl5pPr algn="l">
              <a:defRPr sz="1350" b="0">
                <a:solidFill>
                  <a:srgbClr val="26343C"/>
                </a:solidFill>
                <a:latin typeface="Noto Sans SC"/>
                <a:ea typeface="Noto Sans SC"/>
                <a:cs typeface="Noto Sans SC"/>
              </a:defRPr>
            </a:lvl5pPr>
            <a:lvl6pPr algn="l">
              <a:defRPr sz="1350" b="0">
                <a:solidFill>
                  <a:srgbClr val="26343C"/>
                </a:solidFill>
                <a:latin typeface="Noto Sans SC"/>
                <a:ea typeface="Noto Sans SC"/>
                <a:cs typeface="Noto Sans SC"/>
              </a:defRPr>
            </a:lvl6pPr>
            <a:lvl7pPr algn="l">
              <a:defRPr sz="1350" b="0">
                <a:solidFill>
                  <a:srgbClr val="26343C"/>
                </a:solidFill>
                <a:latin typeface="Noto Sans SC"/>
                <a:ea typeface="Noto Sans SC"/>
                <a:cs typeface="Noto Sans SC"/>
              </a:defRPr>
            </a:lvl7pPr>
            <a:lvl8pPr algn="l">
              <a:defRPr sz="1350" b="0">
                <a:solidFill>
                  <a:srgbClr val="26343C"/>
                </a:solidFill>
                <a:latin typeface="Noto Sans SC"/>
                <a:ea typeface="Noto Sans SC"/>
                <a:cs typeface="Noto Sans SC"/>
              </a:defRPr>
            </a:lvl8pPr>
            <a:lvl9pPr algn="l">
              <a:defRPr sz="1350" b="0">
                <a:solidFill>
                  <a:srgbClr val="26343C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l">
              <a:lnSpc>
                <a:spcPct val="100000"/>
              </a:lnSpc>
              <a:buNone/>
              <a:defRPr sz="1350" b="0">
                <a:solidFill>
                  <a:srgbClr val="26343C"/>
                </a:solidFill>
                <a:latin typeface="Noto Sans SC"/>
                <a:ea typeface="Noto Sans SC"/>
                <a:cs typeface="Noto Sans SC"/>
              </a:defRPr>
            </a:pPr>
            <a:r>
              <a:rPr sz="1350" b="0">
                <a:solidFill>
                  <a:srgbClr val="26343C"/>
                </a:solidFill>
                <a:latin typeface="Noto Sans SC"/>
                <a:ea typeface="Noto Sans SC"/>
                <a:cs typeface="Noto Sans SC"/>
              </a:rPr>
              <a:t>已有门窗的 LoD3 建筑及渲染图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8319B177-DD72-4E4C-AC16-8420EDFC5D9E}"/>
              </a:ext>
            </a:extLst>
          </p:cNvPr>
          <p:cNvSpPr>
            <a:spLocks noGrp="1"/>
          </p:cNvSpPr>
          <p:nvPr/>
        </p:nvSpPr>
        <p:spPr>
          <a:xfrm>
            <a:off x="666750" y="4000500"/>
            <a:ext cx="5048250" cy="9525"/>
          </a:xfrm>
          <a:prstGeom prst="rect">
            <a:avLst/>
          </a:prstGeom>
          <a:solidFill>
            <a:srgbClr val="B8C8CC"/>
          </a:solidFill>
          <a:ln w="0">
            <a:noFill/>
            <a:prstDash val="solid"/>
          </a:ln>
        </p:spPr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3CE246E7-0D23-4BDF-B885-3813E79F6F8F}"/>
              </a:ext>
            </a:extLst>
          </p:cNvPr>
          <p:cNvSpPr>
            <a:spLocks noGrp="1"/>
          </p:cNvSpPr>
          <p:nvPr/>
        </p:nvSpPr>
        <p:spPr>
          <a:xfrm>
            <a:off x="6477000" y="4000500"/>
            <a:ext cx="4762500" cy="9525"/>
          </a:xfrm>
          <a:prstGeom prst="rect">
            <a:avLst/>
          </a:prstGeom>
          <a:solidFill>
            <a:srgbClr val="B8C8CC"/>
          </a:solidFill>
          <a:ln w="0">
            <a:noFill/>
            <a:prstDash val="solid"/>
          </a:ln>
        </p:spPr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D01D9A7E-9714-401C-B290-52ED49315A91}"/>
              </a:ext>
            </a:extLst>
          </p:cNvPr>
          <p:cNvSpPr>
            <a:spLocks noGrp="1"/>
          </p:cNvSpPr>
          <p:nvPr/>
        </p:nvSpPr>
        <p:spPr>
          <a:xfrm>
            <a:off x="666750" y="4143375"/>
            <a:ext cx="762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275" b="1">
                <a:solidFill>
                  <a:srgbClr val="5F7078"/>
                </a:solidFill>
                <a:latin typeface="Noto Sans SC"/>
                <a:ea typeface="Noto Sans SC"/>
                <a:cs typeface="Noto Sans SC"/>
              </a:defRPr>
            </a:defPPr>
            <a:lvl1pPr algn="l">
              <a:defRPr sz="1275" b="1">
                <a:solidFill>
                  <a:srgbClr val="5F7078"/>
                </a:solidFill>
                <a:latin typeface="Noto Sans SC"/>
                <a:ea typeface="Noto Sans SC"/>
                <a:cs typeface="Noto Sans SC"/>
              </a:defRPr>
            </a:lvl1pPr>
            <a:lvl2pPr algn="l">
              <a:defRPr sz="1275" b="1">
                <a:solidFill>
                  <a:srgbClr val="5F7078"/>
                </a:solidFill>
                <a:latin typeface="Noto Sans SC"/>
                <a:ea typeface="Noto Sans SC"/>
                <a:cs typeface="Noto Sans SC"/>
              </a:defRPr>
            </a:lvl2pPr>
            <a:lvl3pPr algn="l">
              <a:defRPr sz="1275" b="1">
                <a:solidFill>
                  <a:srgbClr val="5F7078"/>
                </a:solidFill>
                <a:latin typeface="Noto Sans SC"/>
                <a:ea typeface="Noto Sans SC"/>
                <a:cs typeface="Noto Sans SC"/>
              </a:defRPr>
            </a:lvl3pPr>
            <a:lvl4pPr algn="l">
              <a:defRPr sz="1275" b="1">
                <a:solidFill>
                  <a:srgbClr val="5F7078"/>
                </a:solidFill>
                <a:latin typeface="Noto Sans SC"/>
                <a:ea typeface="Noto Sans SC"/>
                <a:cs typeface="Noto Sans SC"/>
              </a:defRPr>
            </a:lvl4pPr>
            <a:lvl5pPr algn="l">
              <a:defRPr sz="1275" b="1">
                <a:solidFill>
                  <a:srgbClr val="5F7078"/>
                </a:solidFill>
                <a:latin typeface="Noto Sans SC"/>
                <a:ea typeface="Noto Sans SC"/>
                <a:cs typeface="Noto Sans SC"/>
              </a:defRPr>
            </a:lvl5pPr>
            <a:lvl6pPr algn="l">
              <a:defRPr sz="1275" b="1">
                <a:solidFill>
                  <a:srgbClr val="5F7078"/>
                </a:solidFill>
                <a:latin typeface="Noto Sans SC"/>
                <a:ea typeface="Noto Sans SC"/>
                <a:cs typeface="Noto Sans SC"/>
              </a:defRPr>
            </a:lvl6pPr>
            <a:lvl7pPr algn="l">
              <a:defRPr sz="1275" b="1">
                <a:solidFill>
                  <a:srgbClr val="5F7078"/>
                </a:solidFill>
                <a:latin typeface="Noto Sans SC"/>
                <a:ea typeface="Noto Sans SC"/>
                <a:cs typeface="Noto Sans SC"/>
              </a:defRPr>
            </a:lvl7pPr>
            <a:lvl8pPr algn="l">
              <a:defRPr sz="1275" b="1">
                <a:solidFill>
                  <a:srgbClr val="5F7078"/>
                </a:solidFill>
                <a:latin typeface="Noto Sans SC"/>
                <a:ea typeface="Noto Sans SC"/>
                <a:cs typeface="Noto Sans SC"/>
              </a:defRPr>
            </a:lvl8pPr>
            <a:lvl9pPr algn="l">
              <a:defRPr sz="1275" b="1">
                <a:solidFill>
                  <a:srgbClr val="5F7078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l">
              <a:lnSpc>
                <a:spcPct val="100000"/>
              </a:lnSpc>
              <a:buNone/>
              <a:defRPr sz="1275" b="1">
                <a:solidFill>
                  <a:srgbClr val="5F7078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1">
                <a:solidFill>
                  <a:srgbClr val="5F7078"/>
                </a:solidFill>
                <a:latin typeface="Noto Sans SC"/>
                <a:ea typeface="Noto Sans SC"/>
                <a:cs typeface="Noto Sans SC"/>
              </a:rPr>
              <a:t>判断</a:t>
            </a: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E094BCE2-CDD0-4814-9331-81BCD8D78BF4}"/>
              </a:ext>
            </a:extLst>
          </p:cNvPr>
          <p:cNvSpPr>
            <a:spLocks noGrp="1"/>
          </p:cNvSpPr>
          <p:nvPr/>
        </p:nvSpPr>
        <p:spPr>
          <a:xfrm>
            <a:off x="1428750" y="4143375"/>
            <a:ext cx="4324350" cy="5429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350" b="0">
                <a:solidFill>
                  <a:srgbClr val="26343C"/>
                </a:solidFill>
                <a:latin typeface="Noto Sans SC"/>
                <a:ea typeface="Noto Sans SC"/>
                <a:cs typeface="Noto Sans SC"/>
              </a:defRPr>
            </a:defPPr>
            <a:lvl1pPr algn="l">
              <a:defRPr sz="1350" b="0">
                <a:solidFill>
                  <a:srgbClr val="26343C"/>
                </a:solidFill>
                <a:latin typeface="Noto Sans SC"/>
                <a:ea typeface="Noto Sans SC"/>
                <a:cs typeface="Noto Sans SC"/>
              </a:defRPr>
            </a:lvl1pPr>
            <a:lvl2pPr algn="l">
              <a:defRPr sz="1350" b="0">
                <a:solidFill>
                  <a:srgbClr val="26343C"/>
                </a:solidFill>
                <a:latin typeface="Noto Sans SC"/>
                <a:ea typeface="Noto Sans SC"/>
                <a:cs typeface="Noto Sans SC"/>
              </a:defRPr>
            </a:lvl2pPr>
            <a:lvl3pPr algn="l">
              <a:defRPr sz="1350" b="0">
                <a:solidFill>
                  <a:srgbClr val="26343C"/>
                </a:solidFill>
                <a:latin typeface="Noto Sans SC"/>
                <a:ea typeface="Noto Sans SC"/>
                <a:cs typeface="Noto Sans SC"/>
              </a:defRPr>
            </a:lvl3pPr>
            <a:lvl4pPr algn="l">
              <a:defRPr sz="1350" b="0">
                <a:solidFill>
                  <a:srgbClr val="26343C"/>
                </a:solidFill>
                <a:latin typeface="Noto Sans SC"/>
                <a:ea typeface="Noto Sans SC"/>
                <a:cs typeface="Noto Sans SC"/>
              </a:defRPr>
            </a:lvl4pPr>
            <a:lvl5pPr algn="l">
              <a:defRPr sz="1350" b="0">
                <a:solidFill>
                  <a:srgbClr val="26343C"/>
                </a:solidFill>
                <a:latin typeface="Noto Sans SC"/>
                <a:ea typeface="Noto Sans SC"/>
                <a:cs typeface="Noto Sans SC"/>
              </a:defRPr>
            </a:lvl5pPr>
            <a:lvl6pPr algn="l">
              <a:defRPr sz="1350" b="0">
                <a:solidFill>
                  <a:srgbClr val="26343C"/>
                </a:solidFill>
                <a:latin typeface="Noto Sans SC"/>
                <a:ea typeface="Noto Sans SC"/>
                <a:cs typeface="Noto Sans SC"/>
              </a:defRPr>
            </a:lvl6pPr>
            <a:lvl7pPr algn="l">
              <a:defRPr sz="1350" b="0">
                <a:solidFill>
                  <a:srgbClr val="26343C"/>
                </a:solidFill>
                <a:latin typeface="Noto Sans SC"/>
                <a:ea typeface="Noto Sans SC"/>
                <a:cs typeface="Noto Sans SC"/>
              </a:defRPr>
            </a:lvl7pPr>
            <a:lvl8pPr algn="l">
              <a:defRPr sz="1350" b="0">
                <a:solidFill>
                  <a:srgbClr val="26343C"/>
                </a:solidFill>
                <a:latin typeface="Noto Sans SC"/>
                <a:ea typeface="Noto Sans SC"/>
                <a:cs typeface="Noto Sans SC"/>
              </a:defRPr>
            </a:lvl8pPr>
            <a:lvl9pPr algn="l">
              <a:defRPr sz="1350" b="0">
                <a:solidFill>
                  <a:srgbClr val="26343C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l">
              <a:lnSpc>
                <a:spcPct val="100000"/>
              </a:lnSpc>
              <a:buNone/>
              <a:defRPr sz="1350" b="0">
                <a:solidFill>
                  <a:srgbClr val="26343C"/>
                </a:solidFill>
                <a:latin typeface="Noto Sans SC"/>
                <a:ea typeface="Noto Sans SC"/>
                <a:cs typeface="Noto Sans SC"/>
              </a:defRPr>
            </a:pPr>
            <a:r>
              <a:rPr sz="1350" b="0">
                <a:solidFill>
                  <a:srgbClr val="26343C"/>
                </a:solidFill>
                <a:latin typeface="Noto Sans SC"/>
                <a:ea typeface="Noto Sans SC"/>
                <a:cs typeface="Noto Sans SC"/>
              </a:rPr>
              <a:t>视锥、立面朝向、遮挡与投影一致性</a:t>
            </a: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16B1E83E-2C2E-4183-839F-1927ECA07424}"/>
              </a:ext>
            </a:extLst>
          </p:cNvPr>
          <p:cNvSpPr>
            <a:spLocks noGrp="1"/>
          </p:cNvSpPr>
          <p:nvPr/>
        </p:nvSpPr>
        <p:spPr>
          <a:xfrm>
            <a:off x="6477000" y="4143375"/>
            <a:ext cx="762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275" b="1">
                <a:solidFill>
                  <a:srgbClr val="5F7078"/>
                </a:solidFill>
                <a:latin typeface="Noto Sans SC"/>
                <a:ea typeface="Noto Sans SC"/>
                <a:cs typeface="Noto Sans SC"/>
              </a:defRPr>
            </a:defPPr>
            <a:lvl1pPr algn="l">
              <a:defRPr sz="1275" b="1">
                <a:solidFill>
                  <a:srgbClr val="5F7078"/>
                </a:solidFill>
                <a:latin typeface="Noto Sans SC"/>
                <a:ea typeface="Noto Sans SC"/>
                <a:cs typeface="Noto Sans SC"/>
              </a:defRPr>
            </a:lvl1pPr>
            <a:lvl2pPr algn="l">
              <a:defRPr sz="1275" b="1">
                <a:solidFill>
                  <a:srgbClr val="5F7078"/>
                </a:solidFill>
                <a:latin typeface="Noto Sans SC"/>
                <a:ea typeface="Noto Sans SC"/>
                <a:cs typeface="Noto Sans SC"/>
              </a:defRPr>
            </a:lvl2pPr>
            <a:lvl3pPr algn="l">
              <a:defRPr sz="1275" b="1">
                <a:solidFill>
                  <a:srgbClr val="5F7078"/>
                </a:solidFill>
                <a:latin typeface="Noto Sans SC"/>
                <a:ea typeface="Noto Sans SC"/>
                <a:cs typeface="Noto Sans SC"/>
              </a:defRPr>
            </a:lvl3pPr>
            <a:lvl4pPr algn="l">
              <a:defRPr sz="1275" b="1">
                <a:solidFill>
                  <a:srgbClr val="5F7078"/>
                </a:solidFill>
                <a:latin typeface="Noto Sans SC"/>
                <a:ea typeface="Noto Sans SC"/>
                <a:cs typeface="Noto Sans SC"/>
              </a:defRPr>
            </a:lvl4pPr>
            <a:lvl5pPr algn="l">
              <a:defRPr sz="1275" b="1">
                <a:solidFill>
                  <a:srgbClr val="5F7078"/>
                </a:solidFill>
                <a:latin typeface="Noto Sans SC"/>
                <a:ea typeface="Noto Sans SC"/>
                <a:cs typeface="Noto Sans SC"/>
              </a:defRPr>
            </a:lvl5pPr>
            <a:lvl6pPr algn="l">
              <a:defRPr sz="1275" b="1">
                <a:solidFill>
                  <a:srgbClr val="5F7078"/>
                </a:solidFill>
                <a:latin typeface="Noto Sans SC"/>
                <a:ea typeface="Noto Sans SC"/>
                <a:cs typeface="Noto Sans SC"/>
              </a:defRPr>
            </a:lvl6pPr>
            <a:lvl7pPr algn="l">
              <a:defRPr sz="1275" b="1">
                <a:solidFill>
                  <a:srgbClr val="5F7078"/>
                </a:solidFill>
                <a:latin typeface="Noto Sans SC"/>
                <a:ea typeface="Noto Sans SC"/>
                <a:cs typeface="Noto Sans SC"/>
              </a:defRPr>
            </a:lvl7pPr>
            <a:lvl8pPr algn="l">
              <a:defRPr sz="1275" b="1">
                <a:solidFill>
                  <a:srgbClr val="5F7078"/>
                </a:solidFill>
                <a:latin typeface="Noto Sans SC"/>
                <a:ea typeface="Noto Sans SC"/>
                <a:cs typeface="Noto Sans SC"/>
              </a:defRPr>
            </a:lvl8pPr>
            <a:lvl9pPr algn="l">
              <a:defRPr sz="1275" b="1">
                <a:solidFill>
                  <a:srgbClr val="5F7078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l">
              <a:lnSpc>
                <a:spcPct val="100000"/>
              </a:lnSpc>
              <a:buNone/>
              <a:defRPr sz="1275" b="1">
                <a:solidFill>
                  <a:srgbClr val="5F7078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1">
                <a:solidFill>
                  <a:srgbClr val="5F7078"/>
                </a:solidFill>
                <a:latin typeface="Noto Sans SC"/>
                <a:ea typeface="Noto Sans SC"/>
                <a:cs typeface="Noto Sans SC"/>
              </a:rPr>
              <a:t>判断</a:t>
            </a: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12A16EED-FA5F-4A1C-B285-A22649DC16F1}"/>
              </a:ext>
            </a:extLst>
          </p:cNvPr>
          <p:cNvSpPr>
            <a:spLocks noGrp="1"/>
          </p:cNvSpPr>
          <p:nvPr/>
        </p:nvSpPr>
        <p:spPr>
          <a:xfrm>
            <a:off x="7239000" y="4143375"/>
            <a:ext cx="4000500" cy="5429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350" b="0">
                <a:solidFill>
                  <a:srgbClr val="26343C"/>
                </a:solidFill>
                <a:latin typeface="Noto Sans SC"/>
                <a:ea typeface="Noto Sans SC"/>
                <a:cs typeface="Noto Sans SC"/>
              </a:defRPr>
            </a:defPPr>
            <a:lvl1pPr algn="l">
              <a:defRPr sz="1350" b="0">
                <a:solidFill>
                  <a:srgbClr val="26343C"/>
                </a:solidFill>
                <a:latin typeface="Noto Sans SC"/>
                <a:ea typeface="Noto Sans SC"/>
                <a:cs typeface="Noto Sans SC"/>
              </a:defRPr>
            </a:lvl1pPr>
            <a:lvl2pPr algn="l">
              <a:defRPr sz="1350" b="0">
                <a:solidFill>
                  <a:srgbClr val="26343C"/>
                </a:solidFill>
                <a:latin typeface="Noto Sans SC"/>
                <a:ea typeface="Noto Sans SC"/>
                <a:cs typeface="Noto Sans SC"/>
              </a:defRPr>
            </a:lvl2pPr>
            <a:lvl3pPr algn="l">
              <a:defRPr sz="1350" b="0">
                <a:solidFill>
                  <a:srgbClr val="26343C"/>
                </a:solidFill>
                <a:latin typeface="Noto Sans SC"/>
                <a:ea typeface="Noto Sans SC"/>
                <a:cs typeface="Noto Sans SC"/>
              </a:defRPr>
            </a:lvl3pPr>
            <a:lvl4pPr algn="l">
              <a:defRPr sz="1350" b="0">
                <a:solidFill>
                  <a:srgbClr val="26343C"/>
                </a:solidFill>
                <a:latin typeface="Noto Sans SC"/>
                <a:ea typeface="Noto Sans SC"/>
                <a:cs typeface="Noto Sans SC"/>
              </a:defRPr>
            </a:lvl4pPr>
            <a:lvl5pPr algn="l">
              <a:defRPr sz="1350" b="0">
                <a:solidFill>
                  <a:srgbClr val="26343C"/>
                </a:solidFill>
                <a:latin typeface="Noto Sans SC"/>
                <a:ea typeface="Noto Sans SC"/>
                <a:cs typeface="Noto Sans SC"/>
              </a:defRPr>
            </a:lvl5pPr>
            <a:lvl6pPr algn="l">
              <a:defRPr sz="1350" b="0">
                <a:solidFill>
                  <a:srgbClr val="26343C"/>
                </a:solidFill>
                <a:latin typeface="Noto Sans SC"/>
                <a:ea typeface="Noto Sans SC"/>
                <a:cs typeface="Noto Sans SC"/>
              </a:defRPr>
            </a:lvl6pPr>
            <a:lvl7pPr algn="l">
              <a:defRPr sz="1350" b="0">
                <a:solidFill>
                  <a:srgbClr val="26343C"/>
                </a:solidFill>
                <a:latin typeface="Noto Sans SC"/>
                <a:ea typeface="Noto Sans SC"/>
                <a:cs typeface="Noto Sans SC"/>
              </a:defRPr>
            </a:lvl7pPr>
            <a:lvl8pPr algn="l">
              <a:defRPr sz="1350" b="0">
                <a:solidFill>
                  <a:srgbClr val="26343C"/>
                </a:solidFill>
                <a:latin typeface="Noto Sans SC"/>
                <a:ea typeface="Noto Sans SC"/>
                <a:cs typeface="Noto Sans SC"/>
              </a:defRPr>
            </a:lvl8pPr>
            <a:lvl9pPr algn="l">
              <a:defRPr sz="1350" b="0">
                <a:solidFill>
                  <a:srgbClr val="26343C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l">
              <a:lnSpc>
                <a:spcPct val="100000"/>
              </a:lnSpc>
              <a:buNone/>
              <a:defRPr sz="1350" b="0">
                <a:solidFill>
                  <a:srgbClr val="26343C"/>
                </a:solidFill>
                <a:latin typeface="Noto Sans SC"/>
                <a:ea typeface="Noto Sans SC"/>
                <a:cs typeface="Noto Sans SC"/>
              </a:defRPr>
            </a:pPr>
            <a:r>
              <a:rPr sz="1350" b="0">
                <a:solidFill>
                  <a:srgbClr val="26343C"/>
                </a:solidFill>
                <a:latin typeface="Noto Sans SC"/>
                <a:ea typeface="Noto Sans SC"/>
                <a:cs typeface="Noto Sans SC"/>
              </a:rPr>
              <a:t>图像检索、局部匹配与窗中心检查</a:t>
            </a: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09378327-B7A9-40CB-AFF2-FA5B2FF41E85}"/>
              </a:ext>
            </a:extLst>
          </p:cNvPr>
          <p:cNvSpPr>
            <a:spLocks noGrp="1"/>
          </p:cNvSpPr>
          <p:nvPr/>
        </p:nvSpPr>
        <p:spPr>
          <a:xfrm>
            <a:off x="666750" y="4638675"/>
            <a:ext cx="5048250" cy="9525"/>
          </a:xfrm>
          <a:prstGeom prst="rect">
            <a:avLst/>
          </a:prstGeom>
          <a:solidFill>
            <a:srgbClr val="B8C8CC"/>
          </a:solidFill>
          <a:ln w="0">
            <a:noFill/>
            <a:prstDash val="solid"/>
          </a:ln>
        </p:spPr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340FD16D-A3EF-4F07-A51E-D7428CEDA117}"/>
              </a:ext>
            </a:extLst>
          </p:cNvPr>
          <p:cNvSpPr>
            <a:spLocks noGrp="1"/>
          </p:cNvSpPr>
          <p:nvPr/>
        </p:nvSpPr>
        <p:spPr>
          <a:xfrm>
            <a:off x="6477000" y="4638675"/>
            <a:ext cx="4762500" cy="9525"/>
          </a:xfrm>
          <a:prstGeom prst="rect">
            <a:avLst/>
          </a:prstGeom>
          <a:solidFill>
            <a:srgbClr val="B8C8CC"/>
          </a:solidFill>
          <a:ln w="0">
            <a:noFill/>
            <a:prstDash val="solid"/>
          </a:ln>
        </p:spPr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5F9D7CF5-5E98-485F-A333-FA8BD8D2AADB}"/>
              </a:ext>
            </a:extLst>
          </p:cNvPr>
          <p:cNvSpPr>
            <a:spLocks noGrp="1"/>
          </p:cNvSpPr>
          <p:nvPr/>
        </p:nvSpPr>
        <p:spPr>
          <a:xfrm>
            <a:off x="666750" y="4781550"/>
            <a:ext cx="762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275" b="1">
                <a:solidFill>
                  <a:srgbClr val="5F7078"/>
                </a:solidFill>
                <a:latin typeface="Noto Sans SC"/>
                <a:ea typeface="Noto Sans SC"/>
                <a:cs typeface="Noto Sans SC"/>
              </a:defRPr>
            </a:defPPr>
            <a:lvl1pPr algn="l">
              <a:defRPr sz="1275" b="1">
                <a:solidFill>
                  <a:srgbClr val="5F7078"/>
                </a:solidFill>
                <a:latin typeface="Noto Sans SC"/>
                <a:ea typeface="Noto Sans SC"/>
                <a:cs typeface="Noto Sans SC"/>
              </a:defRPr>
            </a:lvl1pPr>
            <a:lvl2pPr algn="l">
              <a:defRPr sz="1275" b="1">
                <a:solidFill>
                  <a:srgbClr val="5F7078"/>
                </a:solidFill>
                <a:latin typeface="Noto Sans SC"/>
                <a:ea typeface="Noto Sans SC"/>
                <a:cs typeface="Noto Sans SC"/>
              </a:defRPr>
            </a:lvl2pPr>
            <a:lvl3pPr algn="l">
              <a:defRPr sz="1275" b="1">
                <a:solidFill>
                  <a:srgbClr val="5F7078"/>
                </a:solidFill>
                <a:latin typeface="Noto Sans SC"/>
                <a:ea typeface="Noto Sans SC"/>
                <a:cs typeface="Noto Sans SC"/>
              </a:defRPr>
            </a:lvl3pPr>
            <a:lvl4pPr algn="l">
              <a:defRPr sz="1275" b="1">
                <a:solidFill>
                  <a:srgbClr val="5F7078"/>
                </a:solidFill>
                <a:latin typeface="Noto Sans SC"/>
                <a:ea typeface="Noto Sans SC"/>
                <a:cs typeface="Noto Sans SC"/>
              </a:defRPr>
            </a:lvl4pPr>
            <a:lvl5pPr algn="l">
              <a:defRPr sz="1275" b="1">
                <a:solidFill>
                  <a:srgbClr val="5F7078"/>
                </a:solidFill>
                <a:latin typeface="Noto Sans SC"/>
                <a:ea typeface="Noto Sans SC"/>
                <a:cs typeface="Noto Sans SC"/>
              </a:defRPr>
            </a:lvl5pPr>
            <a:lvl6pPr algn="l">
              <a:defRPr sz="1275" b="1">
                <a:solidFill>
                  <a:srgbClr val="5F7078"/>
                </a:solidFill>
                <a:latin typeface="Noto Sans SC"/>
                <a:ea typeface="Noto Sans SC"/>
                <a:cs typeface="Noto Sans SC"/>
              </a:defRPr>
            </a:lvl6pPr>
            <a:lvl7pPr algn="l">
              <a:defRPr sz="1275" b="1">
                <a:solidFill>
                  <a:srgbClr val="5F7078"/>
                </a:solidFill>
                <a:latin typeface="Noto Sans SC"/>
                <a:ea typeface="Noto Sans SC"/>
                <a:cs typeface="Noto Sans SC"/>
              </a:defRPr>
            </a:lvl7pPr>
            <a:lvl8pPr algn="l">
              <a:defRPr sz="1275" b="1">
                <a:solidFill>
                  <a:srgbClr val="5F7078"/>
                </a:solidFill>
                <a:latin typeface="Noto Sans SC"/>
                <a:ea typeface="Noto Sans SC"/>
                <a:cs typeface="Noto Sans SC"/>
              </a:defRPr>
            </a:lvl8pPr>
            <a:lvl9pPr algn="l">
              <a:defRPr sz="1275" b="1">
                <a:solidFill>
                  <a:srgbClr val="5F7078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l">
              <a:lnSpc>
                <a:spcPct val="100000"/>
              </a:lnSpc>
              <a:buNone/>
              <a:defRPr sz="1275" b="1">
                <a:solidFill>
                  <a:srgbClr val="5F7078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1">
                <a:solidFill>
                  <a:srgbClr val="5F7078"/>
                </a:solidFill>
                <a:latin typeface="Noto Sans SC"/>
                <a:ea typeface="Noto Sans SC"/>
                <a:cs typeface="Noto Sans SC"/>
              </a:rPr>
              <a:t>输出</a:t>
            </a:r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54855787-30FE-466D-A50B-0AE35553A710}"/>
              </a:ext>
            </a:extLst>
          </p:cNvPr>
          <p:cNvSpPr>
            <a:spLocks noGrp="1"/>
          </p:cNvSpPr>
          <p:nvPr/>
        </p:nvSpPr>
        <p:spPr>
          <a:xfrm>
            <a:off x="1428750" y="4781550"/>
            <a:ext cx="4324350" cy="5429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350" b="0">
                <a:solidFill>
                  <a:srgbClr val="26343C"/>
                </a:solidFill>
                <a:latin typeface="Noto Sans SC"/>
                <a:ea typeface="Noto Sans SC"/>
                <a:cs typeface="Noto Sans SC"/>
              </a:defRPr>
            </a:defPPr>
            <a:lvl1pPr algn="l">
              <a:defRPr sz="1350" b="0">
                <a:solidFill>
                  <a:srgbClr val="26343C"/>
                </a:solidFill>
                <a:latin typeface="Noto Sans SC"/>
                <a:ea typeface="Noto Sans SC"/>
                <a:cs typeface="Noto Sans SC"/>
              </a:defRPr>
            </a:lvl1pPr>
            <a:lvl2pPr algn="l">
              <a:defRPr sz="1350" b="0">
                <a:solidFill>
                  <a:srgbClr val="26343C"/>
                </a:solidFill>
                <a:latin typeface="Noto Sans SC"/>
                <a:ea typeface="Noto Sans SC"/>
                <a:cs typeface="Noto Sans SC"/>
              </a:defRPr>
            </a:lvl2pPr>
            <a:lvl3pPr algn="l">
              <a:defRPr sz="1350" b="0">
                <a:solidFill>
                  <a:srgbClr val="26343C"/>
                </a:solidFill>
                <a:latin typeface="Noto Sans SC"/>
                <a:ea typeface="Noto Sans SC"/>
                <a:cs typeface="Noto Sans SC"/>
              </a:defRPr>
            </a:lvl3pPr>
            <a:lvl4pPr algn="l">
              <a:defRPr sz="1350" b="0">
                <a:solidFill>
                  <a:srgbClr val="26343C"/>
                </a:solidFill>
                <a:latin typeface="Noto Sans SC"/>
                <a:ea typeface="Noto Sans SC"/>
                <a:cs typeface="Noto Sans SC"/>
              </a:defRPr>
            </a:lvl4pPr>
            <a:lvl5pPr algn="l">
              <a:defRPr sz="1350" b="0">
                <a:solidFill>
                  <a:srgbClr val="26343C"/>
                </a:solidFill>
                <a:latin typeface="Noto Sans SC"/>
                <a:ea typeface="Noto Sans SC"/>
                <a:cs typeface="Noto Sans SC"/>
              </a:defRPr>
            </a:lvl5pPr>
            <a:lvl6pPr algn="l">
              <a:defRPr sz="1350" b="0">
                <a:solidFill>
                  <a:srgbClr val="26343C"/>
                </a:solidFill>
                <a:latin typeface="Noto Sans SC"/>
                <a:ea typeface="Noto Sans SC"/>
                <a:cs typeface="Noto Sans SC"/>
              </a:defRPr>
            </a:lvl6pPr>
            <a:lvl7pPr algn="l">
              <a:defRPr sz="1350" b="0">
                <a:solidFill>
                  <a:srgbClr val="26343C"/>
                </a:solidFill>
                <a:latin typeface="Noto Sans SC"/>
                <a:ea typeface="Noto Sans SC"/>
                <a:cs typeface="Noto Sans SC"/>
              </a:defRPr>
            </a:lvl7pPr>
            <a:lvl8pPr algn="l">
              <a:defRPr sz="1350" b="0">
                <a:solidFill>
                  <a:srgbClr val="26343C"/>
                </a:solidFill>
                <a:latin typeface="Noto Sans SC"/>
                <a:ea typeface="Noto Sans SC"/>
                <a:cs typeface="Noto Sans SC"/>
              </a:defRPr>
            </a:lvl8pPr>
            <a:lvl9pPr algn="l">
              <a:defRPr sz="1350" b="0">
                <a:solidFill>
                  <a:srgbClr val="26343C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l">
              <a:lnSpc>
                <a:spcPct val="100000"/>
              </a:lnSpc>
              <a:buNone/>
              <a:defRPr sz="1350" b="0">
                <a:solidFill>
                  <a:srgbClr val="26343C"/>
                </a:solidFill>
                <a:latin typeface="Noto Sans SC"/>
                <a:ea typeface="Noto Sans SC"/>
                <a:cs typeface="Noto Sans SC"/>
              </a:defRPr>
            </a:pPr>
            <a:r>
              <a:rPr sz="1350" b="0">
                <a:solidFill>
                  <a:srgbClr val="26343C"/>
                </a:solidFill>
                <a:latin typeface="Noto Sans SC"/>
                <a:ea typeface="Noto Sans SC"/>
                <a:cs typeface="Noto Sans SC"/>
              </a:rPr>
              <a:t>建筑 ID 或待复核</a:t>
            </a:r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88B9FE72-3711-429D-934C-D608D886FEA4}"/>
              </a:ext>
            </a:extLst>
          </p:cNvPr>
          <p:cNvSpPr>
            <a:spLocks noGrp="1"/>
          </p:cNvSpPr>
          <p:nvPr/>
        </p:nvSpPr>
        <p:spPr>
          <a:xfrm>
            <a:off x="6477000" y="4781550"/>
            <a:ext cx="762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275" b="1">
                <a:solidFill>
                  <a:srgbClr val="5F7078"/>
                </a:solidFill>
                <a:latin typeface="Noto Sans SC"/>
                <a:ea typeface="Noto Sans SC"/>
                <a:cs typeface="Noto Sans SC"/>
              </a:defRPr>
            </a:defPPr>
            <a:lvl1pPr algn="l">
              <a:defRPr sz="1275" b="1">
                <a:solidFill>
                  <a:srgbClr val="5F7078"/>
                </a:solidFill>
                <a:latin typeface="Noto Sans SC"/>
                <a:ea typeface="Noto Sans SC"/>
                <a:cs typeface="Noto Sans SC"/>
              </a:defRPr>
            </a:lvl1pPr>
            <a:lvl2pPr algn="l">
              <a:defRPr sz="1275" b="1">
                <a:solidFill>
                  <a:srgbClr val="5F7078"/>
                </a:solidFill>
                <a:latin typeface="Noto Sans SC"/>
                <a:ea typeface="Noto Sans SC"/>
                <a:cs typeface="Noto Sans SC"/>
              </a:defRPr>
            </a:lvl2pPr>
            <a:lvl3pPr algn="l">
              <a:defRPr sz="1275" b="1">
                <a:solidFill>
                  <a:srgbClr val="5F7078"/>
                </a:solidFill>
                <a:latin typeface="Noto Sans SC"/>
                <a:ea typeface="Noto Sans SC"/>
                <a:cs typeface="Noto Sans SC"/>
              </a:defRPr>
            </a:lvl3pPr>
            <a:lvl4pPr algn="l">
              <a:defRPr sz="1275" b="1">
                <a:solidFill>
                  <a:srgbClr val="5F7078"/>
                </a:solidFill>
                <a:latin typeface="Noto Sans SC"/>
                <a:ea typeface="Noto Sans SC"/>
                <a:cs typeface="Noto Sans SC"/>
              </a:defRPr>
            </a:lvl4pPr>
            <a:lvl5pPr algn="l">
              <a:defRPr sz="1275" b="1">
                <a:solidFill>
                  <a:srgbClr val="5F7078"/>
                </a:solidFill>
                <a:latin typeface="Noto Sans SC"/>
                <a:ea typeface="Noto Sans SC"/>
                <a:cs typeface="Noto Sans SC"/>
              </a:defRPr>
            </a:lvl5pPr>
            <a:lvl6pPr algn="l">
              <a:defRPr sz="1275" b="1">
                <a:solidFill>
                  <a:srgbClr val="5F7078"/>
                </a:solidFill>
                <a:latin typeface="Noto Sans SC"/>
                <a:ea typeface="Noto Sans SC"/>
                <a:cs typeface="Noto Sans SC"/>
              </a:defRPr>
            </a:lvl6pPr>
            <a:lvl7pPr algn="l">
              <a:defRPr sz="1275" b="1">
                <a:solidFill>
                  <a:srgbClr val="5F7078"/>
                </a:solidFill>
                <a:latin typeface="Noto Sans SC"/>
                <a:ea typeface="Noto Sans SC"/>
                <a:cs typeface="Noto Sans SC"/>
              </a:defRPr>
            </a:lvl7pPr>
            <a:lvl8pPr algn="l">
              <a:defRPr sz="1275" b="1">
                <a:solidFill>
                  <a:srgbClr val="5F7078"/>
                </a:solidFill>
                <a:latin typeface="Noto Sans SC"/>
                <a:ea typeface="Noto Sans SC"/>
                <a:cs typeface="Noto Sans SC"/>
              </a:defRPr>
            </a:lvl8pPr>
            <a:lvl9pPr algn="l">
              <a:defRPr sz="1275" b="1">
                <a:solidFill>
                  <a:srgbClr val="5F7078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l">
              <a:lnSpc>
                <a:spcPct val="100000"/>
              </a:lnSpc>
              <a:buNone/>
              <a:defRPr sz="1275" b="1">
                <a:solidFill>
                  <a:srgbClr val="5F7078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1">
                <a:solidFill>
                  <a:srgbClr val="5F7078"/>
                </a:solidFill>
                <a:latin typeface="Noto Sans SC"/>
                <a:ea typeface="Noto Sans SC"/>
                <a:cs typeface="Noto Sans SC"/>
              </a:rPr>
              <a:t>输出</a:t>
            </a: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41410943-8007-4294-9578-A3EFE75278DD}"/>
              </a:ext>
            </a:extLst>
          </p:cNvPr>
          <p:cNvSpPr>
            <a:spLocks noGrp="1"/>
          </p:cNvSpPr>
          <p:nvPr/>
        </p:nvSpPr>
        <p:spPr>
          <a:xfrm>
            <a:off x="7239000" y="4781550"/>
            <a:ext cx="4000500" cy="5429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350" b="0">
                <a:solidFill>
                  <a:srgbClr val="26343C"/>
                </a:solidFill>
                <a:latin typeface="Noto Sans SC"/>
                <a:ea typeface="Noto Sans SC"/>
                <a:cs typeface="Noto Sans SC"/>
              </a:defRPr>
            </a:defPPr>
            <a:lvl1pPr algn="l">
              <a:defRPr sz="1350" b="0">
                <a:solidFill>
                  <a:srgbClr val="26343C"/>
                </a:solidFill>
                <a:latin typeface="Noto Sans SC"/>
                <a:ea typeface="Noto Sans SC"/>
                <a:cs typeface="Noto Sans SC"/>
              </a:defRPr>
            </a:lvl1pPr>
            <a:lvl2pPr algn="l">
              <a:defRPr sz="1350" b="0">
                <a:solidFill>
                  <a:srgbClr val="26343C"/>
                </a:solidFill>
                <a:latin typeface="Noto Sans SC"/>
                <a:ea typeface="Noto Sans SC"/>
                <a:cs typeface="Noto Sans SC"/>
              </a:defRPr>
            </a:lvl2pPr>
            <a:lvl3pPr algn="l">
              <a:defRPr sz="1350" b="0">
                <a:solidFill>
                  <a:srgbClr val="26343C"/>
                </a:solidFill>
                <a:latin typeface="Noto Sans SC"/>
                <a:ea typeface="Noto Sans SC"/>
                <a:cs typeface="Noto Sans SC"/>
              </a:defRPr>
            </a:lvl3pPr>
            <a:lvl4pPr algn="l">
              <a:defRPr sz="1350" b="0">
                <a:solidFill>
                  <a:srgbClr val="26343C"/>
                </a:solidFill>
                <a:latin typeface="Noto Sans SC"/>
                <a:ea typeface="Noto Sans SC"/>
                <a:cs typeface="Noto Sans SC"/>
              </a:defRPr>
            </a:lvl4pPr>
            <a:lvl5pPr algn="l">
              <a:defRPr sz="1350" b="0">
                <a:solidFill>
                  <a:srgbClr val="26343C"/>
                </a:solidFill>
                <a:latin typeface="Noto Sans SC"/>
                <a:ea typeface="Noto Sans SC"/>
                <a:cs typeface="Noto Sans SC"/>
              </a:defRPr>
            </a:lvl5pPr>
            <a:lvl6pPr algn="l">
              <a:defRPr sz="1350" b="0">
                <a:solidFill>
                  <a:srgbClr val="26343C"/>
                </a:solidFill>
                <a:latin typeface="Noto Sans SC"/>
                <a:ea typeface="Noto Sans SC"/>
                <a:cs typeface="Noto Sans SC"/>
              </a:defRPr>
            </a:lvl6pPr>
            <a:lvl7pPr algn="l">
              <a:defRPr sz="1350" b="0">
                <a:solidFill>
                  <a:srgbClr val="26343C"/>
                </a:solidFill>
                <a:latin typeface="Noto Sans SC"/>
                <a:ea typeface="Noto Sans SC"/>
                <a:cs typeface="Noto Sans SC"/>
              </a:defRPr>
            </a:lvl7pPr>
            <a:lvl8pPr algn="l">
              <a:defRPr sz="1350" b="0">
                <a:solidFill>
                  <a:srgbClr val="26343C"/>
                </a:solidFill>
                <a:latin typeface="Noto Sans SC"/>
                <a:ea typeface="Noto Sans SC"/>
                <a:cs typeface="Noto Sans SC"/>
              </a:defRPr>
            </a:lvl8pPr>
            <a:lvl9pPr algn="l">
              <a:defRPr sz="1350" b="0">
                <a:solidFill>
                  <a:srgbClr val="26343C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l">
              <a:lnSpc>
                <a:spcPct val="100000"/>
              </a:lnSpc>
              <a:buNone/>
              <a:defRPr sz="1350" b="0">
                <a:solidFill>
                  <a:srgbClr val="26343C"/>
                </a:solidFill>
                <a:latin typeface="Noto Sans SC"/>
                <a:ea typeface="Noto Sans SC"/>
                <a:cs typeface="Noto Sans SC"/>
              </a:defRPr>
            </a:pPr>
            <a:r>
              <a:rPr sz="1350" b="0">
                <a:solidFill>
                  <a:srgbClr val="26343C"/>
                </a:solidFill>
                <a:latin typeface="Noto Sans SC"/>
                <a:ea typeface="Noto Sans SC"/>
                <a:cs typeface="Noto Sans SC"/>
              </a:rPr>
              <a:t>建筑 ID、墙面预测位置预览</a:t>
            </a:r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9C612FA3-C692-4100-9446-1C333044665F}"/>
              </a:ext>
            </a:extLst>
          </p:cNvPr>
          <p:cNvSpPr>
            <a:spLocks noGrp="1"/>
          </p:cNvSpPr>
          <p:nvPr/>
        </p:nvSpPr>
        <p:spPr>
          <a:xfrm>
            <a:off x="666750" y="5276850"/>
            <a:ext cx="5048250" cy="9525"/>
          </a:xfrm>
          <a:prstGeom prst="rect">
            <a:avLst/>
          </a:prstGeom>
          <a:solidFill>
            <a:srgbClr val="B8C8CC"/>
          </a:solidFill>
          <a:ln w="0">
            <a:noFill/>
            <a:prstDash val="solid"/>
          </a:ln>
        </p:spPr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53E2D3AB-DF46-45D9-B96A-78E0755A0AD7}"/>
              </a:ext>
            </a:extLst>
          </p:cNvPr>
          <p:cNvSpPr>
            <a:spLocks noGrp="1"/>
          </p:cNvSpPr>
          <p:nvPr/>
        </p:nvSpPr>
        <p:spPr>
          <a:xfrm>
            <a:off x="6477000" y="5276850"/>
            <a:ext cx="4762500" cy="9525"/>
          </a:xfrm>
          <a:prstGeom prst="rect">
            <a:avLst/>
          </a:prstGeom>
          <a:solidFill>
            <a:srgbClr val="B8C8CC"/>
          </a:solidFill>
          <a:ln w="0">
            <a:noFill/>
            <a:prstDash val="solid"/>
          </a:ln>
        </p:spPr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48387C96-782C-4F82-A625-48C5D26A7A17}"/>
              </a:ext>
            </a:extLst>
          </p:cNvPr>
          <p:cNvSpPr>
            <a:spLocks noGrp="1"/>
          </p:cNvSpPr>
          <p:nvPr/>
        </p:nvSpPr>
        <p:spPr>
          <a:xfrm>
            <a:off x="685800" y="5819775"/>
            <a:ext cx="104775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500" b="0">
                <a:solidFill>
                  <a:srgbClr val="567F8B"/>
                </a:solidFill>
                <a:latin typeface="Noto Sans SC"/>
                <a:ea typeface="Noto Sans SC"/>
                <a:cs typeface="Noto Sans SC"/>
              </a:defRPr>
            </a:defPPr>
            <a:lvl1pPr algn="l">
              <a:defRPr sz="1500" b="0">
                <a:solidFill>
                  <a:srgbClr val="567F8B"/>
                </a:solidFill>
                <a:latin typeface="Noto Sans SC"/>
                <a:ea typeface="Noto Sans SC"/>
                <a:cs typeface="Noto Sans SC"/>
              </a:defRPr>
            </a:lvl1pPr>
            <a:lvl2pPr algn="l">
              <a:defRPr sz="1500" b="0">
                <a:solidFill>
                  <a:srgbClr val="567F8B"/>
                </a:solidFill>
                <a:latin typeface="Noto Sans SC"/>
                <a:ea typeface="Noto Sans SC"/>
                <a:cs typeface="Noto Sans SC"/>
              </a:defRPr>
            </a:lvl2pPr>
            <a:lvl3pPr algn="l">
              <a:defRPr sz="1500" b="0">
                <a:solidFill>
                  <a:srgbClr val="567F8B"/>
                </a:solidFill>
                <a:latin typeface="Noto Sans SC"/>
                <a:ea typeface="Noto Sans SC"/>
                <a:cs typeface="Noto Sans SC"/>
              </a:defRPr>
            </a:lvl3pPr>
            <a:lvl4pPr algn="l">
              <a:defRPr sz="1500" b="0">
                <a:solidFill>
                  <a:srgbClr val="567F8B"/>
                </a:solidFill>
                <a:latin typeface="Noto Sans SC"/>
                <a:ea typeface="Noto Sans SC"/>
                <a:cs typeface="Noto Sans SC"/>
              </a:defRPr>
            </a:lvl4pPr>
            <a:lvl5pPr algn="l">
              <a:defRPr sz="1500" b="0">
                <a:solidFill>
                  <a:srgbClr val="567F8B"/>
                </a:solidFill>
                <a:latin typeface="Noto Sans SC"/>
                <a:ea typeface="Noto Sans SC"/>
                <a:cs typeface="Noto Sans SC"/>
              </a:defRPr>
            </a:lvl5pPr>
            <a:lvl6pPr algn="l">
              <a:defRPr sz="1500" b="0">
                <a:solidFill>
                  <a:srgbClr val="567F8B"/>
                </a:solidFill>
                <a:latin typeface="Noto Sans SC"/>
                <a:ea typeface="Noto Sans SC"/>
                <a:cs typeface="Noto Sans SC"/>
              </a:defRPr>
            </a:lvl6pPr>
            <a:lvl7pPr algn="l">
              <a:defRPr sz="1500" b="0">
                <a:solidFill>
                  <a:srgbClr val="567F8B"/>
                </a:solidFill>
                <a:latin typeface="Noto Sans SC"/>
                <a:ea typeface="Noto Sans SC"/>
                <a:cs typeface="Noto Sans SC"/>
              </a:defRPr>
            </a:lvl7pPr>
            <a:lvl8pPr algn="l">
              <a:defRPr sz="1500" b="0">
                <a:solidFill>
                  <a:srgbClr val="567F8B"/>
                </a:solidFill>
                <a:latin typeface="Noto Sans SC"/>
                <a:ea typeface="Noto Sans SC"/>
                <a:cs typeface="Noto Sans SC"/>
              </a:defRPr>
            </a:lvl8pPr>
            <a:lvl9pPr algn="l">
              <a:defRPr sz="1500" b="0">
                <a:solidFill>
                  <a:srgbClr val="567F8B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l">
              <a:lnSpc>
                <a:spcPct val="100000"/>
              </a:lnSpc>
              <a:buNone/>
              <a:defRPr sz="1500" b="0">
                <a:solidFill>
                  <a:srgbClr val="567F8B"/>
                </a:solidFill>
                <a:latin typeface="Noto Sans SC"/>
                <a:ea typeface="Noto Sans SC"/>
                <a:cs typeface="Noto Sans SC"/>
              </a:defRPr>
            </a:pPr>
            <a:r>
              <a:rPr sz="2400" b="0">
                <a:solidFill>
                  <a:srgbClr val="567F8B"/>
                </a:solidFill>
                <a:latin typeface="Noto Sans SC"/>
                <a:ea typeface="Noto Sans SC"/>
                <a:cs typeface="Noto Sans SC"/>
              </a:rPr>
              <a:t>下一阶段：从</a:t>
            </a:r>
            <a:r>
              <a:rPr sz="2400" b="0" dirty="0">
                <a:solidFill>
                  <a:srgbClr val="567F8B"/>
                </a:solidFill>
                <a:latin typeface="Noto Sans SC"/>
                <a:ea typeface="Noto Sans SC"/>
                <a:cs typeface="Noto Sans SC"/>
              </a:rPr>
              <a:t> LoD3 </a:t>
            </a:r>
            <a:r>
              <a:rPr sz="2400" b="0" dirty="0" err="1">
                <a:solidFill>
                  <a:srgbClr val="567F8B"/>
                </a:solidFill>
                <a:latin typeface="Noto Sans SC"/>
                <a:ea typeface="Noto Sans SC"/>
                <a:cs typeface="Noto Sans SC"/>
              </a:rPr>
              <a:t>对齐预实验推进到</a:t>
            </a:r>
            <a:r>
              <a:rPr sz="2400" b="0" dirty="0">
                <a:solidFill>
                  <a:srgbClr val="567F8B"/>
                </a:solidFill>
                <a:latin typeface="Noto Sans SC"/>
                <a:ea typeface="Noto Sans SC"/>
                <a:cs typeface="Noto Sans SC"/>
              </a:rPr>
              <a:t> LoD1 </a:t>
            </a:r>
            <a:r>
              <a:rPr sz="2400" b="0" dirty="0" err="1">
                <a:solidFill>
                  <a:srgbClr val="567F8B"/>
                </a:solidFill>
                <a:latin typeface="Noto Sans SC"/>
                <a:ea typeface="Noto Sans SC"/>
                <a:cs typeface="Noto Sans SC"/>
              </a:rPr>
              <a:t>可见性检索</a:t>
            </a:r>
            <a:r>
              <a:rPr sz="2400" b="0" dirty="0">
                <a:solidFill>
                  <a:srgbClr val="567F8B"/>
                </a:solidFill>
                <a:latin typeface="Noto Sans SC"/>
                <a:ea typeface="Noto Sans SC"/>
                <a:cs typeface="Noto Sans SC"/>
              </a:rPr>
              <a:t>。</a:t>
            </a:r>
          </a:p>
        </p:txBody>
      </p:sp>
    </p:spTree>
    <p:extLst>
      <p:ext uri="{BB962C8B-B14F-4D97-AF65-F5344CB8AC3E}">
        <p14:creationId xmlns:p14="http://schemas.microsoft.com/office/powerpoint/2010/main" val="95057166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矩形 39">
            <a:extLst>
              <a:ext uri="{FF2B5EF4-FFF2-40B4-BE49-F238E27FC236}">
                <a16:creationId xmlns:a16="http://schemas.microsoft.com/office/drawing/2014/main" id="{4D4FA4D8-EF39-4395-9354-F6D499CF3D62}"/>
              </a:ext>
            </a:extLst>
          </p:cNvPr>
          <p:cNvSpPr>
            <a:spLocks noGrp="1"/>
          </p:cNvSpPr>
          <p:nvPr/>
        </p:nvSpPr>
        <p:spPr>
          <a:xfrm>
            <a:off x="361950" y="219075"/>
            <a:ext cx="10953750" cy="2952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1725" b="1">
                <a:solidFill>
                  <a:srgbClr val="26343C"/>
                </a:solidFill>
                <a:latin typeface="Noto Sans SC"/>
                <a:ea typeface="Noto Sans SC"/>
                <a:cs typeface="Noto Sans SC"/>
              </a:defRPr>
            </a:defPPr>
            <a:lvl1pPr algn="l">
              <a:defRPr sz="1725" b="1">
                <a:solidFill>
                  <a:srgbClr val="26343C"/>
                </a:solidFill>
                <a:latin typeface="Noto Sans SC"/>
                <a:ea typeface="Noto Sans SC"/>
                <a:cs typeface="Noto Sans SC"/>
              </a:defRPr>
            </a:lvl1pPr>
            <a:lvl2pPr algn="l">
              <a:defRPr sz="1725" b="1">
                <a:solidFill>
                  <a:srgbClr val="26343C"/>
                </a:solidFill>
                <a:latin typeface="Noto Sans SC"/>
                <a:ea typeface="Noto Sans SC"/>
                <a:cs typeface="Noto Sans SC"/>
              </a:defRPr>
            </a:lvl2pPr>
            <a:lvl3pPr algn="l">
              <a:defRPr sz="1725" b="1">
                <a:solidFill>
                  <a:srgbClr val="26343C"/>
                </a:solidFill>
                <a:latin typeface="Noto Sans SC"/>
                <a:ea typeface="Noto Sans SC"/>
                <a:cs typeface="Noto Sans SC"/>
              </a:defRPr>
            </a:lvl3pPr>
            <a:lvl4pPr algn="l">
              <a:defRPr sz="1725" b="1">
                <a:solidFill>
                  <a:srgbClr val="26343C"/>
                </a:solidFill>
                <a:latin typeface="Noto Sans SC"/>
                <a:ea typeface="Noto Sans SC"/>
                <a:cs typeface="Noto Sans SC"/>
              </a:defRPr>
            </a:lvl4pPr>
            <a:lvl5pPr algn="l">
              <a:defRPr sz="1725" b="1">
                <a:solidFill>
                  <a:srgbClr val="26343C"/>
                </a:solidFill>
                <a:latin typeface="Noto Sans SC"/>
                <a:ea typeface="Noto Sans SC"/>
                <a:cs typeface="Noto Sans SC"/>
              </a:defRPr>
            </a:lvl5pPr>
            <a:lvl6pPr algn="l">
              <a:defRPr sz="1725" b="1">
                <a:solidFill>
                  <a:srgbClr val="26343C"/>
                </a:solidFill>
                <a:latin typeface="Noto Sans SC"/>
                <a:ea typeface="Noto Sans SC"/>
                <a:cs typeface="Noto Sans SC"/>
              </a:defRPr>
            </a:lvl6pPr>
            <a:lvl7pPr algn="l">
              <a:defRPr sz="1725" b="1">
                <a:solidFill>
                  <a:srgbClr val="26343C"/>
                </a:solidFill>
                <a:latin typeface="Noto Sans SC"/>
                <a:ea typeface="Noto Sans SC"/>
                <a:cs typeface="Noto Sans SC"/>
              </a:defRPr>
            </a:lvl7pPr>
            <a:lvl8pPr algn="l">
              <a:defRPr sz="1725" b="1">
                <a:solidFill>
                  <a:srgbClr val="26343C"/>
                </a:solidFill>
                <a:latin typeface="Noto Sans SC"/>
                <a:ea typeface="Noto Sans SC"/>
                <a:cs typeface="Noto Sans SC"/>
              </a:defRPr>
            </a:lvl8pPr>
            <a:lvl9pPr algn="l">
              <a:defRPr sz="1725" b="1">
                <a:solidFill>
                  <a:srgbClr val="26343C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l">
              <a:lnSpc>
                <a:spcPct val="100000"/>
              </a:lnSpc>
              <a:buNone/>
              <a:defRPr sz="1725" b="1">
                <a:solidFill>
                  <a:srgbClr val="26343C"/>
                </a:solidFill>
                <a:latin typeface="Noto Sans SC"/>
                <a:ea typeface="Noto Sans SC"/>
                <a:cs typeface="Noto Sans SC"/>
              </a:defRPr>
            </a:pPr>
            <a:r>
              <a:rPr sz="1725" b="1">
                <a:solidFill>
                  <a:srgbClr val="26343C"/>
                </a:solidFill>
                <a:latin typeface="Noto Sans SC"/>
                <a:ea typeface="Noto Sans SC"/>
                <a:cs typeface="Noto Sans SC"/>
              </a:rPr>
              <a:t>技术路线  /  LoD3 预实验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6D0C3BA-4879-4C79-B97A-D986CDBAB4EE}"/>
              </a:ext>
            </a:extLst>
          </p:cNvPr>
          <p:cNvSpPr>
            <a:spLocks noGrp="1"/>
          </p:cNvSpPr>
          <p:nvPr/>
        </p:nvSpPr>
        <p:spPr>
          <a:xfrm>
            <a:off x="361950" y="609600"/>
            <a:ext cx="11468100" cy="66675"/>
          </a:xfrm>
          <a:prstGeom prst="rect">
            <a:avLst/>
          </a:prstGeom>
          <a:solidFill>
            <a:srgbClr val="A9BCC2"/>
          </a:solidFill>
          <a:ln w="0">
            <a:noFill/>
            <a:prstDash val="solid"/>
          </a:ln>
        </p:spPr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76EDA09C-5420-4CB6-AC00-1B734AAA147A}"/>
              </a:ext>
            </a:extLst>
          </p:cNvPr>
          <p:cNvSpPr>
            <a:spLocks noGrp="1"/>
          </p:cNvSpPr>
          <p:nvPr/>
        </p:nvSpPr>
        <p:spPr>
          <a:xfrm>
            <a:off x="609600" y="838200"/>
            <a:ext cx="10972800" cy="6000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2775" b="1">
                <a:solidFill>
                  <a:srgbClr val="26343C"/>
                </a:solidFill>
                <a:latin typeface="Noto Sans SC"/>
                <a:ea typeface="Noto Sans SC"/>
                <a:cs typeface="Noto Sans SC"/>
              </a:defRPr>
            </a:defPPr>
            <a:lvl1pPr algn="l">
              <a:defRPr sz="2775" b="1">
                <a:solidFill>
                  <a:srgbClr val="26343C"/>
                </a:solidFill>
                <a:latin typeface="Noto Sans SC"/>
                <a:ea typeface="Noto Sans SC"/>
                <a:cs typeface="Noto Sans SC"/>
              </a:defRPr>
            </a:lvl1pPr>
            <a:lvl2pPr algn="l">
              <a:defRPr sz="2775" b="1">
                <a:solidFill>
                  <a:srgbClr val="26343C"/>
                </a:solidFill>
                <a:latin typeface="Noto Sans SC"/>
                <a:ea typeface="Noto Sans SC"/>
                <a:cs typeface="Noto Sans SC"/>
              </a:defRPr>
            </a:lvl2pPr>
            <a:lvl3pPr algn="l">
              <a:defRPr sz="2775" b="1">
                <a:solidFill>
                  <a:srgbClr val="26343C"/>
                </a:solidFill>
                <a:latin typeface="Noto Sans SC"/>
                <a:ea typeface="Noto Sans SC"/>
                <a:cs typeface="Noto Sans SC"/>
              </a:defRPr>
            </a:lvl3pPr>
            <a:lvl4pPr algn="l">
              <a:defRPr sz="2775" b="1">
                <a:solidFill>
                  <a:srgbClr val="26343C"/>
                </a:solidFill>
                <a:latin typeface="Noto Sans SC"/>
                <a:ea typeface="Noto Sans SC"/>
                <a:cs typeface="Noto Sans SC"/>
              </a:defRPr>
            </a:lvl4pPr>
            <a:lvl5pPr algn="l">
              <a:defRPr sz="2775" b="1">
                <a:solidFill>
                  <a:srgbClr val="26343C"/>
                </a:solidFill>
                <a:latin typeface="Noto Sans SC"/>
                <a:ea typeface="Noto Sans SC"/>
                <a:cs typeface="Noto Sans SC"/>
              </a:defRPr>
            </a:lvl5pPr>
            <a:lvl6pPr algn="l">
              <a:defRPr sz="2775" b="1">
                <a:solidFill>
                  <a:srgbClr val="26343C"/>
                </a:solidFill>
                <a:latin typeface="Noto Sans SC"/>
                <a:ea typeface="Noto Sans SC"/>
                <a:cs typeface="Noto Sans SC"/>
              </a:defRPr>
            </a:lvl6pPr>
            <a:lvl7pPr algn="l">
              <a:defRPr sz="2775" b="1">
                <a:solidFill>
                  <a:srgbClr val="26343C"/>
                </a:solidFill>
                <a:latin typeface="Noto Sans SC"/>
                <a:ea typeface="Noto Sans SC"/>
                <a:cs typeface="Noto Sans SC"/>
              </a:defRPr>
            </a:lvl7pPr>
            <a:lvl8pPr algn="l">
              <a:defRPr sz="2775" b="1">
                <a:solidFill>
                  <a:srgbClr val="26343C"/>
                </a:solidFill>
                <a:latin typeface="Noto Sans SC"/>
                <a:ea typeface="Noto Sans SC"/>
                <a:cs typeface="Noto Sans SC"/>
              </a:defRPr>
            </a:lvl8pPr>
            <a:lvl9pPr algn="l">
              <a:defRPr sz="2775" b="1">
                <a:solidFill>
                  <a:srgbClr val="26343C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l">
              <a:lnSpc>
                <a:spcPct val="100000"/>
              </a:lnSpc>
              <a:buNone/>
              <a:defRPr sz="2775" b="1">
                <a:solidFill>
                  <a:srgbClr val="26343C"/>
                </a:solidFill>
                <a:latin typeface="Noto Sans SC"/>
                <a:ea typeface="Noto Sans SC"/>
                <a:cs typeface="Noto Sans SC"/>
              </a:defRPr>
            </a:pPr>
            <a:r>
              <a:rPr sz="2775" b="1">
                <a:solidFill>
                  <a:srgbClr val="26343C"/>
                </a:solidFill>
                <a:latin typeface="Noto Sans SC"/>
                <a:ea typeface="Noto Sans SC"/>
                <a:cs typeface="Noto Sans SC"/>
              </a:rPr>
              <a:t>从照片和已有 CityGML 到三维位置预览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C13FF9EE-82FB-4F06-A67E-E7EEF6742ABD}"/>
              </a:ext>
            </a:extLst>
          </p:cNvPr>
          <p:cNvSpPr>
            <a:spLocks noGrp="1"/>
          </p:cNvSpPr>
          <p:nvPr/>
        </p:nvSpPr>
        <p:spPr>
          <a:xfrm>
            <a:off x="609600" y="6410325"/>
            <a:ext cx="10972800" cy="9525"/>
          </a:xfrm>
          <a:prstGeom prst="rect">
            <a:avLst/>
          </a:prstGeom>
          <a:solidFill>
            <a:srgbClr val="B8C8CC"/>
          </a:solidFill>
          <a:ln w="0">
            <a:noFill/>
            <a:prstDash val="solid"/>
          </a:ln>
        </p:spPr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6F9545DB-606C-4D08-BFBB-BB1BE2B70039}"/>
              </a:ext>
            </a:extLst>
          </p:cNvPr>
          <p:cNvSpPr>
            <a:spLocks noGrp="1"/>
          </p:cNvSpPr>
          <p:nvPr/>
        </p:nvSpPr>
        <p:spPr>
          <a:xfrm>
            <a:off x="657225" y="1924050"/>
            <a:ext cx="2495550" cy="733425"/>
          </a:xfrm>
          <a:prstGeom prst="rect">
            <a:avLst/>
          </a:prstGeom>
          <a:solidFill>
            <a:srgbClr val="FFFFFF"/>
          </a:solidFill>
          <a:ln w="9525">
            <a:solidFill>
              <a:srgbClr val="B8C8CC"/>
            </a:solidFill>
            <a:prstDash val="solid"/>
          </a:ln>
        </p:spPr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504319EC-2969-458C-8768-043AA6E251D4}"/>
              </a:ext>
            </a:extLst>
          </p:cNvPr>
          <p:cNvSpPr>
            <a:spLocks noGrp="1"/>
          </p:cNvSpPr>
          <p:nvPr/>
        </p:nvSpPr>
        <p:spPr>
          <a:xfrm>
            <a:off x="809625" y="2047875"/>
            <a:ext cx="21907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1575" b="1">
                <a:solidFill>
                  <a:srgbClr val="26343C"/>
                </a:solidFill>
                <a:latin typeface="Noto Sans SC"/>
                <a:ea typeface="Noto Sans SC"/>
                <a:cs typeface="Noto Sans SC"/>
              </a:defRPr>
            </a:defPPr>
            <a:lvl1pPr algn="l">
              <a:defRPr sz="1575" b="1">
                <a:solidFill>
                  <a:srgbClr val="26343C"/>
                </a:solidFill>
                <a:latin typeface="Noto Sans SC"/>
                <a:ea typeface="Noto Sans SC"/>
                <a:cs typeface="Noto Sans SC"/>
              </a:defRPr>
            </a:lvl1pPr>
            <a:lvl2pPr algn="l">
              <a:defRPr sz="1575" b="1">
                <a:solidFill>
                  <a:srgbClr val="26343C"/>
                </a:solidFill>
                <a:latin typeface="Noto Sans SC"/>
                <a:ea typeface="Noto Sans SC"/>
                <a:cs typeface="Noto Sans SC"/>
              </a:defRPr>
            </a:lvl2pPr>
            <a:lvl3pPr algn="l">
              <a:defRPr sz="1575" b="1">
                <a:solidFill>
                  <a:srgbClr val="26343C"/>
                </a:solidFill>
                <a:latin typeface="Noto Sans SC"/>
                <a:ea typeface="Noto Sans SC"/>
                <a:cs typeface="Noto Sans SC"/>
              </a:defRPr>
            </a:lvl3pPr>
            <a:lvl4pPr algn="l">
              <a:defRPr sz="1575" b="1">
                <a:solidFill>
                  <a:srgbClr val="26343C"/>
                </a:solidFill>
                <a:latin typeface="Noto Sans SC"/>
                <a:ea typeface="Noto Sans SC"/>
                <a:cs typeface="Noto Sans SC"/>
              </a:defRPr>
            </a:lvl4pPr>
            <a:lvl5pPr algn="l">
              <a:defRPr sz="1575" b="1">
                <a:solidFill>
                  <a:srgbClr val="26343C"/>
                </a:solidFill>
                <a:latin typeface="Noto Sans SC"/>
                <a:ea typeface="Noto Sans SC"/>
                <a:cs typeface="Noto Sans SC"/>
              </a:defRPr>
            </a:lvl5pPr>
            <a:lvl6pPr algn="l">
              <a:defRPr sz="1575" b="1">
                <a:solidFill>
                  <a:srgbClr val="26343C"/>
                </a:solidFill>
                <a:latin typeface="Noto Sans SC"/>
                <a:ea typeface="Noto Sans SC"/>
                <a:cs typeface="Noto Sans SC"/>
              </a:defRPr>
            </a:lvl6pPr>
            <a:lvl7pPr algn="l">
              <a:defRPr sz="1575" b="1">
                <a:solidFill>
                  <a:srgbClr val="26343C"/>
                </a:solidFill>
                <a:latin typeface="Noto Sans SC"/>
                <a:ea typeface="Noto Sans SC"/>
                <a:cs typeface="Noto Sans SC"/>
              </a:defRPr>
            </a:lvl7pPr>
            <a:lvl8pPr algn="l">
              <a:defRPr sz="1575" b="1">
                <a:solidFill>
                  <a:srgbClr val="26343C"/>
                </a:solidFill>
                <a:latin typeface="Noto Sans SC"/>
                <a:ea typeface="Noto Sans SC"/>
                <a:cs typeface="Noto Sans SC"/>
              </a:defRPr>
            </a:lvl8pPr>
            <a:lvl9pPr algn="l">
              <a:defRPr sz="1575" b="1">
                <a:solidFill>
                  <a:srgbClr val="26343C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l">
              <a:lnSpc>
                <a:spcPct val="100000"/>
              </a:lnSpc>
              <a:buNone/>
              <a:defRPr sz="1575" b="1">
                <a:solidFill>
                  <a:srgbClr val="26343C"/>
                </a:solidFill>
                <a:latin typeface="Noto Sans SC"/>
                <a:ea typeface="Noto Sans SC"/>
                <a:cs typeface="Noto Sans SC"/>
              </a:defRPr>
            </a:pPr>
            <a:r>
              <a:rPr sz="1575" b="1">
                <a:solidFill>
                  <a:srgbClr val="26343C"/>
                </a:solidFill>
                <a:latin typeface="Noto Sans SC"/>
                <a:ea typeface="Noto Sans SC"/>
                <a:cs typeface="Noto Sans SC"/>
              </a:rPr>
              <a:t>真实立面照片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E61AAA9F-1247-4D75-9958-9D3D9BA357E0}"/>
              </a:ext>
            </a:extLst>
          </p:cNvPr>
          <p:cNvSpPr>
            <a:spLocks noGrp="1"/>
          </p:cNvSpPr>
          <p:nvPr/>
        </p:nvSpPr>
        <p:spPr>
          <a:xfrm>
            <a:off x="809625" y="2409825"/>
            <a:ext cx="21907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 fontScale="83333"/>
          </a:bodyPr>
          <a:lstStyle>
            <a:defPPr algn="l">
              <a:defRPr sz="1350" b="0">
                <a:solidFill>
                  <a:srgbClr val="5F7078"/>
                </a:solidFill>
                <a:latin typeface="Noto Sans SC"/>
                <a:ea typeface="Noto Sans SC"/>
                <a:cs typeface="Noto Sans SC"/>
              </a:defRPr>
            </a:defPPr>
            <a:lvl1pPr algn="l">
              <a:defRPr sz="1350" b="0">
                <a:solidFill>
                  <a:srgbClr val="5F7078"/>
                </a:solidFill>
                <a:latin typeface="Noto Sans SC"/>
                <a:ea typeface="Noto Sans SC"/>
                <a:cs typeface="Noto Sans SC"/>
              </a:defRPr>
            </a:lvl1pPr>
            <a:lvl2pPr algn="l">
              <a:defRPr sz="1350" b="0">
                <a:solidFill>
                  <a:srgbClr val="5F7078"/>
                </a:solidFill>
                <a:latin typeface="Noto Sans SC"/>
                <a:ea typeface="Noto Sans SC"/>
                <a:cs typeface="Noto Sans SC"/>
              </a:defRPr>
            </a:lvl2pPr>
            <a:lvl3pPr algn="l">
              <a:defRPr sz="1350" b="0">
                <a:solidFill>
                  <a:srgbClr val="5F7078"/>
                </a:solidFill>
                <a:latin typeface="Noto Sans SC"/>
                <a:ea typeface="Noto Sans SC"/>
                <a:cs typeface="Noto Sans SC"/>
              </a:defRPr>
            </a:lvl3pPr>
            <a:lvl4pPr algn="l">
              <a:defRPr sz="1350" b="0">
                <a:solidFill>
                  <a:srgbClr val="5F7078"/>
                </a:solidFill>
                <a:latin typeface="Noto Sans SC"/>
                <a:ea typeface="Noto Sans SC"/>
                <a:cs typeface="Noto Sans SC"/>
              </a:defRPr>
            </a:lvl4pPr>
            <a:lvl5pPr algn="l">
              <a:defRPr sz="1350" b="0">
                <a:solidFill>
                  <a:srgbClr val="5F7078"/>
                </a:solidFill>
                <a:latin typeface="Noto Sans SC"/>
                <a:ea typeface="Noto Sans SC"/>
                <a:cs typeface="Noto Sans SC"/>
              </a:defRPr>
            </a:lvl5pPr>
            <a:lvl6pPr algn="l">
              <a:defRPr sz="1350" b="0">
                <a:solidFill>
                  <a:srgbClr val="5F7078"/>
                </a:solidFill>
                <a:latin typeface="Noto Sans SC"/>
                <a:ea typeface="Noto Sans SC"/>
                <a:cs typeface="Noto Sans SC"/>
              </a:defRPr>
            </a:lvl6pPr>
            <a:lvl7pPr algn="l">
              <a:defRPr sz="1350" b="0">
                <a:solidFill>
                  <a:srgbClr val="5F7078"/>
                </a:solidFill>
                <a:latin typeface="Noto Sans SC"/>
                <a:ea typeface="Noto Sans SC"/>
                <a:cs typeface="Noto Sans SC"/>
              </a:defRPr>
            </a:lvl7pPr>
            <a:lvl8pPr algn="l">
              <a:defRPr sz="1350" b="0">
                <a:solidFill>
                  <a:srgbClr val="5F7078"/>
                </a:solidFill>
                <a:latin typeface="Noto Sans SC"/>
                <a:ea typeface="Noto Sans SC"/>
                <a:cs typeface="Noto Sans SC"/>
              </a:defRPr>
            </a:lvl8pPr>
            <a:lvl9pPr algn="l">
              <a:defRPr sz="1350" b="0">
                <a:solidFill>
                  <a:srgbClr val="5F7078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l">
              <a:lnSpc>
                <a:spcPct val="100000"/>
              </a:lnSpc>
              <a:buNone/>
              <a:defRPr sz="1350" b="0">
                <a:solidFill>
                  <a:srgbClr val="5F7078"/>
                </a:solidFill>
                <a:latin typeface="Noto Sans SC"/>
                <a:ea typeface="Noto Sans SC"/>
                <a:cs typeface="Noto Sans SC"/>
              </a:defRPr>
            </a:pPr>
            <a:r>
              <a:rPr sz="1350" b="0">
                <a:solidFill>
                  <a:srgbClr val="5F7078"/>
                </a:solidFill>
                <a:latin typeface="Noto Sans SC"/>
                <a:ea typeface="Noto Sans SC"/>
                <a:cs typeface="Noto Sans SC"/>
              </a:rPr>
              <a:t>17 张开发照片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2ED9FD13-5E88-4402-8088-909B2C4B416F}"/>
              </a:ext>
            </a:extLst>
          </p:cNvPr>
          <p:cNvSpPr>
            <a:spLocks noGrp="1"/>
          </p:cNvSpPr>
          <p:nvPr/>
        </p:nvSpPr>
        <p:spPr>
          <a:xfrm>
            <a:off x="9039225" y="1924050"/>
            <a:ext cx="2495550" cy="733425"/>
          </a:xfrm>
          <a:prstGeom prst="rect">
            <a:avLst/>
          </a:prstGeom>
          <a:solidFill>
            <a:srgbClr val="FFFFFF"/>
          </a:solidFill>
          <a:ln w="9525">
            <a:solidFill>
              <a:srgbClr val="B8C8CC"/>
            </a:solidFill>
            <a:prstDash val="solid"/>
          </a:ln>
        </p:spPr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BCCA7037-B511-4CE1-B4CD-5265532F942F}"/>
              </a:ext>
            </a:extLst>
          </p:cNvPr>
          <p:cNvSpPr>
            <a:spLocks noGrp="1"/>
          </p:cNvSpPr>
          <p:nvPr/>
        </p:nvSpPr>
        <p:spPr>
          <a:xfrm>
            <a:off x="9191625" y="2047875"/>
            <a:ext cx="21907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1575" b="1">
                <a:solidFill>
                  <a:srgbClr val="26343C"/>
                </a:solidFill>
                <a:latin typeface="Noto Sans SC"/>
                <a:ea typeface="Noto Sans SC"/>
                <a:cs typeface="Noto Sans SC"/>
              </a:defRPr>
            </a:defPPr>
            <a:lvl1pPr algn="l">
              <a:defRPr sz="1575" b="1">
                <a:solidFill>
                  <a:srgbClr val="26343C"/>
                </a:solidFill>
                <a:latin typeface="Noto Sans SC"/>
                <a:ea typeface="Noto Sans SC"/>
                <a:cs typeface="Noto Sans SC"/>
              </a:defRPr>
            </a:lvl1pPr>
            <a:lvl2pPr algn="l">
              <a:defRPr sz="1575" b="1">
                <a:solidFill>
                  <a:srgbClr val="26343C"/>
                </a:solidFill>
                <a:latin typeface="Noto Sans SC"/>
                <a:ea typeface="Noto Sans SC"/>
                <a:cs typeface="Noto Sans SC"/>
              </a:defRPr>
            </a:lvl2pPr>
            <a:lvl3pPr algn="l">
              <a:defRPr sz="1575" b="1">
                <a:solidFill>
                  <a:srgbClr val="26343C"/>
                </a:solidFill>
                <a:latin typeface="Noto Sans SC"/>
                <a:ea typeface="Noto Sans SC"/>
                <a:cs typeface="Noto Sans SC"/>
              </a:defRPr>
            </a:lvl3pPr>
            <a:lvl4pPr algn="l">
              <a:defRPr sz="1575" b="1">
                <a:solidFill>
                  <a:srgbClr val="26343C"/>
                </a:solidFill>
                <a:latin typeface="Noto Sans SC"/>
                <a:ea typeface="Noto Sans SC"/>
                <a:cs typeface="Noto Sans SC"/>
              </a:defRPr>
            </a:lvl4pPr>
            <a:lvl5pPr algn="l">
              <a:defRPr sz="1575" b="1">
                <a:solidFill>
                  <a:srgbClr val="26343C"/>
                </a:solidFill>
                <a:latin typeface="Noto Sans SC"/>
                <a:ea typeface="Noto Sans SC"/>
                <a:cs typeface="Noto Sans SC"/>
              </a:defRPr>
            </a:lvl5pPr>
            <a:lvl6pPr algn="l">
              <a:defRPr sz="1575" b="1">
                <a:solidFill>
                  <a:srgbClr val="26343C"/>
                </a:solidFill>
                <a:latin typeface="Noto Sans SC"/>
                <a:ea typeface="Noto Sans SC"/>
                <a:cs typeface="Noto Sans SC"/>
              </a:defRPr>
            </a:lvl6pPr>
            <a:lvl7pPr algn="l">
              <a:defRPr sz="1575" b="1">
                <a:solidFill>
                  <a:srgbClr val="26343C"/>
                </a:solidFill>
                <a:latin typeface="Noto Sans SC"/>
                <a:ea typeface="Noto Sans SC"/>
                <a:cs typeface="Noto Sans SC"/>
              </a:defRPr>
            </a:lvl7pPr>
            <a:lvl8pPr algn="l">
              <a:defRPr sz="1575" b="1">
                <a:solidFill>
                  <a:srgbClr val="26343C"/>
                </a:solidFill>
                <a:latin typeface="Noto Sans SC"/>
                <a:ea typeface="Noto Sans SC"/>
                <a:cs typeface="Noto Sans SC"/>
              </a:defRPr>
            </a:lvl8pPr>
            <a:lvl9pPr algn="l">
              <a:defRPr sz="1575" b="1">
                <a:solidFill>
                  <a:srgbClr val="26343C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l">
              <a:lnSpc>
                <a:spcPct val="100000"/>
              </a:lnSpc>
              <a:buNone/>
              <a:defRPr sz="1575" b="1">
                <a:solidFill>
                  <a:srgbClr val="26343C"/>
                </a:solidFill>
                <a:latin typeface="Noto Sans SC"/>
                <a:ea typeface="Noto Sans SC"/>
                <a:cs typeface="Noto Sans SC"/>
              </a:defRPr>
            </a:pPr>
            <a:r>
              <a:rPr sz="1575" b="1">
                <a:solidFill>
                  <a:srgbClr val="26343C"/>
                </a:solidFill>
                <a:latin typeface="Noto Sans SC"/>
                <a:ea typeface="Noto Sans SC"/>
                <a:cs typeface="Noto Sans SC"/>
              </a:rPr>
              <a:t>LoD3 模型与渲染图库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CC8C108A-57E8-4C20-B59C-142426E7DCF8}"/>
              </a:ext>
            </a:extLst>
          </p:cNvPr>
          <p:cNvSpPr>
            <a:spLocks noGrp="1"/>
          </p:cNvSpPr>
          <p:nvPr/>
        </p:nvSpPr>
        <p:spPr>
          <a:xfrm>
            <a:off x="9191625" y="2409825"/>
            <a:ext cx="21907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 fontScale="93750"/>
          </a:bodyPr>
          <a:lstStyle>
            <a:defPPr algn="l">
              <a:defRPr sz="1200" b="0">
                <a:solidFill>
                  <a:srgbClr val="5F7078"/>
                </a:solidFill>
                <a:latin typeface="Noto Sans SC"/>
                <a:ea typeface="Noto Sans SC"/>
                <a:cs typeface="Noto Sans SC"/>
              </a:defRPr>
            </a:defPPr>
            <a:lvl1pPr algn="l">
              <a:defRPr sz="1200" b="0">
                <a:solidFill>
                  <a:srgbClr val="5F7078"/>
                </a:solidFill>
                <a:latin typeface="Noto Sans SC"/>
                <a:ea typeface="Noto Sans SC"/>
                <a:cs typeface="Noto Sans SC"/>
              </a:defRPr>
            </a:lvl1pPr>
            <a:lvl2pPr algn="l">
              <a:defRPr sz="1200" b="0">
                <a:solidFill>
                  <a:srgbClr val="5F7078"/>
                </a:solidFill>
                <a:latin typeface="Noto Sans SC"/>
                <a:ea typeface="Noto Sans SC"/>
                <a:cs typeface="Noto Sans SC"/>
              </a:defRPr>
            </a:lvl2pPr>
            <a:lvl3pPr algn="l">
              <a:defRPr sz="1200" b="0">
                <a:solidFill>
                  <a:srgbClr val="5F7078"/>
                </a:solidFill>
                <a:latin typeface="Noto Sans SC"/>
                <a:ea typeface="Noto Sans SC"/>
                <a:cs typeface="Noto Sans SC"/>
              </a:defRPr>
            </a:lvl3pPr>
            <a:lvl4pPr algn="l">
              <a:defRPr sz="1200" b="0">
                <a:solidFill>
                  <a:srgbClr val="5F7078"/>
                </a:solidFill>
                <a:latin typeface="Noto Sans SC"/>
                <a:ea typeface="Noto Sans SC"/>
                <a:cs typeface="Noto Sans SC"/>
              </a:defRPr>
            </a:lvl4pPr>
            <a:lvl5pPr algn="l">
              <a:defRPr sz="1200" b="0">
                <a:solidFill>
                  <a:srgbClr val="5F7078"/>
                </a:solidFill>
                <a:latin typeface="Noto Sans SC"/>
                <a:ea typeface="Noto Sans SC"/>
                <a:cs typeface="Noto Sans SC"/>
              </a:defRPr>
            </a:lvl5pPr>
            <a:lvl6pPr algn="l">
              <a:defRPr sz="1200" b="0">
                <a:solidFill>
                  <a:srgbClr val="5F7078"/>
                </a:solidFill>
                <a:latin typeface="Noto Sans SC"/>
                <a:ea typeface="Noto Sans SC"/>
                <a:cs typeface="Noto Sans SC"/>
              </a:defRPr>
            </a:lvl6pPr>
            <a:lvl7pPr algn="l">
              <a:defRPr sz="1200" b="0">
                <a:solidFill>
                  <a:srgbClr val="5F7078"/>
                </a:solidFill>
                <a:latin typeface="Noto Sans SC"/>
                <a:ea typeface="Noto Sans SC"/>
                <a:cs typeface="Noto Sans SC"/>
              </a:defRPr>
            </a:lvl7pPr>
            <a:lvl8pPr algn="l">
              <a:defRPr sz="1200" b="0">
                <a:solidFill>
                  <a:srgbClr val="5F7078"/>
                </a:solidFill>
                <a:latin typeface="Noto Sans SC"/>
                <a:ea typeface="Noto Sans SC"/>
                <a:cs typeface="Noto Sans SC"/>
              </a:defRPr>
            </a:lvl8pPr>
            <a:lvl9pPr algn="l">
              <a:defRPr sz="1200" b="0">
                <a:solidFill>
                  <a:srgbClr val="5F7078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l">
              <a:lnSpc>
                <a:spcPct val="100000"/>
              </a:lnSpc>
              <a:buNone/>
              <a:defRPr sz="1200" b="0">
                <a:solidFill>
                  <a:srgbClr val="5F7078"/>
                </a:solidFill>
                <a:latin typeface="Noto Sans SC"/>
                <a:ea typeface="Noto Sans SC"/>
                <a:cs typeface="Noto Sans SC"/>
              </a:defRPr>
            </a:pPr>
            <a:r>
              <a:rPr sz="1200" b="0">
                <a:solidFill>
                  <a:srgbClr val="5F7078"/>
                </a:solidFill>
                <a:latin typeface="Noto Sans SC"/>
                <a:ea typeface="Noto Sans SC"/>
                <a:cs typeface="Noto Sans SC"/>
              </a:rPr>
              <a:t>27 栋建筑、145 张 0° 墙面图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302BE1B4-8C6F-4753-AAE7-A80CE76215AC}"/>
              </a:ext>
            </a:extLst>
          </p:cNvPr>
          <p:cNvSpPr>
            <a:spLocks noGrp="1"/>
          </p:cNvSpPr>
          <p:nvPr/>
        </p:nvSpPr>
        <p:spPr>
          <a:xfrm>
            <a:off x="657225" y="4010025"/>
            <a:ext cx="2495550" cy="838200"/>
          </a:xfrm>
          <a:prstGeom prst="rect">
            <a:avLst/>
          </a:prstGeom>
          <a:solidFill>
            <a:srgbClr val="DCE8E9"/>
          </a:solidFill>
          <a:ln w="9525">
            <a:solidFill>
              <a:srgbClr val="B8C8CC"/>
            </a:solidFill>
            <a:prstDash val="solid"/>
          </a:ln>
        </p:spPr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4ED4CFD6-885D-4536-ABF3-D16334EC334C}"/>
              </a:ext>
            </a:extLst>
          </p:cNvPr>
          <p:cNvSpPr>
            <a:spLocks noGrp="1"/>
          </p:cNvSpPr>
          <p:nvPr/>
        </p:nvSpPr>
        <p:spPr>
          <a:xfrm>
            <a:off x="809625" y="4133850"/>
            <a:ext cx="21907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1575" b="1">
                <a:solidFill>
                  <a:srgbClr val="26343C"/>
                </a:solidFill>
                <a:latin typeface="Noto Sans SC"/>
                <a:ea typeface="Noto Sans SC"/>
                <a:cs typeface="Noto Sans SC"/>
              </a:defRPr>
            </a:defPPr>
            <a:lvl1pPr algn="l">
              <a:defRPr sz="1575" b="1">
                <a:solidFill>
                  <a:srgbClr val="26343C"/>
                </a:solidFill>
                <a:latin typeface="Noto Sans SC"/>
                <a:ea typeface="Noto Sans SC"/>
                <a:cs typeface="Noto Sans SC"/>
              </a:defRPr>
            </a:lvl1pPr>
            <a:lvl2pPr algn="l">
              <a:defRPr sz="1575" b="1">
                <a:solidFill>
                  <a:srgbClr val="26343C"/>
                </a:solidFill>
                <a:latin typeface="Noto Sans SC"/>
                <a:ea typeface="Noto Sans SC"/>
                <a:cs typeface="Noto Sans SC"/>
              </a:defRPr>
            </a:lvl2pPr>
            <a:lvl3pPr algn="l">
              <a:defRPr sz="1575" b="1">
                <a:solidFill>
                  <a:srgbClr val="26343C"/>
                </a:solidFill>
                <a:latin typeface="Noto Sans SC"/>
                <a:ea typeface="Noto Sans SC"/>
                <a:cs typeface="Noto Sans SC"/>
              </a:defRPr>
            </a:lvl3pPr>
            <a:lvl4pPr algn="l">
              <a:defRPr sz="1575" b="1">
                <a:solidFill>
                  <a:srgbClr val="26343C"/>
                </a:solidFill>
                <a:latin typeface="Noto Sans SC"/>
                <a:ea typeface="Noto Sans SC"/>
                <a:cs typeface="Noto Sans SC"/>
              </a:defRPr>
            </a:lvl4pPr>
            <a:lvl5pPr algn="l">
              <a:defRPr sz="1575" b="1">
                <a:solidFill>
                  <a:srgbClr val="26343C"/>
                </a:solidFill>
                <a:latin typeface="Noto Sans SC"/>
                <a:ea typeface="Noto Sans SC"/>
                <a:cs typeface="Noto Sans SC"/>
              </a:defRPr>
            </a:lvl5pPr>
            <a:lvl6pPr algn="l">
              <a:defRPr sz="1575" b="1">
                <a:solidFill>
                  <a:srgbClr val="26343C"/>
                </a:solidFill>
                <a:latin typeface="Noto Sans SC"/>
                <a:ea typeface="Noto Sans SC"/>
                <a:cs typeface="Noto Sans SC"/>
              </a:defRPr>
            </a:lvl6pPr>
            <a:lvl7pPr algn="l">
              <a:defRPr sz="1575" b="1">
                <a:solidFill>
                  <a:srgbClr val="26343C"/>
                </a:solidFill>
                <a:latin typeface="Noto Sans SC"/>
                <a:ea typeface="Noto Sans SC"/>
                <a:cs typeface="Noto Sans SC"/>
              </a:defRPr>
            </a:lvl7pPr>
            <a:lvl8pPr algn="l">
              <a:defRPr sz="1575" b="1">
                <a:solidFill>
                  <a:srgbClr val="26343C"/>
                </a:solidFill>
                <a:latin typeface="Noto Sans SC"/>
                <a:ea typeface="Noto Sans SC"/>
                <a:cs typeface="Noto Sans SC"/>
              </a:defRPr>
            </a:lvl8pPr>
            <a:lvl9pPr algn="l">
              <a:defRPr sz="1575" b="1">
                <a:solidFill>
                  <a:srgbClr val="26343C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l">
              <a:lnSpc>
                <a:spcPct val="100000"/>
              </a:lnSpc>
              <a:buNone/>
              <a:defRPr sz="1575" b="1">
                <a:solidFill>
                  <a:srgbClr val="26343C"/>
                </a:solidFill>
                <a:latin typeface="Noto Sans SC"/>
                <a:ea typeface="Noto Sans SC"/>
                <a:cs typeface="Noto Sans SC"/>
              </a:defRPr>
            </a:pPr>
            <a:r>
              <a:rPr sz="1575" b="1">
                <a:solidFill>
                  <a:srgbClr val="26343C"/>
                </a:solidFill>
                <a:latin typeface="Noto Sans SC"/>
                <a:ea typeface="Noto Sans SC"/>
                <a:cs typeface="Noto Sans SC"/>
              </a:rPr>
              <a:t>Grounding DINO 1.6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8020AAAC-0D32-45AE-ADA0-F241B10F082A}"/>
              </a:ext>
            </a:extLst>
          </p:cNvPr>
          <p:cNvSpPr>
            <a:spLocks noGrp="1"/>
          </p:cNvSpPr>
          <p:nvPr/>
        </p:nvSpPr>
        <p:spPr>
          <a:xfrm>
            <a:off x="809625" y="4495800"/>
            <a:ext cx="2190750" cy="2762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1275" b="0">
                <a:solidFill>
                  <a:srgbClr val="5F7078"/>
                </a:solidFill>
                <a:latin typeface="Noto Sans SC"/>
                <a:ea typeface="Noto Sans SC"/>
                <a:cs typeface="Noto Sans SC"/>
              </a:defRPr>
            </a:defPPr>
            <a:lvl1pPr algn="l">
              <a:defRPr sz="1275" b="0">
                <a:solidFill>
                  <a:srgbClr val="5F7078"/>
                </a:solidFill>
                <a:latin typeface="Noto Sans SC"/>
                <a:ea typeface="Noto Sans SC"/>
                <a:cs typeface="Noto Sans SC"/>
              </a:defRPr>
            </a:lvl1pPr>
            <a:lvl2pPr algn="l">
              <a:defRPr sz="1275" b="0">
                <a:solidFill>
                  <a:srgbClr val="5F7078"/>
                </a:solidFill>
                <a:latin typeface="Noto Sans SC"/>
                <a:ea typeface="Noto Sans SC"/>
                <a:cs typeface="Noto Sans SC"/>
              </a:defRPr>
            </a:lvl2pPr>
            <a:lvl3pPr algn="l">
              <a:defRPr sz="1275" b="0">
                <a:solidFill>
                  <a:srgbClr val="5F7078"/>
                </a:solidFill>
                <a:latin typeface="Noto Sans SC"/>
                <a:ea typeface="Noto Sans SC"/>
                <a:cs typeface="Noto Sans SC"/>
              </a:defRPr>
            </a:lvl3pPr>
            <a:lvl4pPr algn="l">
              <a:defRPr sz="1275" b="0">
                <a:solidFill>
                  <a:srgbClr val="5F7078"/>
                </a:solidFill>
                <a:latin typeface="Noto Sans SC"/>
                <a:ea typeface="Noto Sans SC"/>
                <a:cs typeface="Noto Sans SC"/>
              </a:defRPr>
            </a:lvl4pPr>
            <a:lvl5pPr algn="l">
              <a:defRPr sz="1275" b="0">
                <a:solidFill>
                  <a:srgbClr val="5F7078"/>
                </a:solidFill>
                <a:latin typeface="Noto Sans SC"/>
                <a:ea typeface="Noto Sans SC"/>
                <a:cs typeface="Noto Sans SC"/>
              </a:defRPr>
            </a:lvl5pPr>
            <a:lvl6pPr algn="l">
              <a:defRPr sz="1275" b="0">
                <a:solidFill>
                  <a:srgbClr val="5F7078"/>
                </a:solidFill>
                <a:latin typeface="Noto Sans SC"/>
                <a:ea typeface="Noto Sans SC"/>
                <a:cs typeface="Noto Sans SC"/>
              </a:defRPr>
            </a:lvl6pPr>
            <a:lvl7pPr algn="l">
              <a:defRPr sz="1275" b="0">
                <a:solidFill>
                  <a:srgbClr val="5F7078"/>
                </a:solidFill>
                <a:latin typeface="Noto Sans SC"/>
                <a:ea typeface="Noto Sans SC"/>
                <a:cs typeface="Noto Sans SC"/>
              </a:defRPr>
            </a:lvl7pPr>
            <a:lvl8pPr algn="l">
              <a:defRPr sz="1275" b="0">
                <a:solidFill>
                  <a:srgbClr val="5F7078"/>
                </a:solidFill>
                <a:latin typeface="Noto Sans SC"/>
                <a:ea typeface="Noto Sans SC"/>
                <a:cs typeface="Noto Sans SC"/>
              </a:defRPr>
            </a:lvl8pPr>
            <a:lvl9pPr algn="l">
              <a:defRPr sz="1275" b="0">
                <a:solidFill>
                  <a:srgbClr val="5F7078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l">
              <a:lnSpc>
                <a:spcPct val="100000"/>
              </a:lnSpc>
              <a:buNone/>
              <a:defRPr sz="1275" b="0">
                <a:solidFill>
                  <a:srgbClr val="5F7078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0">
                <a:solidFill>
                  <a:srgbClr val="5F7078"/>
                </a:solidFill>
                <a:latin typeface="Noto Sans SC"/>
                <a:ea typeface="Noto Sans SC"/>
                <a:cs typeface="Noto Sans SC"/>
              </a:rPr>
              <a:t>门窗框与原图像素坐标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4A99C451-E768-4FF5-B1CC-3C53E65E1CAE}"/>
              </a:ext>
            </a:extLst>
          </p:cNvPr>
          <p:cNvSpPr>
            <a:spLocks noGrp="1"/>
          </p:cNvSpPr>
          <p:nvPr/>
        </p:nvSpPr>
        <p:spPr>
          <a:xfrm>
            <a:off x="9039225" y="4010025"/>
            <a:ext cx="2495550" cy="838200"/>
          </a:xfrm>
          <a:prstGeom prst="rect">
            <a:avLst/>
          </a:prstGeom>
          <a:solidFill>
            <a:srgbClr val="DCE8E9"/>
          </a:solidFill>
          <a:ln w="9525">
            <a:solidFill>
              <a:srgbClr val="B8C8CC"/>
            </a:solidFill>
            <a:prstDash val="solid"/>
          </a:ln>
        </p:spPr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8AC15FBC-FAFF-4F12-8E2B-E184C81B47C7}"/>
              </a:ext>
            </a:extLst>
          </p:cNvPr>
          <p:cNvSpPr>
            <a:spLocks noGrp="1"/>
          </p:cNvSpPr>
          <p:nvPr/>
        </p:nvSpPr>
        <p:spPr>
          <a:xfrm>
            <a:off x="9191625" y="4133850"/>
            <a:ext cx="21907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1575" b="1">
                <a:solidFill>
                  <a:srgbClr val="26343C"/>
                </a:solidFill>
                <a:latin typeface="Noto Sans SC"/>
                <a:ea typeface="Noto Sans SC"/>
                <a:cs typeface="Noto Sans SC"/>
              </a:defRPr>
            </a:defPPr>
            <a:lvl1pPr algn="l">
              <a:defRPr sz="1575" b="1">
                <a:solidFill>
                  <a:srgbClr val="26343C"/>
                </a:solidFill>
                <a:latin typeface="Noto Sans SC"/>
                <a:ea typeface="Noto Sans SC"/>
                <a:cs typeface="Noto Sans SC"/>
              </a:defRPr>
            </a:lvl1pPr>
            <a:lvl2pPr algn="l">
              <a:defRPr sz="1575" b="1">
                <a:solidFill>
                  <a:srgbClr val="26343C"/>
                </a:solidFill>
                <a:latin typeface="Noto Sans SC"/>
                <a:ea typeface="Noto Sans SC"/>
                <a:cs typeface="Noto Sans SC"/>
              </a:defRPr>
            </a:lvl2pPr>
            <a:lvl3pPr algn="l">
              <a:defRPr sz="1575" b="1">
                <a:solidFill>
                  <a:srgbClr val="26343C"/>
                </a:solidFill>
                <a:latin typeface="Noto Sans SC"/>
                <a:ea typeface="Noto Sans SC"/>
                <a:cs typeface="Noto Sans SC"/>
              </a:defRPr>
            </a:lvl3pPr>
            <a:lvl4pPr algn="l">
              <a:defRPr sz="1575" b="1">
                <a:solidFill>
                  <a:srgbClr val="26343C"/>
                </a:solidFill>
                <a:latin typeface="Noto Sans SC"/>
                <a:ea typeface="Noto Sans SC"/>
                <a:cs typeface="Noto Sans SC"/>
              </a:defRPr>
            </a:lvl4pPr>
            <a:lvl5pPr algn="l">
              <a:defRPr sz="1575" b="1">
                <a:solidFill>
                  <a:srgbClr val="26343C"/>
                </a:solidFill>
                <a:latin typeface="Noto Sans SC"/>
                <a:ea typeface="Noto Sans SC"/>
                <a:cs typeface="Noto Sans SC"/>
              </a:defRPr>
            </a:lvl5pPr>
            <a:lvl6pPr algn="l">
              <a:defRPr sz="1575" b="1">
                <a:solidFill>
                  <a:srgbClr val="26343C"/>
                </a:solidFill>
                <a:latin typeface="Noto Sans SC"/>
                <a:ea typeface="Noto Sans SC"/>
                <a:cs typeface="Noto Sans SC"/>
              </a:defRPr>
            </a:lvl6pPr>
            <a:lvl7pPr algn="l">
              <a:defRPr sz="1575" b="1">
                <a:solidFill>
                  <a:srgbClr val="26343C"/>
                </a:solidFill>
                <a:latin typeface="Noto Sans SC"/>
                <a:ea typeface="Noto Sans SC"/>
                <a:cs typeface="Noto Sans SC"/>
              </a:defRPr>
            </a:lvl7pPr>
            <a:lvl8pPr algn="l">
              <a:defRPr sz="1575" b="1">
                <a:solidFill>
                  <a:srgbClr val="26343C"/>
                </a:solidFill>
                <a:latin typeface="Noto Sans SC"/>
                <a:ea typeface="Noto Sans SC"/>
                <a:cs typeface="Noto Sans SC"/>
              </a:defRPr>
            </a:lvl8pPr>
            <a:lvl9pPr algn="l">
              <a:defRPr sz="1575" b="1">
                <a:solidFill>
                  <a:srgbClr val="26343C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l">
              <a:lnSpc>
                <a:spcPct val="100000"/>
              </a:lnSpc>
              <a:buNone/>
              <a:defRPr sz="1575" b="1">
                <a:solidFill>
                  <a:srgbClr val="26343C"/>
                </a:solidFill>
                <a:latin typeface="Noto Sans SC"/>
                <a:ea typeface="Noto Sans SC"/>
                <a:cs typeface="Noto Sans SC"/>
              </a:defRPr>
            </a:pPr>
            <a:r>
              <a:rPr sz="1575" b="1">
                <a:solidFill>
                  <a:srgbClr val="26343C"/>
                </a:solidFill>
                <a:latin typeface="Noto Sans SC"/>
                <a:ea typeface="Noto Sans SC"/>
                <a:cs typeface="Noto Sans SC"/>
              </a:rPr>
              <a:t>原模型窗中心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DECB2452-4B93-4112-BF0D-2CDB3D978179}"/>
              </a:ext>
            </a:extLst>
          </p:cNvPr>
          <p:cNvSpPr>
            <a:spLocks noGrp="1"/>
          </p:cNvSpPr>
          <p:nvPr/>
        </p:nvSpPr>
        <p:spPr>
          <a:xfrm>
            <a:off x="9191625" y="4495800"/>
            <a:ext cx="2190750" cy="2762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1275" b="0">
                <a:solidFill>
                  <a:srgbClr val="5F7078"/>
                </a:solidFill>
                <a:latin typeface="Noto Sans SC"/>
                <a:ea typeface="Noto Sans SC"/>
                <a:cs typeface="Noto Sans SC"/>
              </a:defRPr>
            </a:defPPr>
            <a:lvl1pPr algn="l">
              <a:defRPr sz="1275" b="0">
                <a:solidFill>
                  <a:srgbClr val="5F7078"/>
                </a:solidFill>
                <a:latin typeface="Noto Sans SC"/>
                <a:ea typeface="Noto Sans SC"/>
                <a:cs typeface="Noto Sans SC"/>
              </a:defRPr>
            </a:lvl1pPr>
            <a:lvl2pPr algn="l">
              <a:defRPr sz="1275" b="0">
                <a:solidFill>
                  <a:srgbClr val="5F7078"/>
                </a:solidFill>
                <a:latin typeface="Noto Sans SC"/>
                <a:ea typeface="Noto Sans SC"/>
                <a:cs typeface="Noto Sans SC"/>
              </a:defRPr>
            </a:lvl2pPr>
            <a:lvl3pPr algn="l">
              <a:defRPr sz="1275" b="0">
                <a:solidFill>
                  <a:srgbClr val="5F7078"/>
                </a:solidFill>
                <a:latin typeface="Noto Sans SC"/>
                <a:ea typeface="Noto Sans SC"/>
                <a:cs typeface="Noto Sans SC"/>
              </a:defRPr>
            </a:lvl3pPr>
            <a:lvl4pPr algn="l">
              <a:defRPr sz="1275" b="0">
                <a:solidFill>
                  <a:srgbClr val="5F7078"/>
                </a:solidFill>
                <a:latin typeface="Noto Sans SC"/>
                <a:ea typeface="Noto Sans SC"/>
                <a:cs typeface="Noto Sans SC"/>
              </a:defRPr>
            </a:lvl4pPr>
            <a:lvl5pPr algn="l">
              <a:defRPr sz="1275" b="0">
                <a:solidFill>
                  <a:srgbClr val="5F7078"/>
                </a:solidFill>
                <a:latin typeface="Noto Sans SC"/>
                <a:ea typeface="Noto Sans SC"/>
                <a:cs typeface="Noto Sans SC"/>
              </a:defRPr>
            </a:lvl5pPr>
            <a:lvl6pPr algn="l">
              <a:defRPr sz="1275" b="0">
                <a:solidFill>
                  <a:srgbClr val="5F7078"/>
                </a:solidFill>
                <a:latin typeface="Noto Sans SC"/>
                <a:ea typeface="Noto Sans SC"/>
                <a:cs typeface="Noto Sans SC"/>
              </a:defRPr>
            </a:lvl6pPr>
            <a:lvl7pPr algn="l">
              <a:defRPr sz="1275" b="0">
                <a:solidFill>
                  <a:srgbClr val="5F7078"/>
                </a:solidFill>
                <a:latin typeface="Noto Sans SC"/>
                <a:ea typeface="Noto Sans SC"/>
                <a:cs typeface="Noto Sans SC"/>
              </a:defRPr>
            </a:lvl7pPr>
            <a:lvl8pPr algn="l">
              <a:defRPr sz="1275" b="0">
                <a:solidFill>
                  <a:srgbClr val="5F7078"/>
                </a:solidFill>
                <a:latin typeface="Noto Sans SC"/>
                <a:ea typeface="Noto Sans SC"/>
                <a:cs typeface="Noto Sans SC"/>
              </a:defRPr>
            </a:lvl8pPr>
            <a:lvl9pPr algn="l">
              <a:defRPr sz="1275" b="0">
                <a:solidFill>
                  <a:srgbClr val="5F7078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l">
              <a:lnSpc>
                <a:spcPct val="100000"/>
              </a:lnSpc>
              <a:buNone/>
              <a:defRPr sz="1275" b="0">
                <a:solidFill>
                  <a:srgbClr val="5F7078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0">
                <a:solidFill>
                  <a:srgbClr val="5F7078"/>
                </a:solidFill>
                <a:latin typeface="Noto Sans SC"/>
                <a:ea typeface="Noto Sans SC"/>
                <a:cs typeface="Noto Sans SC"/>
              </a:rPr>
              <a:t>CityGML Window 构件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818B247A-9060-4303-A2A7-088185A2086F}"/>
              </a:ext>
            </a:extLst>
          </p:cNvPr>
          <p:cNvSpPr>
            <a:spLocks noGrp="1"/>
          </p:cNvSpPr>
          <p:nvPr/>
        </p:nvSpPr>
        <p:spPr>
          <a:xfrm>
            <a:off x="1895475" y="2676525"/>
            <a:ext cx="19050" cy="1009650"/>
          </a:xfrm>
          <a:prstGeom prst="rect">
            <a:avLst/>
          </a:prstGeom>
          <a:solidFill>
            <a:srgbClr val="B8C8CC"/>
          </a:solidFill>
          <a:ln w="0">
            <a:noFill/>
            <a:prstDash val="solid"/>
          </a:ln>
        </p:spPr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4389A082-783D-4BE8-AAFF-92A334A4511C}"/>
              </a:ext>
            </a:extLst>
          </p:cNvPr>
          <p:cNvSpPr>
            <a:spLocks noGrp="1"/>
          </p:cNvSpPr>
          <p:nvPr/>
        </p:nvSpPr>
        <p:spPr>
          <a:xfrm>
            <a:off x="1695450" y="3638550"/>
            <a:ext cx="4191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2250" b="0">
                <a:solidFill>
                  <a:srgbClr val="567F8B"/>
                </a:solidFill>
                <a:latin typeface="Georgia"/>
                <a:ea typeface="Georgia"/>
                <a:cs typeface="Georgia"/>
              </a:defRPr>
            </a:defPPr>
            <a:lvl1pPr algn="ctr">
              <a:defRPr sz="2250" b="0">
                <a:solidFill>
                  <a:srgbClr val="567F8B"/>
                </a:solidFill>
                <a:latin typeface="Georgia"/>
                <a:ea typeface="Georgia"/>
                <a:cs typeface="Georgia"/>
              </a:defRPr>
            </a:lvl1pPr>
            <a:lvl2pPr algn="ctr">
              <a:defRPr sz="2250" b="0">
                <a:solidFill>
                  <a:srgbClr val="567F8B"/>
                </a:solidFill>
                <a:latin typeface="Georgia"/>
                <a:ea typeface="Georgia"/>
                <a:cs typeface="Georgia"/>
              </a:defRPr>
            </a:lvl2pPr>
            <a:lvl3pPr algn="ctr">
              <a:defRPr sz="2250" b="0">
                <a:solidFill>
                  <a:srgbClr val="567F8B"/>
                </a:solidFill>
                <a:latin typeface="Georgia"/>
                <a:ea typeface="Georgia"/>
                <a:cs typeface="Georgia"/>
              </a:defRPr>
            </a:lvl3pPr>
            <a:lvl4pPr algn="ctr">
              <a:defRPr sz="2250" b="0">
                <a:solidFill>
                  <a:srgbClr val="567F8B"/>
                </a:solidFill>
                <a:latin typeface="Georgia"/>
                <a:ea typeface="Georgia"/>
                <a:cs typeface="Georgia"/>
              </a:defRPr>
            </a:lvl4pPr>
            <a:lvl5pPr algn="ctr">
              <a:defRPr sz="2250" b="0">
                <a:solidFill>
                  <a:srgbClr val="567F8B"/>
                </a:solidFill>
                <a:latin typeface="Georgia"/>
                <a:ea typeface="Georgia"/>
                <a:cs typeface="Georgia"/>
              </a:defRPr>
            </a:lvl5pPr>
            <a:lvl6pPr algn="ctr">
              <a:defRPr sz="2250" b="0">
                <a:solidFill>
                  <a:srgbClr val="567F8B"/>
                </a:solidFill>
                <a:latin typeface="Georgia"/>
                <a:ea typeface="Georgia"/>
                <a:cs typeface="Georgia"/>
              </a:defRPr>
            </a:lvl6pPr>
            <a:lvl7pPr algn="ctr">
              <a:defRPr sz="2250" b="0">
                <a:solidFill>
                  <a:srgbClr val="567F8B"/>
                </a:solidFill>
                <a:latin typeface="Georgia"/>
                <a:ea typeface="Georgia"/>
                <a:cs typeface="Georgia"/>
              </a:defRPr>
            </a:lvl7pPr>
            <a:lvl8pPr algn="ctr">
              <a:defRPr sz="2250" b="0">
                <a:solidFill>
                  <a:srgbClr val="567F8B"/>
                </a:solidFill>
                <a:latin typeface="Georgia"/>
                <a:ea typeface="Georgia"/>
                <a:cs typeface="Georgia"/>
              </a:defRPr>
            </a:lvl8pPr>
            <a:lvl9pPr algn="ctr">
              <a:defRPr sz="2250" b="0">
                <a:solidFill>
                  <a:srgbClr val="567F8B"/>
                </a:solidFill>
                <a:latin typeface="Georgia"/>
                <a:ea typeface="Georgia"/>
                <a:cs typeface="Georgia"/>
              </a:defRPr>
            </a:lvl9pPr>
          </a:lstStyle>
          <a:p>
            <a:pPr algn="ctr">
              <a:lnSpc>
                <a:spcPct val="100000"/>
              </a:lnSpc>
              <a:buNone/>
              <a:defRPr sz="2250" b="0">
                <a:solidFill>
                  <a:srgbClr val="567F8B"/>
                </a:solidFill>
                <a:latin typeface="Georgia"/>
                <a:ea typeface="Georgia"/>
                <a:cs typeface="Georgia"/>
              </a:defRPr>
            </a:pPr>
            <a:r>
              <a:rPr sz="2250" b="0">
                <a:solidFill>
                  <a:srgbClr val="567F8B"/>
                </a:solidFill>
                <a:latin typeface="Georgia"/>
                <a:ea typeface="Georgia"/>
                <a:cs typeface="Georgia"/>
              </a:rPr>
              <a:t>↓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C4417F23-F494-40CE-9928-23846C64AFC5}"/>
              </a:ext>
            </a:extLst>
          </p:cNvPr>
          <p:cNvSpPr>
            <a:spLocks noGrp="1"/>
          </p:cNvSpPr>
          <p:nvPr/>
        </p:nvSpPr>
        <p:spPr>
          <a:xfrm>
            <a:off x="10277475" y="2676525"/>
            <a:ext cx="19050" cy="1009650"/>
          </a:xfrm>
          <a:prstGeom prst="rect">
            <a:avLst/>
          </a:prstGeom>
          <a:solidFill>
            <a:srgbClr val="B8C8CC"/>
          </a:solidFill>
          <a:ln w="0">
            <a:noFill/>
            <a:prstDash val="solid"/>
          </a:ln>
        </p:spPr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D8C79576-4099-44E8-99BE-63CB148E5BD2}"/>
              </a:ext>
            </a:extLst>
          </p:cNvPr>
          <p:cNvSpPr>
            <a:spLocks noGrp="1"/>
          </p:cNvSpPr>
          <p:nvPr/>
        </p:nvSpPr>
        <p:spPr>
          <a:xfrm>
            <a:off x="10077450" y="3638550"/>
            <a:ext cx="4191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2250" b="0">
                <a:solidFill>
                  <a:srgbClr val="567F8B"/>
                </a:solidFill>
                <a:latin typeface="Georgia"/>
                <a:ea typeface="Georgia"/>
                <a:cs typeface="Georgia"/>
              </a:defRPr>
            </a:defPPr>
            <a:lvl1pPr algn="ctr">
              <a:defRPr sz="2250" b="0">
                <a:solidFill>
                  <a:srgbClr val="567F8B"/>
                </a:solidFill>
                <a:latin typeface="Georgia"/>
                <a:ea typeface="Georgia"/>
                <a:cs typeface="Georgia"/>
              </a:defRPr>
            </a:lvl1pPr>
            <a:lvl2pPr algn="ctr">
              <a:defRPr sz="2250" b="0">
                <a:solidFill>
                  <a:srgbClr val="567F8B"/>
                </a:solidFill>
                <a:latin typeface="Georgia"/>
                <a:ea typeface="Georgia"/>
                <a:cs typeface="Georgia"/>
              </a:defRPr>
            </a:lvl2pPr>
            <a:lvl3pPr algn="ctr">
              <a:defRPr sz="2250" b="0">
                <a:solidFill>
                  <a:srgbClr val="567F8B"/>
                </a:solidFill>
                <a:latin typeface="Georgia"/>
                <a:ea typeface="Georgia"/>
                <a:cs typeface="Georgia"/>
              </a:defRPr>
            </a:lvl3pPr>
            <a:lvl4pPr algn="ctr">
              <a:defRPr sz="2250" b="0">
                <a:solidFill>
                  <a:srgbClr val="567F8B"/>
                </a:solidFill>
                <a:latin typeface="Georgia"/>
                <a:ea typeface="Georgia"/>
                <a:cs typeface="Georgia"/>
              </a:defRPr>
            </a:lvl4pPr>
            <a:lvl5pPr algn="ctr">
              <a:defRPr sz="2250" b="0">
                <a:solidFill>
                  <a:srgbClr val="567F8B"/>
                </a:solidFill>
                <a:latin typeface="Georgia"/>
                <a:ea typeface="Georgia"/>
                <a:cs typeface="Georgia"/>
              </a:defRPr>
            </a:lvl5pPr>
            <a:lvl6pPr algn="ctr">
              <a:defRPr sz="2250" b="0">
                <a:solidFill>
                  <a:srgbClr val="567F8B"/>
                </a:solidFill>
                <a:latin typeface="Georgia"/>
                <a:ea typeface="Georgia"/>
                <a:cs typeface="Georgia"/>
              </a:defRPr>
            </a:lvl6pPr>
            <a:lvl7pPr algn="ctr">
              <a:defRPr sz="2250" b="0">
                <a:solidFill>
                  <a:srgbClr val="567F8B"/>
                </a:solidFill>
                <a:latin typeface="Georgia"/>
                <a:ea typeface="Georgia"/>
                <a:cs typeface="Georgia"/>
              </a:defRPr>
            </a:lvl7pPr>
            <a:lvl8pPr algn="ctr">
              <a:defRPr sz="2250" b="0">
                <a:solidFill>
                  <a:srgbClr val="567F8B"/>
                </a:solidFill>
                <a:latin typeface="Georgia"/>
                <a:ea typeface="Georgia"/>
                <a:cs typeface="Georgia"/>
              </a:defRPr>
            </a:lvl8pPr>
            <a:lvl9pPr algn="ctr">
              <a:defRPr sz="2250" b="0">
                <a:solidFill>
                  <a:srgbClr val="567F8B"/>
                </a:solidFill>
                <a:latin typeface="Georgia"/>
                <a:ea typeface="Georgia"/>
                <a:cs typeface="Georgia"/>
              </a:defRPr>
            </a:lvl9pPr>
          </a:lstStyle>
          <a:p>
            <a:pPr algn="ctr">
              <a:lnSpc>
                <a:spcPct val="100000"/>
              </a:lnSpc>
              <a:buNone/>
              <a:defRPr sz="2250" b="0">
                <a:solidFill>
                  <a:srgbClr val="567F8B"/>
                </a:solidFill>
                <a:latin typeface="Georgia"/>
                <a:ea typeface="Georgia"/>
                <a:cs typeface="Georgia"/>
              </a:defRPr>
            </a:pPr>
            <a:r>
              <a:rPr sz="2250" b="0">
                <a:solidFill>
                  <a:srgbClr val="567F8B"/>
                </a:solidFill>
                <a:latin typeface="Georgia"/>
                <a:ea typeface="Georgia"/>
                <a:cs typeface="Georgia"/>
              </a:rPr>
              <a:t>↓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31DAEE91-DC13-4EA1-BE03-D33E2BA51BDC}"/>
              </a:ext>
            </a:extLst>
          </p:cNvPr>
          <p:cNvSpPr>
            <a:spLocks noGrp="1"/>
          </p:cNvSpPr>
          <p:nvPr/>
        </p:nvSpPr>
        <p:spPr>
          <a:xfrm>
            <a:off x="3343275" y="2085975"/>
            <a:ext cx="457200" cy="4095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2325" b="0">
                <a:solidFill>
                  <a:srgbClr val="567F8B"/>
                </a:solidFill>
                <a:latin typeface="Georgia"/>
                <a:ea typeface="Georgia"/>
                <a:cs typeface="Georgia"/>
              </a:defRPr>
            </a:defPPr>
            <a:lvl1pPr algn="ctr">
              <a:defRPr sz="2325" b="0">
                <a:solidFill>
                  <a:srgbClr val="567F8B"/>
                </a:solidFill>
                <a:latin typeface="Georgia"/>
                <a:ea typeface="Georgia"/>
                <a:cs typeface="Georgia"/>
              </a:defRPr>
            </a:lvl1pPr>
            <a:lvl2pPr algn="ctr">
              <a:defRPr sz="2325" b="0">
                <a:solidFill>
                  <a:srgbClr val="567F8B"/>
                </a:solidFill>
                <a:latin typeface="Georgia"/>
                <a:ea typeface="Georgia"/>
                <a:cs typeface="Georgia"/>
              </a:defRPr>
            </a:lvl2pPr>
            <a:lvl3pPr algn="ctr">
              <a:defRPr sz="2325" b="0">
                <a:solidFill>
                  <a:srgbClr val="567F8B"/>
                </a:solidFill>
                <a:latin typeface="Georgia"/>
                <a:ea typeface="Georgia"/>
                <a:cs typeface="Georgia"/>
              </a:defRPr>
            </a:lvl3pPr>
            <a:lvl4pPr algn="ctr">
              <a:defRPr sz="2325" b="0">
                <a:solidFill>
                  <a:srgbClr val="567F8B"/>
                </a:solidFill>
                <a:latin typeface="Georgia"/>
                <a:ea typeface="Georgia"/>
                <a:cs typeface="Georgia"/>
              </a:defRPr>
            </a:lvl4pPr>
            <a:lvl5pPr algn="ctr">
              <a:defRPr sz="2325" b="0">
                <a:solidFill>
                  <a:srgbClr val="567F8B"/>
                </a:solidFill>
                <a:latin typeface="Georgia"/>
                <a:ea typeface="Georgia"/>
                <a:cs typeface="Georgia"/>
              </a:defRPr>
            </a:lvl5pPr>
            <a:lvl6pPr algn="ctr">
              <a:defRPr sz="2325" b="0">
                <a:solidFill>
                  <a:srgbClr val="567F8B"/>
                </a:solidFill>
                <a:latin typeface="Georgia"/>
                <a:ea typeface="Georgia"/>
                <a:cs typeface="Georgia"/>
              </a:defRPr>
            </a:lvl6pPr>
            <a:lvl7pPr algn="ctr">
              <a:defRPr sz="2325" b="0">
                <a:solidFill>
                  <a:srgbClr val="567F8B"/>
                </a:solidFill>
                <a:latin typeface="Georgia"/>
                <a:ea typeface="Georgia"/>
                <a:cs typeface="Georgia"/>
              </a:defRPr>
            </a:lvl7pPr>
            <a:lvl8pPr algn="ctr">
              <a:defRPr sz="2325" b="0">
                <a:solidFill>
                  <a:srgbClr val="567F8B"/>
                </a:solidFill>
                <a:latin typeface="Georgia"/>
                <a:ea typeface="Georgia"/>
                <a:cs typeface="Georgia"/>
              </a:defRPr>
            </a:lvl8pPr>
            <a:lvl9pPr algn="ctr">
              <a:defRPr sz="2325" b="0">
                <a:solidFill>
                  <a:srgbClr val="567F8B"/>
                </a:solidFill>
                <a:latin typeface="Georgia"/>
                <a:ea typeface="Georgia"/>
                <a:cs typeface="Georgia"/>
              </a:defRPr>
            </a:lvl9pPr>
          </a:lstStyle>
          <a:p>
            <a:pPr algn="ctr">
              <a:lnSpc>
                <a:spcPct val="100000"/>
              </a:lnSpc>
              <a:buNone/>
              <a:defRPr sz="2325" b="0">
                <a:solidFill>
                  <a:srgbClr val="567F8B"/>
                </a:solidFill>
                <a:latin typeface="Georgia"/>
                <a:ea typeface="Georgia"/>
                <a:cs typeface="Georgia"/>
              </a:defRPr>
            </a:pPr>
            <a:r>
              <a:rPr sz="2325" b="0">
                <a:solidFill>
                  <a:srgbClr val="567F8B"/>
                </a:solidFill>
                <a:latin typeface="Georgia"/>
                <a:ea typeface="Georgia"/>
                <a:cs typeface="Georgia"/>
              </a:rPr>
              <a:t>→</a:t>
            </a: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6774B6ED-D6BD-4690-9555-45DFB12E00CA}"/>
              </a:ext>
            </a:extLst>
          </p:cNvPr>
          <p:cNvSpPr>
            <a:spLocks noGrp="1"/>
          </p:cNvSpPr>
          <p:nvPr/>
        </p:nvSpPr>
        <p:spPr>
          <a:xfrm>
            <a:off x="8467725" y="2085975"/>
            <a:ext cx="457200" cy="4095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2325" b="0">
                <a:solidFill>
                  <a:srgbClr val="567F8B"/>
                </a:solidFill>
                <a:latin typeface="Georgia"/>
                <a:ea typeface="Georgia"/>
                <a:cs typeface="Georgia"/>
              </a:defRPr>
            </a:defPPr>
            <a:lvl1pPr algn="ctr">
              <a:defRPr sz="2325" b="0">
                <a:solidFill>
                  <a:srgbClr val="567F8B"/>
                </a:solidFill>
                <a:latin typeface="Georgia"/>
                <a:ea typeface="Georgia"/>
                <a:cs typeface="Georgia"/>
              </a:defRPr>
            </a:lvl1pPr>
            <a:lvl2pPr algn="ctr">
              <a:defRPr sz="2325" b="0">
                <a:solidFill>
                  <a:srgbClr val="567F8B"/>
                </a:solidFill>
                <a:latin typeface="Georgia"/>
                <a:ea typeface="Georgia"/>
                <a:cs typeface="Georgia"/>
              </a:defRPr>
            </a:lvl2pPr>
            <a:lvl3pPr algn="ctr">
              <a:defRPr sz="2325" b="0">
                <a:solidFill>
                  <a:srgbClr val="567F8B"/>
                </a:solidFill>
                <a:latin typeface="Georgia"/>
                <a:ea typeface="Georgia"/>
                <a:cs typeface="Georgia"/>
              </a:defRPr>
            </a:lvl3pPr>
            <a:lvl4pPr algn="ctr">
              <a:defRPr sz="2325" b="0">
                <a:solidFill>
                  <a:srgbClr val="567F8B"/>
                </a:solidFill>
                <a:latin typeface="Georgia"/>
                <a:ea typeface="Georgia"/>
                <a:cs typeface="Georgia"/>
              </a:defRPr>
            </a:lvl4pPr>
            <a:lvl5pPr algn="ctr">
              <a:defRPr sz="2325" b="0">
                <a:solidFill>
                  <a:srgbClr val="567F8B"/>
                </a:solidFill>
                <a:latin typeface="Georgia"/>
                <a:ea typeface="Georgia"/>
                <a:cs typeface="Georgia"/>
              </a:defRPr>
            </a:lvl5pPr>
            <a:lvl6pPr algn="ctr">
              <a:defRPr sz="2325" b="0">
                <a:solidFill>
                  <a:srgbClr val="567F8B"/>
                </a:solidFill>
                <a:latin typeface="Georgia"/>
                <a:ea typeface="Georgia"/>
                <a:cs typeface="Georgia"/>
              </a:defRPr>
            </a:lvl6pPr>
            <a:lvl7pPr algn="ctr">
              <a:defRPr sz="2325" b="0">
                <a:solidFill>
                  <a:srgbClr val="567F8B"/>
                </a:solidFill>
                <a:latin typeface="Georgia"/>
                <a:ea typeface="Georgia"/>
                <a:cs typeface="Georgia"/>
              </a:defRPr>
            </a:lvl7pPr>
            <a:lvl8pPr algn="ctr">
              <a:defRPr sz="2325" b="0">
                <a:solidFill>
                  <a:srgbClr val="567F8B"/>
                </a:solidFill>
                <a:latin typeface="Georgia"/>
                <a:ea typeface="Georgia"/>
                <a:cs typeface="Georgia"/>
              </a:defRPr>
            </a:lvl8pPr>
            <a:lvl9pPr algn="ctr">
              <a:defRPr sz="2325" b="0">
                <a:solidFill>
                  <a:srgbClr val="567F8B"/>
                </a:solidFill>
                <a:latin typeface="Georgia"/>
                <a:ea typeface="Georgia"/>
                <a:cs typeface="Georgia"/>
              </a:defRPr>
            </a:lvl9pPr>
          </a:lstStyle>
          <a:p>
            <a:pPr algn="ctr">
              <a:lnSpc>
                <a:spcPct val="100000"/>
              </a:lnSpc>
              <a:buNone/>
              <a:defRPr sz="2325" b="0">
                <a:solidFill>
                  <a:srgbClr val="567F8B"/>
                </a:solidFill>
                <a:latin typeface="Georgia"/>
                <a:ea typeface="Georgia"/>
                <a:cs typeface="Georgia"/>
              </a:defRPr>
            </a:pPr>
            <a:r>
              <a:rPr sz="2325" b="0">
                <a:solidFill>
                  <a:srgbClr val="567F8B"/>
                </a:solidFill>
                <a:latin typeface="Georgia"/>
                <a:ea typeface="Georgia"/>
                <a:cs typeface="Georgia"/>
              </a:rPr>
              <a:t>←</a:t>
            </a: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EDD54BFD-2155-4414-94B1-0C1B15CB007B}"/>
              </a:ext>
            </a:extLst>
          </p:cNvPr>
          <p:cNvSpPr>
            <a:spLocks noGrp="1"/>
          </p:cNvSpPr>
          <p:nvPr/>
        </p:nvSpPr>
        <p:spPr>
          <a:xfrm>
            <a:off x="3343275" y="4191000"/>
            <a:ext cx="457200" cy="4095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2325" b="0">
                <a:solidFill>
                  <a:srgbClr val="567F8B"/>
                </a:solidFill>
                <a:latin typeface="Georgia"/>
                <a:ea typeface="Georgia"/>
                <a:cs typeface="Georgia"/>
              </a:defRPr>
            </a:defPPr>
            <a:lvl1pPr algn="ctr">
              <a:defRPr sz="2325" b="0">
                <a:solidFill>
                  <a:srgbClr val="567F8B"/>
                </a:solidFill>
                <a:latin typeface="Georgia"/>
                <a:ea typeface="Georgia"/>
                <a:cs typeface="Georgia"/>
              </a:defRPr>
            </a:lvl1pPr>
            <a:lvl2pPr algn="ctr">
              <a:defRPr sz="2325" b="0">
                <a:solidFill>
                  <a:srgbClr val="567F8B"/>
                </a:solidFill>
                <a:latin typeface="Georgia"/>
                <a:ea typeface="Georgia"/>
                <a:cs typeface="Georgia"/>
              </a:defRPr>
            </a:lvl2pPr>
            <a:lvl3pPr algn="ctr">
              <a:defRPr sz="2325" b="0">
                <a:solidFill>
                  <a:srgbClr val="567F8B"/>
                </a:solidFill>
                <a:latin typeface="Georgia"/>
                <a:ea typeface="Georgia"/>
                <a:cs typeface="Georgia"/>
              </a:defRPr>
            </a:lvl3pPr>
            <a:lvl4pPr algn="ctr">
              <a:defRPr sz="2325" b="0">
                <a:solidFill>
                  <a:srgbClr val="567F8B"/>
                </a:solidFill>
                <a:latin typeface="Georgia"/>
                <a:ea typeface="Georgia"/>
                <a:cs typeface="Georgia"/>
              </a:defRPr>
            </a:lvl4pPr>
            <a:lvl5pPr algn="ctr">
              <a:defRPr sz="2325" b="0">
                <a:solidFill>
                  <a:srgbClr val="567F8B"/>
                </a:solidFill>
                <a:latin typeface="Georgia"/>
                <a:ea typeface="Georgia"/>
                <a:cs typeface="Georgia"/>
              </a:defRPr>
            </a:lvl5pPr>
            <a:lvl6pPr algn="ctr">
              <a:defRPr sz="2325" b="0">
                <a:solidFill>
                  <a:srgbClr val="567F8B"/>
                </a:solidFill>
                <a:latin typeface="Georgia"/>
                <a:ea typeface="Georgia"/>
                <a:cs typeface="Georgia"/>
              </a:defRPr>
            </a:lvl6pPr>
            <a:lvl7pPr algn="ctr">
              <a:defRPr sz="2325" b="0">
                <a:solidFill>
                  <a:srgbClr val="567F8B"/>
                </a:solidFill>
                <a:latin typeface="Georgia"/>
                <a:ea typeface="Georgia"/>
                <a:cs typeface="Georgia"/>
              </a:defRPr>
            </a:lvl7pPr>
            <a:lvl8pPr algn="ctr">
              <a:defRPr sz="2325" b="0">
                <a:solidFill>
                  <a:srgbClr val="567F8B"/>
                </a:solidFill>
                <a:latin typeface="Georgia"/>
                <a:ea typeface="Georgia"/>
                <a:cs typeface="Georgia"/>
              </a:defRPr>
            </a:lvl8pPr>
            <a:lvl9pPr algn="ctr">
              <a:defRPr sz="2325" b="0">
                <a:solidFill>
                  <a:srgbClr val="567F8B"/>
                </a:solidFill>
                <a:latin typeface="Georgia"/>
                <a:ea typeface="Georgia"/>
                <a:cs typeface="Georgia"/>
              </a:defRPr>
            </a:lvl9pPr>
          </a:lstStyle>
          <a:p>
            <a:pPr algn="ctr">
              <a:lnSpc>
                <a:spcPct val="100000"/>
              </a:lnSpc>
              <a:buNone/>
              <a:defRPr sz="2325" b="0">
                <a:solidFill>
                  <a:srgbClr val="567F8B"/>
                </a:solidFill>
                <a:latin typeface="Georgia"/>
                <a:ea typeface="Georgia"/>
                <a:cs typeface="Georgia"/>
              </a:defRPr>
            </a:pPr>
            <a:r>
              <a:rPr sz="2325" b="0">
                <a:solidFill>
                  <a:srgbClr val="567F8B"/>
                </a:solidFill>
                <a:latin typeface="Georgia"/>
                <a:ea typeface="Georgia"/>
                <a:cs typeface="Georgia"/>
              </a:rPr>
              <a:t>→</a:t>
            </a: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A410D66D-4ABE-44C3-9076-3623532E7BC0}"/>
              </a:ext>
            </a:extLst>
          </p:cNvPr>
          <p:cNvSpPr>
            <a:spLocks noGrp="1"/>
          </p:cNvSpPr>
          <p:nvPr/>
        </p:nvSpPr>
        <p:spPr>
          <a:xfrm>
            <a:off x="8467725" y="4191000"/>
            <a:ext cx="457200" cy="4095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2325" b="0">
                <a:solidFill>
                  <a:srgbClr val="567F8B"/>
                </a:solidFill>
                <a:latin typeface="Georgia"/>
                <a:ea typeface="Georgia"/>
                <a:cs typeface="Georgia"/>
              </a:defRPr>
            </a:defPPr>
            <a:lvl1pPr algn="ctr">
              <a:defRPr sz="2325" b="0">
                <a:solidFill>
                  <a:srgbClr val="567F8B"/>
                </a:solidFill>
                <a:latin typeface="Georgia"/>
                <a:ea typeface="Georgia"/>
                <a:cs typeface="Georgia"/>
              </a:defRPr>
            </a:lvl1pPr>
            <a:lvl2pPr algn="ctr">
              <a:defRPr sz="2325" b="0">
                <a:solidFill>
                  <a:srgbClr val="567F8B"/>
                </a:solidFill>
                <a:latin typeface="Georgia"/>
                <a:ea typeface="Georgia"/>
                <a:cs typeface="Georgia"/>
              </a:defRPr>
            </a:lvl2pPr>
            <a:lvl3pPr algn="ctr">
              <a:defRPr sz="2325" b="0">
                <a:solidFill>
                  <a:srgbClr val="567F8B"/>
                </a:solidFill>
                <a:latin typeface="Georgia"/>
                <a:ea typeface="Georgia"/>
                <a:cs typeface="Georgia"/>
              </a:defRPr>
            </a:lvl3pPr>
            <a:lvl4pPr algn="ctr">
              <a:defRPr sz="2325" b="0">
                <a:solidFill>
                  <a:srgbClr val="567F8B"/>
                </a:solidFill>
                <a:latin typeface="Georgia"/>
                <a:ea typeface="Georgia"/>
                <a:cs typeface="Georgia"/>
              </a:defRPr>
            </a:lvl4pPr>
            <a:lvl5pPr algn="ctr">
              <a:defRPr sz="2325" b="0">
                <a:solidFill>
                  <a:srgbClr val="567F8B"/>
                </a:solidFill>
                <a:latin typeface="Georgia"/>
                <a:ea typeface="Georgia"/>
                <a:cs typeface="Georgia"/>
              </a:defRPr>
            </a:lvl5pPr>
            <a:lvl6pPr algn="ctr">
              <a:defRPr sz="2325" b="0">
                <a:solidFill>
                  <a:srgbClr val="567F8B"/>
                </a:solidFill>
                <a:latin typeface="Georgia"/>
                <a:ea typeface="Georgia"/>
                <a:cs typeface="Georgia"/>
              </a:defRPr>
            </a:lvl6pPr>
            <a:lvl7pPr algn="ctr">
              <a:defRPr sz="2325" b="0">
                <a:solidFill>
                  <a:srgbClr val="567F8B"/>
                </a:solidFill>
                <a:latin typeface="Georgia"/>
                <a:ea typeface="Georgia"/>
                <a:cs typeface="Georgia"/>
              </a:defRPr>
            </a:lvl7pPr>
            <a:lvl8pPr algn="ctr">
              <a:defRPr sz="2325" b="0">
                <a:solidFill>
                  <a:srgbClr val="567F8B"/>
                </a:solidFill>
                <a:latin typeface="Georgia"/>
                <a:ea typeface="Georgia"/>
                <a:cs typeface="Georgia"/>
              </a:defRPr>
            </a:lvl8pPr>
            <a:lvl9pPr algn="ctr">
              <a:defRPr sz="2325" b="0">
                <a:solidFill>
                  <a:srgbClr val="567F8B"/>
                </a:solidFill>
                <a:latin typeface="Georgia"/>
                <a:ea typeface="Georgia"/>
                <a:cs typeface="Georgia"/>
              </a:defRPr>
            </a:lvl9pPr>
          </a:lstStyle>
          <a:p>
            <a:pPr algn="ctr">
              <a:lnSpc>
                <a:spcPct val="100000"/>
              </a:lnSpc>
              <a:buNone/>
              <a:defRPr sz="2325" b="0">
                <a:solidFill>
                  <a:srgbClr val="567F8B"/>
                </a:solidFill>
                <a:latin typeface="Georgia"/>
                <a:ea typeface="Georgia"/>
                <a:cs typeface="Georgia"/>
              </a:defRPr>
            </a:pPr>
            <a:r>
              <a:rPr sz="2325" b="0">
                <a:solidFill>
                  <a:srgbClr val="567F8B"/>
                </a:solidFill>
                <a:latin typeface="Georgia"/>
                <a:ea typeface="Georgia"/>
                <a:cs typeface="Georgia"/>
              </a:rPr>
              <a:t>←</a:t>
            </a: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0B305E50-5932-4ECC-B718-8ADD0D1A34B8}"/>
              </a:ext>
            </a:extLst>
          </p:cNvPr>
          <p:cNvSpPr>
            <a:spLocks noGrp="1"/>
          </p:cNvSpPr>
          <p:nvPr/>
        </p:nvSpPr>
        <p:spPr>
          <a:xfrm>
            <a:off x="4019550" y="1924050"/>
            <a:ext cx="4152900" cy="733425"/>
          </a:xfrm>
          <a:prstGeom prst="rect">
            <a:avLst/>
          </a:prstGeom>
          <a:solidFill>
            <a:srgbClr val="FFFFFF"/>
          </a:solidFill>
          <a:ln w="9525">
            <a:solidFill>
              <a:srgbClr val="B8C8CC"/>
            </a:solidFill>
            <a:prstDash val="solid"/>
          </a:ln>
        </p:spPr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AEB57AAE-E44B-4AAB-B61F-8AB082385CC9}"/>
              </a:ext>
            </a:extLst>
          </p:cNvPr>
          <p:cNvSpPr>
            <a:spLocks noGrp="1"/>
          </p:cNvSpPr>
          <p:nvPr/>
        </p:nvSpPr>
        <p:spPr>
          <a:xfrm>
            <a:off x="4171950" y="2047875"/>
            <a:ext cx="38481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1575" b="1">
                <a:solidFill>
                  <a:srgbClr val="26343C"/>
                </a:solidFill>
                <a:latin typeface="Noto Sans SC"/>
                <a:ea typeface="Noto Sans SC"/>
                <a:cs typeface="Noto Sans SC"/>
              </a:defRPr>
            </a:defPPr>
            <a:lvl1pPr algn="ctr">
              <a:defRPr sz="1575" b="1">
                <a:solidFill>
                  <a:srgbClr val="26343C"/>
                </a:solidFill>
                <a:latin typeface="Noto Sans SC"/>
                <a:ea typeface="Noto Sans SC"/>
                <a:cs typeface="Noto Sans SC"/>
              </a:defRPr>
            </a:lvl1pPr>
            <a:lvl2pPr algn="ctr">
              <a:defRPr sz="1575" b="1">
                <a:solidFill>
                  <a:srgbClr val="26343C"/>
                </a:solidFill>
                <a:latin typeface="Noto Sans SC"/>
                <a:ea typeface="Noto Sans SC"/>
                <a:cs typeface="Noto Sans SC"/>
              </a:defRPr>
            </a:lvl2pPr>
            <a:lvl3pPr algn="ctr">
              <a:defRPr sz="1575" b="1">
                <a:solidFill>
                  <a:srgbClr val="26343C"/>
                </a:solidFill>
                <a:latin typeface="Noto Sans SC"/>
                <a:ea typeface="Noto Sans SC"/>
                <a:cs typeface="Noto Sans SC"/>
              </a:defRPr>
            </a:lvl3pPr>
            <a:lvl4pPr algn="ctr">
              <a:defRPr sz="1575" b="1">
                <a:solidFill>
                  <a:srgbClr val="26343C"/>
                </a:solidFill>
                <a:latin typeface="Noto Sans SC"/>
                <a:ea typeface="Noto Sans SC"/>
                <a:cs typeface="Noto Sans SC"/>
              </a:defRPr>
            </a:lvl4pPr>
            <a:lvl5pPr algn="ctr">
              <a:defRPr sz="1575" b="1">
                <a:solidFill>
                  <a:srgbClr val="26343C"/>
                </a:solidFill>
                <a:latin typeface="Noto Sans SC"/>
                <a:ea typeface="Noto Sans SC"/>
                <a:cs typeface="Noto Sans SC"/>
              </a:defRPr>
            </a:lvl5pPr>
            <a:lvl6pPr algn="ctr">
              <a:defRPr sz="1575" b="1">
                <a:solidFill>
                  <a:srgbClr val="26343C"/>
                </a:solidFill>
                <a:latin typeface="Noto Sans SC"/>
                <a:ea typeface="Noto Sans SC"/>
                <a:cs typeface="Noto Sans SC"/>
              </a:defRPr>
            </a:lvl6pPr>
            <a:lvl7pPr algn="ctr">
              <a:defRPr sz="1575" b="1">
                <a:solidFill>
                  <a:srgbClr val="26343C"/>
                </a:solidFill>
                <a:latin typeface="Noto Sans SC"/>
                <a:ea typeface="Noto Sans SC"/>
                <a:cs typeface="Noto Sans SC"/>
              </a:defRPr>
            </a:lvl7pPr>
            <a:lvl8pPr algn="ctr">
              <a:defRPr sz="1575" b="1">
                <a:solidFill>
                  <a:srgbClr val="26343C"/>
                </a:solidFill>
                <a:latin typeface="Noto Sans SC"/>
                <a:ea typeface="Noto Sans SC"/>
                <a:cs typeface="Noto Sans SC"/>
              </a:defRPr>
            </a:lvl8pPr>
            <a:lvl9pPr algn="ctr">
              <a:defRPr sz="1575" b="1">
                <a:solidFill>
                  <a:srgbClr val="26343C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ctr">
              <a:lnSpc>
                <a:spcPct val="100000"/>
              </a:lnSpc>
              <a:buNone/>
              <a:defRPr sz="1575" b="1">
                <a:solidFill>
                  <a:srgbClr val="26343C"/>
                </a:solidFill>
                <a:latin typeface="Noto Sans SC"/>
                <a:ea typeface="Noto Sans SC"/>
                <a:cs typeface="Noto Sans SC"/>
              </a:defRPr>
            </a:pPr>
            <a:r>
              <a:rPr sz="1575" b="1">
                <a:solidFill>
                  <a:srgbClr val="26343C"/>
                </a:solidFill>
                <a:latin typeface="Noto Sans SC"/>
                <a:ea typeface="Noto Sans SC"/>
                <a:cs typeface="Noto Sans SC"/>
              </a:rPr>
              <a:t>DINOv3：检索建筑与墙面候选</a:t>
            </a: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1CF7A698-3B16-4E30-A83A-E72D74282FE7}"/>
              </a:ext>
            </a:extLst>
          </p:cNvPr>
          <p:cNvSpPr>
            <a:spLocks noGrp="1"/>
          </p:cNvSpPr>
          <p:nvPr/>
        </p:nvSpPr>
        <p:spPr>
          <a:xfrm>
            <a:off x="4171950" y="2409825"/>
            <a:ext cx="38481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 fontScale="88235"/>
          </a:bodyPr>
          <a:lstStyle>
            <a:defPPr algn="ctr">
              <a:defRPr sz="1275" b="0">
                <a:solidFill>
                  <a:srgbClr val="5F7078"/>
                </a:solidFill>
                <a:latin typeface="Noto Sans SC"/>
                <a:ea typeface="Noto Sans SC"/>
                <a:cs typeface="Noto Sans SC"/>
              </a:defRPr>
            </a:defPPr>
            <a:lvl1pPr algn="ctr">
              <a:defRPr sz="1275" b="0">
                <a:solidFill>
                  <a:srgbClr val="5F7078"/>
                </a:solidFill>
                <a:latin typeface="Noto Sans SC"/>
                <a:ea typeface="Noto Sans SC"/>
                <a:cs typeface="Noto Sans SC"/>
              </a:defRPr>
            </a:lvl1pPr>
            <a:lvl2pPr algn="ctr">
              <a:defRPr sz="1275" b="0">
                <a:solidFill>
                  <a:srgbClr val="5F7078"/>
                </a:solidFill>
                <a:latin typeface="Noto Sans SC"/>
                <a:ea typeface="Noto Sans SC"/>
                <a:cs typeface="Noto Sans SC"/>
              </a:defRPr>
            </a:lvl2pPr>
            <a:lvl3pPr algn="ctr">
              <a:defRPr sz="1275" b="0">
                <a:solidFill>
                  <a:srgbClr val="5F7078"/>
                </a:solidFill>
                <a:latin typeface="Noto Sans SC"/>
                <a:ea typeface="Noto Sans SC"/>
                <a:cs typeface="Noto Sans SC"/>
              </a:defRPr>
            </a:lvl3pPr>
            <a:lvl4pPr algn="ctr">
              <a:defRPr sz="1275" b="0">
                <a:solidFill>
                  <a:srgbClr val="5F7078"/>
                </a:solidFill>
                <a:latin typeface="Noto Sans SC"/>
                <a:ea typeface="Noto Sans SC"/>
                <a:cs typeface="Noto Sans SC"/>
              </a:defRPr>
            </a:lvl4pPr>
            <a:lvl5pPr algn="ctr">
              <a:defRPr sz="1275" b="0">
                <a:solidFill>
                  <a:srgbClr val="5F7078"/>
                </a:solidFill>
                <a:latin typeface="Noto Sans SC"/>
                <a:ea typeface="Noto Sans SC"/>
                <a:cs typeface="Noto Sans SC"/>
              </a:defRPr>
            </a:lvl5pPr>
            <a:lvl6pPr algn="ctr">
              <a:defRPr sz="1275" b="0">
                <a:solidFill>
                  <a:srgbClr val="5F7078"/>
                </a:solidFill>
                <a:latin typeface="Noto Sans SC"/>
                <a:ea typeface="Noto Sans SC"/>
                <a:cs typeface="Noto Sans SC"/>
              </a:defRPr>
            </a:lvl6pPr>
            <a:lvl7pPr algn="ctr">
              <a:defRPr sz="1275" b="0">
                <a:solidFill>
                  <a:srgbClr val="5F7078"/>
                </a:solidFill>
                <a:latin typeface="Noto Sans SC"/>
                <a:ea typeface="Noto Sans SC"/>
                <a:cs typeface="Noto Sans SC"/>
              </a:defRPr>
            </a:lvl7pPr>
            <a:lvl8pPr algn="ctr">
              <a:defRPr sz="1275" b="0">
                <a:solidFill>
                  <a:srgbClr val="5F7078"/>
                </a:solidFill>
                <a:latin typeface="Noto Sans SC"/>
                <a:ea typeface="Noto Sans SC"/>
                <a:cs typeface="Noto Sans SC"/>
              </a:defRPr>
            </a:lvl8pPr>
            <a:lvl9pPr algn="ctr">
              <a:defRPr sz="1275" b="0">
                <a:solidFill>
                  <a:srgbClr val="5F7078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ctr">
              <a:lnSpc>
                <a:spcPct val="100000"/>
              </a:lnSpc>
              <a:buNone/>
              <a:defRPr sz="1275" b="0">
                <a:solidFill>
                  <a:srgbClr val="5F7078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0">
                <a:solidFill>
                  <a:srgbClr val="5F7078"/>
                </a:solidFill>
                <a:latin typeface="Noto Sans SC"/>
                <a:ea typeface="Noto Sans SC"/>
                <a:cs typeface="Noto Sans SC"/>
              </a:rPr>
              <a:t>照片与渲染图的特征排序</a:t>
            </a:r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43D95DF5-C89B-4E2A-B46F-11115018C59D}"/>
              </a:ext>
            </a:extLst>
          </p:cNvPr>
          <p:cNvSpPr>
            <a:spLocks noGrp="1"/>
          </p:cNvSpPr>
          <p:nvPr/>
        </p:nvSpPr>
        <p:spPr>
          <a:xfrm>
            <a:off x="5886450" y="2667000"/>
            <a:ext cx="419100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2175" b="0">
                <a:solidFill>
                  <a:srgbClr val="567F8B"/>
                </a:solidFill>
                <a:latin typeface="Georgia"/>
                <a:ea typeface="Georgia"/>
                <a:cs typeface="Georgia"/>
              </a:defRPr>
            </a:defPPr>
            <a:lvl1pPr algn="ctr">
              <a:defRPr sz="2175" b="0">
                <a:solidFill>
                  <a:srgbClr val="567F8B"/>
                </a:solidFill>
                <a:latin typeface="Georgia"/>
                <a:ea typeface="Georgia"/>
                <a:cs typeface="Georgia"/>
              </a:defRPr>
            </a:lvl1pPr>
            <a:lvl2pPr algn="ctr">
              <a:defRPr sz="2175" b="0">
                <a:solidFill>
                  <a:srgbClr val="567F8B"/>
                </a:solidFill>
                <a:latin typeface="Georgia"/>
                <a:ea typeface="Georgia"/>
                <a:cs typeface="Georgia"/>
              </a:defRPr>
            </a:lvl2pPr>
            <a:lvl3pPr algn="ctr">
              <a:defRPr sz="2175" b="0">
                <a:solidFill>
                  <a:srgbClr val="567F8B"/>
                </a:solidFill>
                <a:latin typeface="Georgia"/>
                <a:ea typeface="Georgia"/>
                <a:cs typeface="Georgia"/>
              </a:defRPr>
            </a:lvl3pPr>
            <a:lvl4pPr algn="ctr">
              <a:defRPr sz="2175" b="0">
                <a:solidFill>
                  <a:srgbClr val="567F8B"/>
                </a:solidFill>
                <a:latin typeface="Georgia"/>
                <a:ea typeface="Georgia"/>
                <a:cs typeface="Georgia"/>
              </a:defRPr>
            </a:lvl4pPr>
            <a:lvl5pPr algn="ctr">
              <a:defRPr sz="2175" b="0">
                <a:solidFill>
                  <a:srgbClr val="567F8B"/>
                </a:solidFill>
                <a:latin typeface="Georgia"/>
                <a:ea typeface="Georgia"/>
                <a:cs typeface="Georgia"/>
              </a:defRPr>
            </a:lvl5pPr>
            <a:lvl6pPr algn="ctr">
              <a:defRPr sz="2175" b="0">
                <a:solidFill>
                  <a:srgbClr val="567F8B"/>
                </a:solidFill>
                <a:latin typeface="Georgia"/>
                <a:ea typeface="Georgia"/>
                <a:cs typeface="Georgia"/>
              </a:defRPr>
            </a:lvl6pPr>
            <a:lvl7pPr algn="ctr">
              <a:defRPr sz="2175" b="0">
                <a:solidFill>
                  <a:srgbClr val="567F8B"/>
                </a:solidFill>
                <a:latin typeface="Georgia"/>
                <a:ea typeface="Georgia"/>
                <a:cs typeface="Georgia"/>
              </a:defRPr>
            </a:lvl7pPr>
            <a:lvl8pPr algn="ctr">
              <a:defRPr sz="2175" b="0">
                <a:solidFill>
                  <a:srgbClr val="567F8B"/>
                </a:solidFill>
                <a:latin typeface="Georgia"/>
                <a:ea typeface="Georgia"/>
                <a:cs typeface="Georgia"/>
              </a:defRPr>
            </a:lvl8pPr>
            <a:lvl9pPr algn="ctr">
              <a:defRPr sz="2175" b="0">
                <a:solidFill>
                  <a:srgbClr val="567F8B"/>
                </a:solidFill>
                <a:latin typeface="Georgia"/>
                <a:ea typeface="Georgia"/>
                <a:cs typeface="Georgia"/>
              </a:defRPr>
            </a:lvl9pPr>
          </a:lstStyle>
          <a:p>
            <a:pPr algn="ctr">
              <a:lnSpc>
                <a:spcPct val="100000"/>
              </a:lnSpc>
              <a:buNone/>
              <a:defRPr sz="2175" b="0">
                <a:solidFill>
                  <a:srgbClr val="567F8B"/>
                </a:solidFill>
                <a:latin typeface="Georgia"/>
                <a:ea typeface="Georgia"/>
                <a:cs typeface="Georgia"/>
              </a:defRPr>
            </a:pPr>
            <a:r>
              <a:rPr sz="2175" b="0">
                <a:solidFill>
                  <a:srgbClr val="567F8B"/>
                </a:solidFill>
                <a:latin typeface="Georgia"/>
                <a:ea typeface="Georgia"/>
                <a:cs typeface="Georgia"/>
              </a:rPr>
              <a:t>↓</a:t>
            </a:r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5D3D9C24-F74D-4223-87CD-00A0367D24FE}"/>
              </a:ext>
            </a:extLst>
          </p:cNvPr>
          <p:cNvSpPr>
            <a:spLocks noGrp="1"/>
          </p:cNvSpPr>
          <p:nvPr/>
        </p:nvSpPr>
        <p:spPr>
          <a:xfrm>
            <a:off x="4019550" y="2981325"/>
            <a:ext cx="4152900" cy="733425"/>
          </a:xfrm>
          <a:prstGeom prst="rect">
            <a:avLst/>
          </a:prstGeom>
          <a:solidFill>
            <a:srgbClr val="FFFFFF"/>
          </a:solidFill>
          <a:ln w="9525">
            <a:solidFill>
              <a:srgbClr val="B8C8CC"/>
            </a:solidFill>
            <a:prstDash val="solid"/>
          </a:ln>
        </p:spPr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A9351F1D-1D25-4625-858E-9CA202D49DE3}"/>
              </a:ext>
            </a:extLst>
          </p:cNvPr>
          <p:cNvSpPr>
            <a:spLocks noGrp="1"/>
          </p:cNvSpPr>
          <p:nvPr/>
        </p:nvSpPr>
        <p:spPr>
          <a:xfrm>
            <a:off x="4171950" y="3105150"/>
            <a:ext cx="38481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1575" b="1">
                <a:solidFill>
                  <a:srgbClr val="26343C"/>
                </a:solidFill>
                <a:latin typeface="Noto Sans SC"/>
                <a:ea typeface="Noto Sans SC"/>
                <a:cs typeface="Noto Sans SC"/>
              </a:defRPr>
            </a:defPPr>
            <a:lvl1pPr algn="ctr">
              <a:defRPr sz="1575" b="1">
                <a:solidFill>
                  <a:srgbClr val="26343C"/>
                </a:solidFill>
                <a:latin typeface="Noto Sans SC"/>
                <a:ea typeface="Noto Sans SC"/>
                <a:cs typeface="Noto Sans SC"/>
              </a:defRPr>
            </a:lvl1pPr>
            <a:lvl2pPr algn="ctr">
              <a:defRPr sz="1575" b="1">
                <a:solidFill>
                  <a:srgbClr val="26343C"/>
                </a:solidFill>
                <a:latin typeface="Noto Sans SC"/>
                <a:ea typeface="Noto Sans SC"/>
                <a:cs typeface="Noto Sans SC"/>
              </a:defRPr>
            </a:lvl2pPr>
            <a:lvl3pPr algn="ctr">
              <a:defRPr sz="1575" b="1">
                <a:solidFill>
                  <a:srgbClr val="26343C"/>
                </a:solidFill>
                <a:latin typeface="Noto Sans SC"/>
                <a:ea typeface="Noto Sans SC"/>
                <a:cs typeface="Noto Sans SC"/>
              </a:defRPr>
            </a:lvl3pPr>
            <a:lvl4pPr algn="ctr">
              <a:defRPr sz="1575" b="1">
                <a:solidFill>
                  <a:srgbClr val="26343C"/>
                </a:solidFill>
                <a:latin typeface="Noto Sans SC"/>
                <a:ea typeface="Noto Sans SC"/>
                <a:cs typeface="Noto Sans SC"/>
              </a:defRPr>
            </a:lvl4pPr>
            <a:lvl5pPr algn="ctr">
              <a:defRPr sz="1575" b="1">
                <a:solidFill>
                  <a:srgbClr val="26343C"/>
                </a:solidFill>
                <a:latin typeface="Noto Sans SC"/>
                <a:ea typeface="Noto Sans SC"/>
                <a:cs typeface="Noto Sans SC"/>
              </a:defRPr>
            </a:lvl5pPr>
            <a:lvl6pPr algn="ctr">
              <a:defRPr sz="1575" b="1">
                <a:solidFill>
                  <a:srgbClr val="26343C"/>
                </a:solidFill>
                <a:latin typeface="Noto Sans SC"/>
                <a:ea typeface="Noto Sans SC"/>
                <a:cs typeface="Noto Sans SC"/>
              </a:defRPr>
            </a:lvl6pPr>
            <a:lvl7pPr algn="ctr">
              <a:defRPr sz="1575" b="1">
                <a:solidFill>
                  <a:srgbClr val="26343C"/>
                </a:solidFill>
                <a:latin typeface="Noto Sans SC"/>
                <a:ea typeface="Noto Sans SC"/>
                <a:cs typeface="Noto Sans SC"/>
              </a:defRPr>
            </a:lvl7pPr>
            <a:lvl8pPr algn="ctr">
              <a:defRPr sz="1575" b="1">
                <a:solidFill>
                  <a:srgbClr val="26343C"/>
                </a:solidFill>
                <a:latin typeface="Noto Sans SC"/>
                <a:ea typeface="Noto Sans SC"/>
                <a:cs typeface="Noto Sans SC"/>
              </a:defRPr>
            </a:lvl8pPr>
            <a:lvl9pPr algn="ctr">
              <a:defRPr sz="1575" b="1">
                <a:solidFill>
                  <a:srgbClr val="26343C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ctr">
              <a:lnSpc>
                <a:spcPct val="100000"/>
              </a:lnSpc>
              <a:buNone/>
              <a:defRPr sz="1575" b="1">
                <a:solidFill>
                  <a:srgbClr val="26343C"/>
                </a:solidFill>
                <a:latin typeface="Noto Sans SC"/>
                <a:ea typeface="Noto Sans SC"/>
                <a:cs typeface="Noto Sans SC"/>
              </a:defRPr>
            </a:pPr>
            <a:r>
              <a:rPr sz="1575" b="1">
                <a:solidFill>
                  <a:srgbClr val="26343C"/>
                </a:solidFill>
                <a:latin typeface="Noto Sans SC"/>
                <a:ea typeface="Noto Sans SC"/>
                <a:cs typeface="Noto Sans SC"/>
              </a:rPr>
              <a:t>RoMa / MINIMA-RoMa：局部配准</a:t>
            </a:r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B135AEB1-5940-40B7-8DAE-CF1A7F72B74E}"/>
              </a:ext>
            </a:extLst>
          </p:cNvPr>
          <p:cNvSpPr>
            <a:spLocks noGrp="1"/>
          </p:cNvSpPr>
          <p:nvPr/>
        </p:nvSpPr>
        <p:spPr>
          <a:xfrm>
            <a:off x="4171950" y="3467100"/>
            <a:ext cx="38481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 fontScale="88235"/>
          </a:bodyPr>
          <a:lstStyle>
            <a:defPPr algn="ctr">
              <a:defRPr sz="1275" b="0">
                <a:solidFill>
                  <a:srgbClr val="5F7078"/>
                </a:solidFill>
                <a:latin typeface="Noto Sans SC"/>
                <a:ea typeface="Noto Sans SC"/>
                <a:cs typeface="Noto Sans SC"/>
              </a:defRPr>
            </a:defPPr>
            <a:lvl1pPr algn="ctr">
              <a:defRPr sz="1275" b="0">
                <a:solidFill>
                  <a:srgbClr val="5F7078"/>
                </a:solidFill>
                <a:latin typeface="Noto Sans SC"/>
                <a:ea typeface="Noto Sans SC"/>
                <a:cs typeface="Noto Sans SC"/>
              </a:defRPr>
            </a:lvl1pPr>
            <a:lvl2pPr algn="ctr">
              <a:defRPr sz="1275" b="0">
                <a:solidFill>
                  <a:srgbClr val="5F7078"/>
                </a:solidFill>
                <a:latin typeface="Noto Sans SC"/>
                <a:ea typeface="Noto Sans SC"/>
                <a:cs typeface="Noto Sans SC"/>
              </a:defRPr>
            </a:lvl2pPr>
            <a:lvl3pPr algn="ctr">
              <a:defRPr sz="1275" b="0">
                <a:solidFill>
                  <a:srgbClr val="5F7078"/>
                </a:solidFill>
                <a:latin typeface="Noto Sans SC"/>
                <a:ea typeface="Noto Sans SC"/>
                <a:cs typeface="Noto Sans SC"/>
              </a:defRPr>
            </a:lvl3pPr>
            <a:lvl4pPr algn="ctr">
              <a:defRPr sz="1275" b="0">
                <a:solidFill>
                  <a:srgbClr val="5F7078"/>
                </a:solidFill>
                <a:latin typeface="Noto Sans SC"/>
                <a:ea typeface="Noto Sans SC"/>
                <a:cs typeface="Noto Sans SC"/>
              </a:defRPr>
            </a:lvl4pPr>
            <a:lvl5pPr algn="ctr">
              <a:defRPr sz="1275" b="0">
                <a:solidFill>
                  <a:srgbClr val="5F7078"/>
                </a:solidFill>
                <a:latin typeface="Noto Sans SC"/>
                <a:ea typeface="Noto Sans SC"/>
                <a:cs typeface="Noto Sans SC"/>
              </a:defRPr>
            </a:lvl5pPr>
            <a:lvl6pPr algn="ctr">
              <a:defRPr sz="1275" b="0">
                <a:solidFill>
                  <a:srgbClr val="5F7078"/>
                </a:solidFill>
                <a:latin typeface="Noto Sans SC"/>
                <a:ea typeface="Noto Sans SC"/>
                <a:cs typeface="Noto Sans SC"/>
              </a:defRPr>
            </a:lvl6pPr>
            <a:lvl7pPr algn="ctr">
              <a:defRPr sz="1275" b="0">
                <a:solidFill>
                  <a:srgbClr val="5F7078"/>
                </a:solidFill>
                <a:latin typeface="Noto Sans SC"/>
                <a:ea typeface="Noto Sans SC"/>
                <a:cs typeface="Noto Sans SC"/>
              </a:defRPr>
            </a:lvl7pPr>
            <a:lvl8pPr algn="ctr">
              <a:defRPr sz="1275" b="0">
                <a:solidFill>
                  <a:srgbClr val="5F7078"/>
                </a:solidFill>
                <a:latin typeface="Noto Sans SC"/>
                <a:ea typeface="Noto Sans SC"/>
                <a:cs typeface="Noto Sans SC"/>
              </a:defRPr>
            </a:lvl8pPr>
            <a:lvl9pPr algn="ctr">
              <a:defRPr sz="1275" b="0">
                <a:solidFill>
                  <a:srgbClr val="5F7078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ctr">
              <a:lnSpc>
                <a:spcPct val="100000"/>
              </a:lnSpc>
              <a:buNone/>
              <a:defRPr sz="1275" b="0">
                <a:solidFill>
                  <a:srgbClr val="5F7078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0">
                <a:solidFill>
                  <a:srgbClr val="5F7078"/>
                </a:solidFill>
                <a:latin typeface="Noto Sans SC"/>
                <a:ea typeface="Noto Sans SC"/>
                <a:cs typeface="Noto Sans SC"/>
              </a:rPr>
              <a:t>寻找两张图中的对应位置</a:t>
            </a:r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94B5934C-1F95-48FC-B791-B385FB6DDC35}"/>
              </a:ext>
            </a:extLst>
          </p:cNvPr>
          <p:cNvSpPr>
            <a:spLocks noGrp="1"/>
          </p:cNvSpPr>
          <p:nvPr/>
        </p:nvSpPr>
        <p:spPr>
          <a:xfrm>
            <a:off x="5886450" y="3714750"/>
            <a:ext cx="419100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2175" b="0">
                <a:solidFill>
                  <a:srgbClr val="567F8B"/>
                </a:solidFill>
                <a:latin typeface="Georgia"/>
                <a:ea typeface="Georgia"/>
                <a:cs typeface="Georgia"/>
              </a:defRPr>
            </a:defPPr>
            <a:lvl1pPr algn="ctr">
              <a:defRPr sz="2175" b="0">
                <a:solidFill>
                  <a:srgbClr val="567F8B"/>
                </a:solidFill>
                <a:latin typeface="Georgia"/>
                <a:ea typeface="Georgia"/>
                <a:cs typeface="Georgia"/>
              </a:defRPr>
            </a:lvl1pPr>
            <a:lvl2pPr algn="ctr">
              <a:defRPr sz="2175" b="0">
                <a:solidFill>
                  <a:srgbClr val="567F8B"/>
                </a:solidFill>
                <a:latin typeface="Georgia"/>
                <a:ea typeface="Georgia"/>
                <a:cs typeface="Georgia"/>
              </a:defRPr>
            </a:lvl2pPr>
            <a:lvl3pPr algn="ctr">
              <a:defRPr sz="2175" b="0">
                <a:solidFill>
                  <a:srgbClr val="567F8B"/>
                </a:solidFill>
                <a:latin typeface="Georgia"/>
                <a:ea typeface="Georgia"/>
                <a:cs typeface="Georgia"/>
              </a:defRPr>
            </a:lvl3pPr>
            <a:lvl4pPr algn="ctr">
              <a:defRPr sz="2175" b="0">
                <a:solidFill>
                  <a:srgbClr val="567F8B"/>
                </a:solidFill>
                <a:latin typeface="Georgia"/>
                <a:ea typeface="Georgia"/>
                <a:cs typeface="Georgia"/>
              </a:defRPr>
            </a:lvl4pPr>
            <a:lvl5pPr algn="ctr">
              <a:defRPr sz="2175" b="0">
                <a:solidFill>
                  <a:srgbClr val="567F8B"/>
                </a:solidFill>
                <a:latin typeface="Georgia"/>
                <a:ea typeface="Georgia"/>
                <a:cs typeface="Georgia"/>
              </a:defRPr>
            </a:lvl5pPr>
            <a:lvl6pPr algn="ctr">
              <a:defRPr sz="2175" b="0">
                <a:solidFill>
                  <a:srgbClr val="567F8B"/>
                </a:solidFill>
                <a:latin typeface="Georgia"/>
                <a:ea typeface="Georgia"/>
                <a:cs typeface="Georgia"/>
              </a:defRPr>
            </a:lvl6pPr>
            <a:lvl7pPr algn="ctr">
              <a:defRPr sz="2175" b="0">
                <a:solidFill>
                  <a:srgbClr val="567F8B"/>
                </a:solidFill>
                <a:latin typeface="Georgia"/>
                <a:ea typeface="Georgia"/>
                <a:cs typeface="Georgia"/>
              </a:defRPr>
            </a:lvl7pPr>
            <a:lvl8pPr algn="ctr">
              <a:defRPr sz="2175" b="0">
                <a:solidFill>
                  <a:srgbClr val="567F8B"/>
                </a:solidFill>
                <a:latin typeface="Georgia"/>
                <a:ea typeface="Georgia"/>
                <a:cs typeface="Georgia"/>
              </a:defRPr>
            </a:lvl8pPr>
            <a:lvl9pPr algn="ctr">
              <a:defRPr sz="2175" b="0">
                <a:solidFill>
                  <a:srgbClr val="567F8B"/>
                </a:solidFill>
                <a:latin typeface="Georgia"/>
                <a:ea typeface="Georgia"/>
                <a:cs typeface="Georgia"/>
              </a:defRPr>
            </a:lvl9pPr>
          </a:lstStyle>
          <a:p>
            <a:pPr algn="ctr">
              <a:lnSpc>
                <a:spcPct val="100000"/>
              </a:lnSpc>
              <a:buNone/>
              <a:defRPr sz="2175" b="0">
                <a:solidFill>
                  <a:srgbClr val="567F8B"/>
                </a:solidFill>
                <a:latin typeface="Georgia"/>
                <a:ea typeface="Georgia"/>
                <a:cs typeface="Georgia"/>
              </a:defRPr>
            </a:pPr>
            <a:r>
              <a:rPr sz="2175" b="0">
                <a:solidFill>
                  <a:srgbClr val="567F8B"/>
                </a:solidFill>
                <a:latin typeface="Georgia"/>
                <a:ea typeface="Georgia"/>
                <a:cs typeface="Georgia"/>
              </a:rPr>
              <a:t>↓</a:t>
            </a:r>
          </a:p>
        </p:txBody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23F10C8C-9EC7-46D6-9DA5-38A5E5CEB12D}"/>
              </a:ext>
            </a:extLst>
          </p:cNvPr>
          <p:cNvSpPr>
            <a:spLocks noGrp="1"/>
          </p:cNvSpPr>
          <p:nvPr/>
        </p:nvSpPr>
        <p:spPr>
          <a:xfrm>
            <a:off x="4019550" y="4010025"/>
            <a:ext cx="4152900" cy="838200"/>
          </a:xfrm>
          <a:prstGeom prst="rect">
            <a:avLst/>
          </a:prstGeom>
          <a:solidFill>
            <a:srgbClr val="DCE8E9"/>
          </a:solidFill>
          <a:ln w="9525">
            <a:solidFill>
              <a:srgbClr val="B8C8CC"/>
            </a:solidFill>
            <a:prstDash val="solid"/>
          </a:ln>
        </p:spPr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8AD21B0A-F5BA-45A7-8B78-C5A4F40FD907}"/>
              </a:ext>
            </a:extLst>
          </p:cNvPr>
          <p:cNvSpPr>
            <a:spLocks noGrp="1"/>
          </p:cNvSpPr>
          <p:nvPr/>
        </p:nvSpPr>
        <p:spPr>
          <a:xfrm>
            <a:off x="4171950" y="4133850"/>
            <a:ext cx="38481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1575" b="1">
                <a:solidFill>
                  <a:srgbClr val="26343C"/>
                </a:solidFill>
                <a:latin typeface="Noto Sans SC"/>
                <a:ea typeface="Noto Sans SC"/>
                <a:cs typeface="Noto Sans SC"/>
              </a:defRPr>
            </a:defPPr>
            <a:lvl1pPr algn="ctr">
              <a:defRPr sz="1575" b="1">
                <a:solidFill>
                  <a:srgbClr val="26343C"/>
                </a:solidFill>
                <a:latin typeface="Noto Sans SC"/>
                <a:ea typeface="Noto Sans SC"/>
                <a:cs typeface="Noto Sans SC"/>
              </a:defRPr>
            </a:lvl1pPr>
            <a:lvl2pPr algn="ctr">
              <a:defRPr sz="1575" b="1">
                <a:solidFill>
                  <a:srgbClr val="26343C"/>
                </a:solidFill>
                <a:latin typeface="Noto Sans SC"/>
                <a:ea typeface="Noto Sans SC"/>
                <a:cs typeface="Noto Sans SC"/>
              </a:defRPr>
            </a:lvl2pPr>
            <a:lvl3pPr algn="ctr">
              <a:defRPr sz="1575" b="1">
                <a:solidFill>
                  <a:srgbClr val="26343C"/>
                </a:solidFill>
                <a:latin typeface="Noto Sans SC"/>
                <a:ea typeface="Noto Sans SC"/>
                <a:cs typeface="Noto Sans SC"/>
              </a:defRPr>
            </a:lvl3pPr>
            <a:lvl4pPr algn="ctr">
              <a:defRPr sz="1575" b="1">
                <a:solidFill>
                  <a:srgbClr val="26343C"/>
                </a:solidFill>
                <a:latin typeface="Noto Sans SC"/>
                <a:ea typeface="Noto Sans SC"/>
                <a:cs typeface="Noto Sans SC"/>
              </a:defRPr>
            </a:lvl4pPr>
            <a:lvl5pPr algn="ctr">
              <a:defRPr sz="1575" b="1">
                <a:solidFill>
                  <a:srgbClr val="26343C"/>
                </a:solidFill>
                <a:latin typeface="Noto Sans SC"/>
                <a:ea typeface="Noto Sans SC"/>
                <a:cs typeface="Noto Sans SC"/>
              </a:defRPr>
            </a:lvl5pPr>
            <a:lvl6pPr algn="ctr">
              <a:defRPr sz="1575" b="1">
                <a:solidFill>
                  <a:srgbClr val="26343C"/>
                </a:solidFill>
                <a:latin typeface="Noto Sans SC"/>
                <a:ea typeface="Noto Sans SC"/>
                <a:cs typeface="Noto Sans SC"/>
              </a:defRPr>
            </a:lvl6pPr>
            <a:lvl7pPr algn="ctr">
              <a:defRPr sz="1575" b="1">
                <a:solidFill>
                  <a:srgbClr val="26343C"/>
                </a:solidFill>
                <a:latin typeface="Noto Sans SC"/>
                <a:ea typeface="Noto Sans SC"/>
                <a:cs typeface="Noto Sans SC"/>
              </a:defRPr>
            </a:lvl7pPr>
            <a:lvl8pPr algn="ctr">
              <a:defRPr sz="1575" b="1">
                <a:solidFill>
                  <a:srgbClr val="26343C"/>
                </a:solidFill>
                <a:latin typeface="Noto Sans SC"/>
                <a:ea typeface="Noto Sans SC"/>
                <a:cs typeface="Noto Sans SC"/>
              </a:defRPr>
            </a:lvl8pPr>
            <a:lvl9pPr algn="ctr">
              <a:defRPr sz="1575" b="1">
                <a:solidFill>
                  <a:srgbClr val="26343C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ctr">
              <a:lnSpc>
                <a:spcPct val="100000"/>
              </a:lnSpc>
              <a:buNone/>
              <a:defRPr sz="1575" b="1">
                <a:solidFill>
                  <a:srgbClr val="26343C"/>
                </a:solidFill>
                <a:latin typeface="Noto Sans SC"/>
                <a:ea typeface="Noto Sans SC"/>
                <a:cs typeface="Noto Sans SC"/>
              </a:defRPr>
            </a:pPr>
            <a:r>
              <a:rPr sz="1575" b="1">
                <a:solidFill>
                  <a:srgbClr val="26343C"/>
                </a:solidFill>
                <a:latin typeface="Noto Sans SC"/>
                <a:ea typeface="Noto Sans SC"/>
                <a:cs typeface="Noto Sans SC"/>
              </a:rPr>
              <a:t>窗中心与几何审核</a:t>
            </a:r>
          </a:p>
        </p:txBody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E241F65D-B648-42E8-AC8C-C3F714AC29BF}"/>
              </a:ext>
            </a:extLst>
          </p:cNvPr>
          <p:cNvSpPr>
            <a:spLocks noGrp="1"/>
          </p:cNvSpPr>
          <p:nvPr/>
        </p:nvSpPr>
        <p:spPr>
          <a:xfrm>
            <a:off x="4171950" y="4495800"/>
            <a:ext cx="3848100" cy="2762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1275" b="0">
                <a:solidFill>
                  <a:srgbClr val="5F7078"/>
                </a:solidFill>
                <a:latin typeface="Noto Sans SC"/>
                <a:ea typeface="Noto Sans SC"/>
                <a:cs typeface="Noto Sans SC"/>
              </a:defRPr>
            </a:defPPr>
            <a:lvl1pPr algn="ctr">
              <a:defRPr sz="1275" b="0">
                <a:solidFill>
                  <a:srgbClr val="5F7078"/>
                </a:solidFill>
                <a:latin typeface="Noto Sans SC"/>
                <a:ea typeface="Noto Sans SC"/>
                <a:cs typeface="Noto Sans SC"/>
              </a:defRPr>
            </a:lvl1pPr>
            <a:lvl2pPr algn="ctr">
              <a:defRPr sz="1275" b="0">
                <a:solidFill>
                  <a:srgbClr val="5F7078"/>
                </a:solidFill>
                <a:latin typeface="Noto Sans SC"/>
                <a:ea typeface="Noto Sans SC"/>
                <a:cs typeface="Noto Sans SC"/>
              </a:defRPr>
            </a:lvl2pPr>
            <a:lvl3pPr algn="ctr">
              <a:defRPr sz="1275" b="0">
                <a:solidFill>
                  <a:srgbClr val="5F7078"/>
                </a:solidFill>
                <a:latin typeface="Noto Sans SC"/>
                <a:ea typeface="Noto Sans SC"/>
                <a:cs typeface="Noto Sans SC"/>
              </a:defRPr>
            </a:lvl3pPr>
            <a:lvl4pPr algn="ctr">
              <a:defRPr sz="1275" b="0">
                <a:solidFill>
                  <a:srgbClr val="5F7078"/>
                </a:solidFill>
                <a:latin typeface="Noto Sans SC"/>
                <a:ea typeface="Noto Sans SC"/>
                <a:cs typeface="Noto Sans SC"/>
              </a:defRPr>
            </a:lvl4pPr>
            <a:lvl5pPr algn="ctr">
              <a:defRPr sz="1275" b="0">
                <a:solidFill>
                  <a:srgbClr val="5F7078"/>
                </a:solidFill>
                <a:latin typeface="Noto Sans SC"/>
                <a:ea typeface="Noto Sans SC"/>
                <a:cs typeface="Noto Sans SC"/>
              </a:defRPr>
            </a:lvl5pPr>
            <a:lvl6pPr algn="ctr">
              <a:defRPr sz="1275" b="0">
                <a:solidFill>
                  <a:srgbClr val="5F7078"/>
                </a:solidFill>
                <a:latin typeface="Noto Sans SC"/>
                <a:ea typeface="Noto Sans SC"/>
                <a:cs typeface="Noto Sans SC"/>
              </a:defRPr>
            </a:lvl6pPr>
            <a:lvl7pPr algn="ctr">
              <a:defRPr sz="1275" b="0">
                <a:solidFill>
                  <a:srgbClr val="5F7078"/>
                </a:solidFill>
                <a:latin typeface="Noto Sans SC"/>
                <a:ea typeface="Noto Sans SC"/>
                <a:cs typeface="Noto Sans SC"/>
              </a:defRPr>
            </a:lvl7pPr>
            <a:lvl8pPr algn="ctr">
              <a:defRPr sz="1275" b="0">
                <a:solidFill>
                  <a:srgbClr val="5F7078"/>
                </a:solidFill>
                <a:latin typeface="Noto Sans SC"/>
                <a:ea typeface="Noto Sans SC"/>
                <a:cs typeface="Noto Sans SC"/>
              </a:defRPr>
            </a:lvl8pPr>
            <a:lvl9pPr algn="ctr">
              <a:defRPr sz="1275" b="0">
                <a:solidFill>
                  <a:srgbClr val="5F7078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ctr">
              <a:lnSpc>
                <a:spcPct val="100000"/>
              </a:lnSpc>
              <a:buNone/>
              <a:defRPr sz="1275" b="0">
                <a:solidFill>
                  <a:srgbClr val="5F7078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0">
                <a:solidFill>
                  <a:srgbClr val="5F7078"/>
                </a:solidFill>
                <a:latin typeface="Noto Sans SC"/>
                <a:ea typeface="Noto Sans SC"/>
                <a:cs typeface="Noto Sans SC"/>
              </a:rPr>
              <a:t>接受候选，或送入待复核</a:t>
            </a:r>
          </a:p>
        </p:txBody>
      </p:sp>
      <p:sp>
        <p:nvSpPr>
          <p:cNvPr id="36" name="矩形 35">
            <a:extLst>
              <a:ext uri="{FF2B5EF4-FFF2-40B4-BE49-F238E27FC236}">
                <a16:creationId xmlns:a16="http://schemas.microsoft.com/office/drawing/2014/main" id="{D5B09F8E-07F1-411B-8EBB-620A645F01C0}"/>
              </a:ext>
            </a:extLst>
          </p:cNvPr>
          <p:cNvSpPr>
            <a:spLocks noGrp="1"/>
          </p:cNvSpPr>
          <p:nvPr/>
        </p:nvSpPr>
        <p:spPr>
          <a:xfrm>
            <a:off x="5886450" y="4857750"/>
            <a:ext cx="419100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2175" b="0">
                <a:solidFill>
                  <a:srgbClr val="567F8B"/>
                </a:solidFill>
                <a:latin typeface="Georgia"/>
                <a:ea typeface="Georgia"/>
                <a:cs typeface="Georgia"/>
              </a:defRPr>
            </a:defPPr>
            <a:lvl1pPr algn="ctr">
              <a:defRPr sz="2175" b="0">
                <a:solidFill>
                  <a:srgbClr val="567F8B"/>
                </a:solidFill>
                <a:latin typeface="Georgia"/>
                <a:ea typeface="Georgia"/>
                <a:cs typeface="Georgia"/>
              </a:defRPr>
            </a:lvl1pPr>
            <a:lvl2pPr algn="ctr">
              <a:defRPr sz="2175" b="0">
                <a:solidFill>
                  <a:srgbClr val="567F8B"/>
                </a:solidFill>
                <a:latin typeface="Georgia"/>
                <a:ea typeface="Georgia"/>
                <a:cs typeface="Georgia"/>
              </a:defRPr>
            </a:lvl2pPr>
            <a:lvl3pPr algn="ctr">
              <a:defRPr sz="2175" b="0">
                <a:solidFill>
                  <a:srgbClr val="567F8B"/>
                </a:solidFill>
                <a:latin typeface="Georgia"/>
                <a:ea typeface="Georgia"/>
                <a:cs typeface="Georgia"/>
              </a:defRPr>
            </a:lvl3pPr>
            <a:lvl4pPr algn="ctr">
              <a:defRPr sz="2175" b="0">
                <a:solidFill>
                  <a:srgbClr val="567F8B"/>
                </a:solidFill>
                <a:latin typeface="Georgia"/>
                <a:ea typeface="Georgia"/>
                <a:cs typeface="Georgia"/>
              </a:defRPr>
            </a:lvl4pPr>
            <a:lvl5pPr algn="ctr">
              <a:defRPr sz="2175" b="0">
                <a:solidFill>
                  <a:srgbClr val="567F8B"/>
                </a:solidFill>
                <a:latin typeface="Georgia"/>
                <a:ea typeface="Georgia"/>
                <a:cs typeface="Georgia"/>
              </a:defRPr>
            </a:lvl5pPr>
            <a:lvl6pPr algn="ctr">
              <a:defRPr sz="2175" b="0">
                <a:solidFill>
                  <a:srgbClr val="567F8B"/>
                </a:solidFill>
                <a:latin typeface="Georgia"/>
                <a:ea typeface="Georgia"/>
                <a:cs typeface="Georgia"/>
              </a:defRPr>
            </a:lvl6pPr>
            <a:lvl7pPr algn="ctr">
              <a:defRPr sz="2175" b="0">
                <a:solidFill>
                  <a:srgbClr val="567F8B"/>
                </a:solidFill>
                <a:latin typeface="Georgia"/>
                <a:ea typeface="Georgia"/>
                <a:cs typeface="Georgia"/>
              </a:defRPr>
            </a:lvl7pPr>
            <a:lvl8pPr algn="ctr">
              <a:defRPr sz="2175" b="0">
                <a:solidFill>
                  <a:srgbClr val="567F8B"/>
                </a:solidFill>
                <a:latin typeface="Georgia"/>
                <a:ea typeface="Georgia"/>
                <a:cs typeface="Georgia"/>
              </a:defRPr>
            </a:lvl8pPr>
            <a:lvl9pPr algn="ctr">
              <a:defRPr sz="2175" b="0">
                <a:solidFill>
                  <a:srgbClr val="567F8B"/>
                </a:solidFill>
                <a:latin typeface="Georgia"/>
                <a:ea typeface="Georgia"/>
                <a:cs typeface="Georgia"/>
              </a:defRPr>
            </a:lvl9pPr>
          </a:lstStyle>
          <a:p>
            <a:pPr algn="ctr">
              <a:lnSpc>
                <a:spcPct val="100000"/>
              </a:lnSpc>
              <a:buNone/>
              <a:defRPr sz="2175" b="0">
                <a:solidFill>
                  <a:srgbClr val="567F8B"/>
                </a:solidFill>
                <a:latin typeface="Georgia"/>
                <a:ea typeface="Georgia"/>
                <a:cs typeface="Georgia"/>
              </a:defRPr>
            </a:pPr>
            <a:r>
              <a:rPr sz="2175" b="0">
                <a:solidFill>
                  <a:srgbClr val="567F8B"/>
                </a:solidFill>
                <a:latin typeface="Georgia"/>
                <a:ea typeface="Georgia"/>
                <a:cs typeface="Georgia"/>
              </a:rPr>
              <a:t>↓</a:t>
            </a:r>
          </a:p>
        </p:txBody>
      </p:sp>
      <p:sp>
        <p:nvSpPr>
          <p:cNvPr id="37" name="矩形 36">
            <a:extLst>
              <a:ext uri="{FF2B5EF4-FFF2-40B4-BE49-F238E27FC236}">
                <a16:creationId xmlns:a16="http://schemas.microsoft.com/office/drawing/2014/main" id="{68B33C50-FE76-418A-A2A8-D6DF9FCD533F}"/>
              </a:ext>
            </a:extLst>
          </p:cNvPr>
          <p:cNvSpPr>
            <a:spLocks noGrp="1"/>
          </p:cNvSpPr>
          <p:nvPr/>
        </p:nvSpPr>
        <p:spPr>
          <a:xfrm>
            <a:off x="4019550" y="5229225"/>
            <a:ext cx="4152900" cy="733425"/>
          </a:xfrm>
          <a:prstGeom prst="rect">
            <a:avLst/>
          </a:prstGeom>
          <a:solidFill>
            <a:srgbClr val="FFFFFF"/>
          </a:solidFill>
          <a:ln w="9525">
            <a:solidFill>
              <a:srgbClr val="B8C8CC"/>
            </a:solidFill>
            <a:prstDash val="solid"/>
          </a:ln>
        </p:spPr>
      </p:sp>
      <p:sp>
        <p:nvSpPr>
          <p:cNvPr id="38" name="矩形 37">
            <a:extLst>
              <a:ext uri="{FF2B5EF4-FFF2-40B4-BE49-F238E27FC236}">
                <a16:creationId xmlns:a16="http://schemas.microsoft.com/office/drawing/2014/main" id="{A244A06C-E058-4CD1-AA07-D191C237323A}"/>
              </a:ext>
            </a:extLst>
          </p:cNvPr>
          <p:cNvSpPr>
            <a:spLocks noGrp="1"/>
          </p:cNvSpPr>
          <p:nvPr/>
        </p:nvSpPr>
        <p:spPr>
          <a:xfrm>
            <a:off x="4171950" y="5353050"/>
            <a:ext cx="38481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1575" b="1">
                <a:solidFill>
                  <a:srgbClr val="26343C"/>
                </a:solidFill>
                <a:latin typeface="Noto Sans SC"/>
                <a:ea typeface="Noto Sans SC"/>
                <a:cs typeface="Noto Sans SC"/>
              </a:defRPr>
            </a:defPPr>
            <a:lvl1pPr algn="ctr">
              <a:defRPr sz="1575" b="1">
                <a:solidFill>
                  <a:srgbClr val="26343C"/>
                </a:solidFill>
                <a:latin typeface="Noto Sans SC"/>
                <a:ea typeface="Noto Sans SC"/>
                <a:cs typeface="Noto Sans SC"/>
              </a:defRPr>
            </a:lvl1pPr>
            <a:lvl2pPr algn="ctr">
              <a:defRPr sz="1575" b="1">
                <a:solidFill>
                  <a:srgbClr val="26343C"/>
                </a:solidFill>
                <a:latin typeface="Noto Sans SC"/>
                <a:ea typeface="Noto Sans SC"/>
                <a:cs typeface="Noto Sans SC"/>
              </a:defRPr>
            </a:lvl2pPr>
            <a:lvl3pPr algn="ctr">
              <a:defRPr sz="1575" b="1">
                <a:solidFill>
                  <a:srgbClr val="26343C"/>
                </a:solidFill>
                <a:latin typeface="Noto Sans SC"/>
                <a:ea typeface="Noto Sans SC"/>
                <a:cs typeface="Noto Sans SC"/>
              </a:defRPr>
            </a:lvl3pPr>
            <a:lvl4pPr algn="ctr">
              <a:defRPr sz="1575" b="1">
                <a:solidFill>
                  <a:srgbClr val="26343C"/>
                </a:solidFill>
                <a:latin typeface="Noto Sans SC"/>
                <a:ea typeface="Noto Sans SC"/>
                <a:cs typeface="Noto Sans SC"/>
              </a:defRPr>
            </a:lvl4pPr>
            <a:lvl5pPr algn="ctr">
              <a:defRPr sz="1575" b="1">
                <a:solidFill>
                  <a:srgbClr val="26343C"/>
                </a:solidFill>
                <a:latin typeface="Noto Sans SC"/>
                <a:ea typeface="Noto Sans SC"/>
                <a:cs typeface="Noto Sans SC"/>
              </a:defRPr>
            </a:lvl5pPr>
            <a:lvl6pPr algn="ctr">
              <a:defRPr sz="1575" b="1">
                <a:solidFill>
                  <a:srgbClr val="26343C"/>
                </a:solidFill>
                <a:latin typeface="Noto Sans SC"/>
                <a:ea typeface="Noto Sans SC"/>
                <a:cs typeface="Noto Sans SC"/>
              </a:defRPr>
            </a:lvl6pPr>
            <a:lvl7pPr algn="ctr">
              <a:defRPr sz="1575" b="1">
                <a:solidFill>
                  <a:srgbClr val="26343C"/>
                </a:solidFill>
                <a:latin typeface="Noto Sans SC"/>
                <a:ea typeface="Noto Sans SC"/>
                <a:cs typeface="Noto Sans SC"/>
              </a:defRPr>
            </a:lvl7pPr>
            <a:lvl8pPr algn="ctr">
              <a:defRPr sz="1575" b="1">
                <a:solidFill>
                  <a:srgbClr val="26343C"/>
                </a:solidFill>
                <a:latin typeface="Noto Sans SC"/>
                <a:ea typeface="Noto Sans SC"/>
                <a:cs typeface="Noto Sans SC"/>
              </a:defRPr>
            </a:lvl8pPr>
            <a:lvl9pPr algn="ctr">
              <a:defRPr sz="1575" b="1">
                <a:solidFill>
                  <a:srgbClr val="26343C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ctr">
              <a:lnSpc>
                <a:spcPct val="100000"/>
              </a:lnSpc>
              <a:buNone/>
              <a:defRPr sz="1575" b="1">
                <a:solidFill>
                  <a:srgbClr val="26343C"/>
                </a:solidFill>
                <a:latin typeface="Noto Sans SC"/>
                <a:ea typeface="Noto Sans SC"/>
                <a:cs typeface="Noto Sans SC"/>
              </a:defRPr>
            </a:pPr>
            <a:r>
              <a:rPr sz="1575" b="1">
                <a:solidFill>
                  <a:srgbClr val="26343C"/>
                </a:solidFill>
                <a:latin typeface="Noto Sans SC"/>
                <a:ea typeface="Noto Sans SC"/>
                <a:cs typeface="Noto Sans SC"/>
              </a:rPr>
              <a:t>三维位置预览</a:t>
            </a: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1D608713-0759-4481-B037-C5932CF9BCB9}"/>
              </a:ext>
            </a:extLst>
          </p:cNvPr>
          <p:cNvSpPr>
            <a:spLocks noGrp="1"/>
          </p:cNvSpPr>
          <p:nvPr/>
        </p:nvSpPr>
        <p:spPr>
          <a:xfrm>
            <a:off x="4171950" y="5715000"/>
            <a:ext cx="38481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 fontScale="88235"/>
          </a:bodyPr>
          <a:lstStyle>
            <a:defPPr algn="ctr">
              <a:defRPr sz="1275" b="0">
                <a:solidFill>
                  <a:srgbClr val="5F7078"/>
                </a:solidFill>
                <a:latin typeface="Noto Sans SC"/>
                <a:ea typeface="Noto Sans SC"/>
                <a:cs typeface="Noto Sans SC"/>
              </a:defRPr>
            </a:defPPr>
            <a:lvl1pPr algn="ctr">
              <a:defRPr sz="1275" b="0">
                <a:solidFill>
                  <a:srgbClr val="5F7078"/>
                </a:solidFill>
                <a:latin typeface="Noto Sans SC"/>
                <a:ea typeface="Noto Sans SC"/>
                <a:cs typeface="Noto Sans SC"/>
              </a:defRPr>
            </a:lvl1pPr>
            <a:lvl2pPr algn="ctr">
              <a:defRPr sz="1275" b="0">
                <a:solidFill>
                  <a:srgbClr val="5F7078"/>
                </a:solidFill>
                <a:latin typeface="Noto Sans SC"/>
                <a:ea typeface="Noto Sans SC"/>
                <a:cs typeface="Noto Sans SC"/>
              </a:defRPr>
            </a:lvl2pPr>
            <a:lvl3pPr algn="ctr">
              <a:defRPr sz="1275" b="0">
                <a:solidFill>
                  <a:srgbClr val="5F7078"/>
                </a:solidFill>
                <a:latin typeface="Noto Sans SC"/>
                <a:ea typeface="Noto Sans SC"/>
                <a:cs typeface="Noto Sans SC"/>
              </a:defRPr>
            </a:lvl3pPr>
            <a:lvl4pPr algn="ctr">
              <a:defRPr sz="1275" b="0">
                <a:solidFill>
                  <a:srgbClr val="5F7078"/>
                </a:solidFill>
                <a:latin typeface="Noto Sans SC"/>
                <a:ea typeface="Noto Sans SC"/>
                <a:cs typeface="Noto Sans SC"/>
              </a:defRPr>
            </a:lvl4pPr>
            <a:lvl5pPr algn="ctr">
              <a:defRPr sz="1275" b="0">
                <a:solidFill>
                  <a:srgbClr val="5F7078"/>
                </a:solidFill>
                <a:latin typeface="Noto Sans SC"/>
                <a:ea typeface="Noto Sans SC"/>
                <a:cs typeface="Noto Sans SC"/>
              </a:defRPr>
            </a:lvl5pPr>
            <a:lvl6pPr algn="ctr">
              <a:defRPr sz="1275" b="0">
                <a:solidFill>
                  <a:srgbClr val="5F7078"/>
                </a:solidFill>
                <a:latin typeface="Noto Sans SC"/>
                <a:ea typeface="Noto Sans SC"/>
                <a:cs typeface="Noto Sans SC"/>
              </a:defRPr>
            </a:lvl6pPr>
            <a:lvl7pPr algn="ctr">
              <a:defRPr sz="1275" b="0">
                <a:solidFill>
                  <a:srgbClr val="5F7078"/>
                </a:solidFill>
                <a:latin typeface="Noto Sans SC"/>
                <a:ea typeface="Noto Sans SC"/>
                <a:cs typeface="Noto Sans SC"/>
              </a:defRPr>
            </a:lvl7pPr>
            <a:lvl8pPr algn="ctr">
              <a:defRPr sz="1275" b="0">
                <a:solidFill>
                  <a:srgbClr val="5F7078"/>
                </a:solidFill>
                <a:latin typeface="Noto Sans SC"/>
                <a:ea typeface="Noto Sans SC"/>
                <a:cs typeface="Noto Sans SC"/>
              </a:defRPr>
            </a:lvl8pPr>
            <a:lvl9pPr algn="ctr">
              <a:defRPr sz="1275" b="0">
                <a:solidFill>
                  <a:srgbClr val="5F7078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ctr">
              <a:lnSpc>
                <a:spcPct val="100000"/>
              </a:lnSpc>
              <a:buNone/>
              <a:defRPr sz="1275" b="0">
                <a:solidFill>
                  <a:srgbClr val="5F7078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0">
                <a:solidFill>
                  <a:srgbClr val="5F7078"/>
                </a:solidFill>
                <a:latin typeface="Noto Sans SC"/>
                <a:ea typeface="Noto Sans SC"/>
                <a:cs typeface="Noto Sans SC"/>
              </a:rPr>
              <a:t>独立预测面、JSON / OBJ</a:t>
            </a:r>
          </a:p>
        </p:txBody>
      </p:sp>
      <p:sp>
        <p:nvSpPr>
          <p:cNvPr id="41" name="文本框 40">
            <a:extLst>
              <a:ext uri="{FF2B5EF4-FFF2-40B4-BE49-F238E27FC236}">
                <a16:creationId xmlns:a16="http://schemas.microsoft.com/office/drawing/2014/main" id="{F2971C5B-6658-0623-048E-B16AE905ED7E}"/>
              </a:ext>
            </a:extLst>
          </p:cNvPr>
          <p:cNvSpPr txBox="1"/>
          <p:nvPr/>
        </p:nvSpPr>
        <p:spPr>
          <a:xfrm>
            <a:off x="11163300" y="6515100"/>
            <a:ext cx="419100" cy="161583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r"/>
            <a:r>
              <a:rPr lang="en-US" altLang="zh-CN" sz="1050">
                <a:solidFill>
                  <a:srgbClr val="567F8B"/>
                </a:solidFill>
                <a:latin typeface="Georgia" panose="02040502050405020303" pitchFamily="18" charset="0"/>
              </a:rPr>
              <a:t>04</a:t>
            </a:r>
            <a:endParaRPr lang="zh-CN" altLang="en-US" sz="1050">
              <a:solidFill>
                <a:srgbClr val="567F8B"/>
              </a:solidFill>
              <a:latin typeface="Georgia" panose="02040502050405020303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2649393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矩形 20">
            <a:extLst>
              <a:ext uri="{FF2B5EF4-FFF2-40B4-BE49-F238E27FC236}">
                <a16:creationId xmlns:a16="http://schemas.microsoft.com/office/drawing/2014/main" id="{8DE4F0B0-9AD9-4149-BB5A-27A47706EB85}"/>
              </a:ext>
            </a:extLst>
          </p:cNvPr>
          <p:cNvSpPr>
            <a:spLocks noGrp="1"/>
          </p:cNvSpPr>
          <p:nvPr/>
        </p:nvSpPr>
        <p:spPr>
          <a:xfrm>
            <a:off x="361950" y="219075"/>
            <a:ext cx="10382250" cy="2952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725" b="1">
                <a:solidFill>
                  <a:srgbClr val="26343C"/>
                </a:solidFill>
                <a:latin typeface="Noto Sans SC"/>
                <a:ea typeface="Noto Sans SC"/>
                <a:cs typeface="Noto Sans SC"/>
              </a:defRPr>
            </a:defPPr>
            <a:lvl1pPr algn="l">
              <a:defRPr sz="1725" b="1">
                <a:solidFill>
                  <a:srgbClr val="26343C"/>
                </a:solidFill>
                <a:latin typeface="Noto Sans SC"/>
                <a:ea typeface="Noto Sans SC"/>
                <a:cs typeface="Noto Sans SC"/>
              </a:defRPr>
            </a:lvl1pPr>
            <a:lvl2pPr algn="l">
              <a:defRPr sz="1725" b="1">
                <a:solidFill>
                  <a:srgbClr val="26343C"/>
                </a:solidFill>
                <a:latin typeface="Noto Sans SC"/>
                <a:ea typeface="Noto Sans SC"/>
                <a:cs typeface="Noto Sans SC"/>
              </a:defRPr>
            </a:lvl2pPr>
            <a:lvl3pPr algn="l">
              <a:defRPr sz="1725" b="1">
                <a:solidFill>
                  <a:srgbClr val="26343C"/>
                </a:solidFill>
                <a:latin typeface="Noto Sans SC"/>
                <a:ea typeface="Noto Sans SC"/>
                <a:cs typeface="Noto Sans SC"/>
              </a:defRPr>
            </a:lvl3pPr>
            <a:lvl4pPr algn="l">
              <a:defRPr sz="1725" b="1">
                <a:solidFill>
                  <a:srgbClr val="26343C"/>
                </a:solidFill>
                <a:latin typeface="Noto Sans SC"/>
                <a:ea typeface="Noto Sans SC"/>
                <a:cs typeface="Noto Sans SC"/>
              </a:defRPr>
            </a:lvl4pPr>
            <a:lvl5pPr algn="l">
              <a:defRPr sz="1725" b="1">
                <a:solidFill>
                  <a:srgbClr val="26343C"/>
                </a:solidFill>
                <a:latin typeface="Noto Sans SC"/>
                <a:ea typeface="Noto Sans SC"/>
                <a:cs typeface="Noto Sans SC"/>
              </a:defRPr>
            </a:lvl5pPr>
            <a:lvl6pPr algn="l">
              <a:defRPr sz="1725" b="1">
                <a:solidFill>
                  <a:srgbClr val="26343C"/>
                </a:solidFill>
                <a:latin typeface="Noto Sans SC"/>
                <a:ea typeface="Noto Sans SC"/>
                <a:cs typeface="Noto Sans SC"/>
              </a:defRPr>
            </a:lvl6pPr>
            <a:lvl7pPr algn="l">
              <a:defRPr sz="1725" b="1">
                <a:solidFill>
                  <a:srgbClr val="26343C"/>
                </a:solidFill>
                <a:latin typeface="Noto Sans SC"/>
                <a:ea typeface="Noto Sans SC"/>
                <a:cs typeface="Noto Sans SC"/>
              </a:defRPr>
            </a:lvl7pPr>
            <a:lvl8pPr algn="l">
              <a:defRPr sz="1725" b="1">
                <a:solidFill>
                  <a:srgbClr val="26343C"/>
                </a:solidFill>
                <a:latin typeface="Noto Sans SC"/>
                <a:ea typeface="Noto Sans SC"/>
                <a:cs typeface="Noto Sans SC"/>
              </a:defRPr>
            </a:lvl8pPr>
            <a:lvl9pPr algn="l">
              <a:defRPr sz="1725" b="1">
                <a:solidFill>
                  <a:srgbClr val="26343C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l">
              <a:lnSpc>
                <a:spcPct val="100000"/>
              </a:lnSpc>
              <a:buNone/>
              <a:defRPr sz="1725" b="1">
                <a:solidFill>
                  <a:srgbClr val="26343C"/>
                </a:solidFill>
                <a:latin typeface="Noto Sans SC"/>
                <a:ea typeface="Noto Sans SC"/>
                <a:cs typeface="Noto Sans SC"/>
              </a:defRPr>
            </a:pPr>
            <a:r>
              <a:rPr sz="1725" b="1">
                <a:solidFill>
                  <a:srgbClr val="26343C"/>
                </a:solidFill>
                <a:latin typeface="Noto Sans SC"/>
                <a:ea typeface="Noto Sans SC"/>
                <a:cs typeface="Noto Sans SC"/>
              </a:rPr>
              <a:t>03  /  数据范围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811A03E9-81FC-4FE7-9662-118E7A62D299}"/>
              </a:ext>
            </a:extLst>
          </p:cNvPr>
          <p:cNvSpPr>
            <a:spLocks noGrp="1"/>
          </p:cNvSpPr>
          <p:nvPr/>
        </p:nvSpPr>
        <p:spPr>
          <a:xfrm>
            <a:off x="361950" y="609600"/>
            <a:ext cx="11468100" cy="66675"/>
          </a:xfrm>
          <a:prstGeom prst="rect">
            <a:avLst/>
          </a:prstGeom>
          <a:solidFill>
            <a:srgbClr val="A9BCC2"/>
          </a:solidFill>
          <a:ln w="0">
            <a:noFill/>
            <a:prstDash val="solid"/>
          </a:ln>
        </p:spPr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4941422F-1514-4331-AD53-B35CFF5FDDF2}"/>
              </a:ext>
            </a:extLst>
          </p:cNvPr>
          <p:cNvSpPr>
            <a:spLocks noGrp="1"/>
          </p:cNvSpPr>
          <p:nvPr/>
        </p:nvSpPr>
        <p:spPr>
          <a:xfrm>
            <a:off x="609600" y="866775"/>
            <a:ext cx="10972800" cy="5429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775" b="1">
                <a:solidFill>
                  <a:srgbClr val="26343C"/>
                </a:solidFill>
                <a:latin typeface="Noto Sans SC"/>
                <a:ea typeface="Noto Sans SC"/>
                <a:cs typeface="Noto Sans SC"/>
              </a:defRPr>
            </a:defPPr>
            <a:lvl1pPr algn="l">
              <a:defRPr sz="2775" b="1">
                <a:solidFill>
                  <a:srgbClr val="26343C"/>
                </a:solidFill>
                <a:latin typeface="Noto Sans SC"/>
                <a:ea typeface="Noto Sans SC"/>
                <a:cs typeface="Noto Sans SC"/>
              </a:defRPr>
            </a:lvl1pPr>
            <a:lvl2pPr algn="l">
              <a:defRPr sz="2775" b="1">
                <a:solidFill>
                  <a:srgbClr val="26343C"/>
                </a:solidFill>
                <a:latin typeface="Noto Sans SC"/>
                <a:ea typeface="Noto Sans SC"/>
                <a:cs typeface="Noto Sans SC"/>
              </a:defRPr>
            </a:lvl2pPr>
            <a:lvl3pPr algn="l">
              <a:defRPr sz="2775" b="1">
                <a:solidFill>
                  <a:srgbClr val="26343C"/>
                </a:solidFill>
                <a:latin typeface="Noto Sans SC"/>
                <a:ea typeface="Noto Sans SC"/>
                <a:cs typeface="Noto Sans SC"/>
              </a:defRPr>
            </a:lvl3pPr>
            <a:lvl4pPr algn="l">
              <a:defRPr sz="2775" b="1">
                <a:solidFill>
                  <a:srgbClr val="26343C"/>
                </a:solidFill>
                <a:latin typeface="Noto Sans SC"/>
                <a:ea typeface="Noto Sans SC"/>
                <a:cs typeface="Noto Sans SC"/>
              </a:defRPr>
            </a:lvl4pPr>
            <a:lvl5pPr algn="l">
              <a:defRPr sz="2775" b="1">
                <a:solidFill>
                  <a:srgbClr val="26343C"/>
                </a:solidFill>
                <a:latin typeface="Noto Sans SC"/>
                <a:ea typeface="Noto Sans SC"/>
                <a:cs typeface="Noto Sans SC"/>
              </a:defRPr>
            </a:lvl5pPr>
            <a:lvl6pPr algn="l">
              <a:defRPr sz="2775" b="1">
                <a:solidFill>
                  <a:srgbClr val="26343C"/>
                </a:solidFill>
                <a:latin typeface="Noto Sans SC"/>
                <a:ea typeface="Noto Sans SC"/>
                <a:cs typeface="Noto Sans SC"/>
              </a:defRPr>
            </a:lvl6pPr>
            <a:lvl7pPr algn="l">
              <a:defRPr sz="2775" b="1">
                <a:solidFill>
                  <a:srgbClr val="26343C"/>
                </a:solidFill>
                <a:latin typeface="Noto Sans SC"/>
                <a:ea typeface="Noto Sans SC"/>
                <a:cs typeface="Noto Sans SC"/>
              </a:defRPr>
            </a:lvl7pPr>
            <a:lvl8pPr algn="l">
              <a:defRPr sz="2775" b="1">
                <a:solidFill>
                  <a:srgbClr val="26343C"/>
                </a:solidFill>
                <a:latin typeface="Noto Sans SC"/>
                <a:ea typeface="Noto Sans SC"/>
                <a:cs typeface="Noto Sans SC"/>
              </a:defRPr>
            </a:lvl8pPr>
            <a:lvl9pPr algn="l">
              <a:defRPr sz="2775" b="1">
                <a:solidFill>
                  <a:srgbClr val="26343C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l">
              <a:lnSpc>
                <a:spcPct val="100000"/>
              </a:lnSpc>
              <a:buNone/>
              <a:defRPr sz="2775" b="1">
                <a:solidFill>
                  <a:srgbClr val="26343C"/>
                </a:solidFill>
                <a:latin typeface="Noto Sans SC"/>
                <a:ea typeface="Noto Sans SC"/>
                <a:cs typeface="Noto Sans SC"/>
              </a:defRPr>
            </a:pPr>
            <a:r>
              <a:rPr sz="2775" b="1">
                <a:solidFill>
                  <a:srgbClr val="26343C"/>
                </a:solidFill>
                <a:latin typeface="Noto Sans SC"/>
                <a:ea typeface="Noto Sans SC"/>
                <a:cs typeface="Noto Sans SC"/>
              </a:rPr>
              <a:t>27 栋模型与 17 张立面照片构成当前开发样本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EE19E7A4-EFD0-41AD-9BEA-2C08FD85AF7D}"/>
              </a:ext>
            </a:extLst>
          </p:cNvPr>
          <p:cNvSpPr>
            <a:spLocks noGrp="1"/>
          </p:cNvSpPr>
          <p:nvPr/>
        </p:nvSpPr>
        <p:spPr>
          <a:xfrm>
            <a:off x="609600" y="6410325"/>
            <a:ext cx="10972800" cy="9525"/>
          </a:xfrm>
          <a:prstGeom prst="rect">
            <a:avLst/>
          </a:prstGeom>
          <a:solidFill>
            <a:srgbClr val="B8C8CC"/>
          </a:solidFill>
          <a:ln w="0">
            <a:noFill/>
            <a:prstDash val="solid"/>
          </a:ln>
        </p:spPr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D08DFEF2-1238-4C1B-8BD0-9286632DF767}"/>
              </a:ext>
            </a:extLst>
          </p:cNvPr>
          <p:cNvSpPr>
            <a:spLocks noGrp="1"/>
          </p:cNvSpPr>
          <p:nvPr/>
        </p:nvSpPr>
        <p:spPr>
          <a:xfrm>
            <a:off x="11163300" y="6515100"/>
            <a:ext cx="409575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r">
              <a:defRPr sz="1050" b="0">
                <a:solidFill>
                  <a:srgbClr val="567F8B"/>
                </a:solidFill>
                <a:latin typeface="Georgia"/>
                <a:ea typeface="Georgia"/>
                <a:cs typeface="Georgia"/>
              </a:defRPr>
            </a:defPPr>
            <a:lvl1pPr algn="r">
              <a:defRPr sz="1050" b="0">
                <a:solidFill>
                  <a:srgbClr val="567F8B"/>
                </a:solidFill>
                <a:latin typeface="Georgia"/>
                <a:ea typeface="Georgia"/>
                <a:cs typeface="Georgia"/>
              </a:defRPr>
            </a:lvl1pPr>
            <a:lvl2pPr algn="r">
              <a:defRPr sz="1050" b="0">
                <a:solidFill>
                  <a:srgbClr val="567F8B"/>
                </a:solidFill>
                <a:latin typeface="Georgia"/>
                <a:ea typeface="Georgia"/>
                <a:cs typeface="Georgia"/>
              </a:defRPr>
            </a:lvl2pPr>
            <a:lvl3pPr algn="r">
              <a:defRPr sz="1050" b="0">
                <a:solidFill>
                  <a:srgbClr val="567F8B"/>
                </a:solidFill>
                <a:latin typeface="Georgia"/>
                <a:ea typeface="Georgia"/>
                <a:cs typeface="Georgia"/>
              </a:defRPr>
            </a:lvl3pPr>
            <a:lvl4pPr algn="r">
              <a:defRPr sz="1050" b="0">
                <a:solidFill>
                  <a:srgbClr val="567F8B"/>
                </a:solidFill>
                <a:latin typeface="Georgia"/>
                <a:ea typeface="Georgia"/>
                <a:cs typeface="Georgia"/>
              </a:defRPr>
            </a:lvl4pPr>
            <a:lvl5pPr algn="r">
              <a:defRPr sz="1050" b="0">
                <a:solidFill>
                  <a:srgbClr val="567F8B"/>
                </a:solidFill>
                <a:latin typeface="Georgia"/>
                <a:ea typeface="Georgia"/>
                <a:cs typeface="Georgia"/>
              </a:defRPr>
            </a:lvl5pPr>
            <a:lvl6pPr algn="r">
              <a:defRPr sz="1050" b="0">
                <a:solidFill>
                  <a:srgbClr val="567F8B"/>
                </a:solidFill>
                <a:latin typeface="Georgia"/>
                <a:ea typeface="Georgia"/>
                <a:cs typeface="Georgia"/>
              </a:defRPr>
            </a:lvl6pPr>
            <a:lvl7pPr algn="r">
              <a:defRPr sz="1050" b="0">
                <a:solidFill>
                  <a:srgbClr val="567F8B"/>
                </a:solidFill>
                <a:latin typeface="Georgia"/>
                <a:ea typeface="Georgia"/>
                <a:cs typeface="Georgia"/>
              </a:defRPr>
            </a:lvl7pPr>
            <a:lvl8pPr algn="r">
              <a:defRPr sz="1050" b="0">
                <a:solidFill>
                  <a:srgbClr val="567F8B"/>
                </a:solidFill>
                <a:latin typeface="Georgia"/>
                <a:ea typeface="Georgia"/>
                <a:cs typeface="Georgia"/>
              </a:defRPr>
            </a:lvl8pPr>
            <a:lvl9pPr algn="r">
              <a:defRPr sz="1050" b="0">
                <a:solidFill>
                  <a:srgbClr val="567F8B"/>
                </a:solidFill>
                <a:latin typeface="Georgia"/>
                <a:ea typeface="Georgia"/>
                <a:cs typeface="Georgia"/>
              </a:defRPr>
            </a:lvl9pPr>
          </a:lstStyle>
          <a:p>
            <a:pPr algn="r">
              <a:lnSpc>
                <a:spcPct val="100000"/>
              </a:lnSpc>
              <a:buNone/>
              <a:defRPr sz="1050" b="0">
                <a:solidFill>
                  <a:srgbClr val="567F8B"/>
                </a:solidFill>
                <a:latin typeface="Georgia"/>
                <a:ea typeface="Georgia"/>
                <a:cs typeface="Georgia"/>
              </a:defRPr>
            </a:pPr>
            <a:r>
              <a:rPr lang="en-US" altLang="zh-CN" sz="1050" b="0">
                <a:solidFill>
                  <a:srgbClr val="567F8B"/>
                </a:solidFill>
                <a:latin typeface="Georgia"/>
                <a:ea typeface="Georgia"/>
                <a:cs typeface="Georgia"/>
              </a:rPr>
              <a:t>05</a:t>
            </a:r>
            <a:endParaRPr sz="1050" b="0">
              <a:solidFill>
                <a:srgbClr val="567F8B"/>
              </a:solidFill>
              <a:latin typeface="Georgia"/>
              <a:ea typeface="Georgia"/>
              <a:cs typeface="Georgia"/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0F5BA92F-732E-417F-95A8-B4155DF6C162}"/>
              </a:ext>
            </a:extLst>
          </p:cNvPr>
          <p:cNvSpPr>
            <a:spLocks noGrp="1"/>
          </p:cNvSpPr>
          <p:nvPr/>
        </p:nvSpPr>
        <p:spPr>
          <a:xfrm>
            <a:off x="638175" y="2266950"/>
            <a:ext cx="2400300" cy="6953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4350" b="0">
                <a:solidFill>
                  <a:srgbClr val="567F8B"/>
                </a:solidFill>
                <a:latin typeface="Georgia"/>
                <a:ea typeface="Georgia"/>
                <a:cs typeface="Georgia"/>
              </a:defRPr>
            </a:defPPr>
            <a:lvl1pPr algn="l">
              <a:defRPr sz="4350" b="0">
                <a:solidFill>
                  <a:srgbClr val="567F8B"/>
                </a:solidFill>
                <a:latin typeface="Georgia"/>
                <a:ea typeface="Georgia"/>
                <a:cs typeface="Georgia"/>
              </a:defRPr>
            </a:lvl1pPr>
            <a:lvl2pPr algn="l">
              <a:defRPr sz="4350" b="0">
                <a:solidFill>
                  <a:srgbClr val="567F8B"/>
                </a:solidFill>
                <a:latin typeface="Georgia"/>
                <a:ea typeface="Georgia"/>
                <a:cs typeface="Georgia"/>
              </a:defRPr>
            </a:lvl2pPr>
            <a:lvl3pPr algn="l">
              <a:defRPr sz="4350" b="0">
                <a:solidFill>
                  <a:srgbClr val="567F8B"/>
                </a:solidFill>
                <a:latin typeface="Georgia"/>
                <a:ea typeface="Georgia"/>
                <a:cs typeface="Georgia"/>
              </a:defRPr>
            </a:lvl3pPr>
            <a:lvl4pPr algn="l">
              <a:defRPr sz="4350" b="0">
                <a:solidFill>
                  <a:srgbClr val="567F8B"/>
                </a:solidFill>
                <a:latin typeface="Georgia"/>
                <a:ea typeface="Georgia"/>
                <a:cs typeface="Georgia"/>
              </a:defRPr>
            </a:lvl4pPr>
            <a:lvl5pPr algn="l">
              <a:defRPr sz="4350" b="0">
                <a:solidFill>
                  <a:srgbClr val="567F8B"/>
                </a:solidFill>
                <a:latin typeface="Georgia"/>
                <a:ea typeface="Georgia"/>
                <a:cs typeface="Georgia"/>
              </a:defRPr>
            </a:lvl5pPr>
            <a:lvl6pPr algn="l">
              <a:defRPr sz="4350" b="0">
                <a:solidFill>
                  <a:srgbClr val="567F8B"/>
                </a:solidFill>
                <a:latin typeface="Georgia"/>
                <a:ea typeface="Georgia"/>
                <a:cs typeface="Georgia"/>
              </a:defRPr>
            </a:lvl6pPr>
            <a:lvl7pPr algn="l">
              <a:defRPr sz="4350" b="0">
                <a:solidFill>
                  <a:srgbClr val="567F8B"/>
                </a:solidFill>
                <a:latin typeface="Georgia"/>
                <a:ea typeface="Georgia"/>
                <a:cs typeface="Georgia"/>
              </a:defRPr>
            </a:lvl7pPr>
            <a:lvl8pPr algn="l">
              <a:defRPr sz="4350" b="0">
                <a:solidFill>
                  <a:srgbClr val="567F8B"/>
                </a:solidFill>
                <a:latin typeface="Georgia"/>
                <a:ea typeface="Georgia"/>
                <a:cs typeface="Georgia"/>
              </a:defRPr>
            </a:lvl8pPr>
            <a:lvl9pPr algn="l">
              <a:defRPr sz="4350" b="0">
                <a:solidFill>
                  <a:srgbClr val="567F8B"/>
                </a:solidFill>
                <a:latin typeface="Georgia"/>
                <a:ea typeface="Georgia"/>
                <a:cs typeface="Georgia"/>
              </a:defRPr>
            </a:lvl9pPr>
          </a:lstStyle>
          <a:p>
            <a:pPr algn="l">
              <a:lnSpc>
                <a:spcPct val="100000"/>
              </a:lnSpc>
              <a:buNone/>
              <a:defRPr sz="4350" b="0">
                <a:solidFill>
                  <a:srgbClr val="567F8B"/>
                </a:solidFill>
                <a:latin typeface="Georgia"/>
                <a:ea typeface="Georgia"/>
                <a:cs typeface="Georgia"/>
              </a:defRPr>
            </a:pPr>
            <a:r>
              <a:rPr sz="4350" b="0">
                <a:solidFill>
                  <a:srgbClr val="567F8B"/>
                </a:solidFill>
                <a:latin typeface="Georgia"/>
                <a:ea typeface="Georgia"/>
                <a:cs typeface="Georgia"/>
              </a:rPr>
              <a:t>27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7AEFEA91-D93B-4ABB-9D38-36D007AC7C4C}"/>
              </a:ext>
            </a:extLst>
          </p:cNvPr>
          <p:cNvSpPr>
            <a:spLocks noGrp="1"/>
          </p:cNvSpPr>
          <p:nvPr/>
        </p:nvSpPr>
        <p:spPr>
          <a:xfrm>
            <a:off x="638175" y="3048000"/>
            <a:ext cx="2286000" cy="19050"/>
          </a:xfrm>
          <a:prstGeom prst="rect">
            <a:avLst/>
          </a:prstGeom>
          <a:solidFill>
            <a:srgbClr val="B8C8CC"/>
          </a:solidFill>
          <a:ln w="0">
            <a:noFill/>
            <a:prstDash val="solid"/>
          </a:ln>
        </p:spPr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B8CD4A51-28F2-41DD-B974-6960651EEB54}"/>
              </a:ext>
            </a:extLst>
          </p:cNvPr>
          <p:cNvSpPr>
            <a:spLocks noGrp="1"/>
          </p:cNvSpPr>
          <p:nvPr/>
        </p:nvSpPr>
        <p:spPr>
          <a:xfrm>
            <a:off x="638175" y="3228975"/>
            <a:ext cx="2466975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425" b="0">
                <a:solidFill>
                  <a:srgbClr val="26343C"/>
                </a:solidFill>
                <a:latin typeface="Noto Sans SC"/>
                <a:ea typeface="Noto Sans SC"/>
                <a:cs typeface="Noto Sans SC"/>
              </a:defRPr>
            </a:defPPr>
            <a:lvl1pPr algn="l">
              <a:defRPr sz="1425" b="0">
                <a:solidFill>
                  <a:srgbClr val="26343C"/>
                </a:solidFill>
                <a:latin typeface="Noto Sans SC"/>
                <a:ea typeface="Noto Sans SC"/>
                <a:cs typeface="Noto Sans SC"/>
              </a:defRPr>
            </a:lvl1pPr>
            <a:lvl2pPr algn="l">
              <a:defRPr sz="1425" b="0">
                <a:solidFill>
                  <a:srgbClr val="26343C"/>
                </a:solidFill>
                <a:latin typeface="Noto Sans SC"/>
                <a:ea typeface="Noto Sans SC"/>
                <a:cs typeface="Noto Sans SC"/>
              </a:defRPr>
            </a:lvl2pPr>
            <a:lvl3pPr algn="l">
              <a:defRPr sz="1425" b="0">
                <a:solidFill>
                  <a:srgbClr val="26343C"/>
                </a:solidFill>
                <a:latin typeface="Noto Sans SC"/>
                <a:ea typeface="Noto Sans SC"/>
                <a:cs typeface="Noto Sans SC"/>
              </a:defRPr>
            </a:lvl3pPr>
            <a:lvl4pPr algn="l">
              <a:defRPr sz="1425" b="0">
                <a:solidFill>
                  <a:srgbClr val="26343C"/>
                </a:solidFill>
                <a:latin typeface="Noto Sans SC"/>
                <a:ea typeface="Noto Sans SC"/>
                <a:cs typeface="Noto Sans SC"/>
              </a:defRPr>
            </a:lvl4pPr>
            <a:lvl5pPr algn="l">
              <a:defRPr sz="1425" b="0">
                <a:solidFill>
                  <a:srgbClr val="26343C"/>
                </a:solidFill>
                <a:latin typeface="Noto Sans SC"/>
                <a:ea typeface="Noto Sans SC"/>
                <a:cs typeface="Noto Sans SC"/>
              </a:defRPr>
            </a:lvl5pPr>
            <a:lvl6pPr algn="l">
              <a:defRPr sz="1425" b="0">
                <a:solidFill>
                  <a:srgbClr val="26343C"/>
                </a:solidFill>
                <a:latin typeface="Noto Sans SC"/>
                <a:ea typeface="Noto Sans SC"/>
                <a:cs typeface="Noto Sans SC"/>
              </a:defRPr>
            </a:lvl6pPr>
            <a:lvl7pPr algn="l">
              <a:defRPr sz="1425" b="0">
                <a:solidFill>
                  <a:srgbClr val="26343C"/>
                </a:solidFill>
                <a:latin typeface="Noto Sans SC"/>
                <a:ea typeface="Noto Sans SC"/>
                <a:cs typeface="Noto Sans SC"/>
              </a:defRPr>
            </a:lvl7pPr>
            <a:lvl8pPr algn="l">
              <a:defRPr sz="1425" b="0">
                <a:solidFill>
                  <a:srgbClr val="26343C"/>
                </a:solidFill>
                <a:latin typeface="Noto Sans SC"/>
                <a:ea typeface="Noto Sans SC"/>
                <a:cs typeface="Noto Sans SC"/>
              </a:defRPr>
            </a:lvl8pPr>
            <a:lvl9pPr algn="l">
              <a:defRPr sz="1425" b="0">
                <a:solidFill>
                  <a:srgbClr val="26343C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l">
              <a:lnSpc>
                <a:spcPct val="100000"/>
              </a:lnSpc>
              <a:buNone/>
              <a:defRPr sz="1425" b="0">
                <a:solidFill>
                  <a:srgbClr val="26343C"/>
                </a:solidFill>
                <a:latin typeface="Noto Sans SC"/>
                <a:ea typeface="Noto Sans SC"/>
                <a:cs typeface="Noto Sans SC"/>
              </a:defRPr>
            </a:pPr>
            <a:r>
              <a:rPr sz="1425" b="0">
                <a:solidFill>
                  <a:srgbClr val="26343C"/>
                </a:solidFill>
                <a:latin typeface="Noto Sans SC"/>
                <a:ea typeface="Noto Sans SC"/>
                <a:cs typeface="Noto Sans SC"/>
              </a:rPr>
              <a:t>栋已有 LoD3 建筑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9FC94D46-F6C9-406E-AA92-05DA9073A6BD}"/>
              </a:ext>
            </a:extLst>
          </p:cNvPr>
          <p:cNvSpPr>
            <a:spLocks noGrp="1"/>
          </p:cNvSpPr>
          <p:nvPr/>
        </p:nvSpPr>
        <p:spPr>
          <a:xfrm>
            <a:off x="3505200" y="2266950"/>
            <a:ext cx="2400300" cy="6953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4350" b="0">
                <a:solidFill>
                  <a:srgbClr val="567F8B"/>
                </a:solidFill>
                <a:latin typeface="Georgia"/>
                <a:ea typeface="Georgia"/>
                <a:cs typeface="Georgia"/>
              </a:defRPr>
            </a:defPPr>
            <a:lvl1pPr algn="l">
              <a:defRPr sz="4350" b="0">
                <a:solidFill>
                  <a:srgbClr val="567F8B"/>
                </a:solidFill>
                <a:latin typeface="Georgia"/>
                <a:ea typeface="Georgia"/>
                <a:cs typeface="Georgia"/>
              </a:defRPr>
            </a:lvl1pPr>
            <a:lvl2pPr algn="l">
              <a:defRPr sz="4350" b="0">
                <a:solidFill>
                  <a:srgbClr val="567F8B"/>
                </a:solidFill>
                <a:latin typeface="Georgia"/>
                <a:ea typeface="Georgia"/>
                <a:cs typeface="Georgia"/>
              </a:defRPr>
            </a:lvl2pPr>
            <a:lvl3pPr algn="l">
              <a:defRPr sz="4350" b="0">
                <a:solidFill>
                  <a:srgbClr val="567F8B"/>
                </a:solidFill>
                <a:latin typeface="Georgia"/>
                <a:ea typeface="Georgia"/>
                <a:cs typeface="Georgia"/>
              </a:defRPr>
            </a:lvl3pPr>
            <a:lvl4pPr algn="l">
              <a:defRPr sz="4350" b="0">
                <a:solidFill>
                  <a:srgbClr val="567F8B"/>
                </a:solidFill>
                <a:latin typeface="Georgia"/>
                <a:ea typeface="Georgia"/>
                <a:cs typeface="Georgia"/>
              </a:defRPr>
            </a:lvl4pPr>
            <a:lvl5pPr algn="l">
              <a:defRPr sz="4350" b="0">
                <a:solidFill>
                  <a:srgbClr val="567F8B"/>
                </a:solidFill>
                <a:latin typeface="Georgia"/>
                <a:ea typeface="Georgia"/>
                <a:cs typeface="Georgia"/>
              </a:defRPr>
            </a:lvl5pPr>
            <a:lvl6pPr algn="l">
              <a:defRPr sz="4350" b="0">
                <a:solidFill>
                  <a:srgbClr val="567F8B"/>
                </a:solidFill>
                <a:latin typeface="Georgia"/>
                <a:ea typeface="Georgia"/>
                <a:cs typeface="Georgia"/>
              </a:defRPr>
            </a:lvl6pPr>
            <a:lvl7pPr algn="l">
              <a:defRPr sz="4350" b="0">
                <a:solidFill>
                  <a:srgbClr val="567F8B"/>
                </a:solidFill>
                <a:latin typeface="Georgia"/>
                <a:ea typeface="Georgia"/>
                <a:cs typeface="Georgia"/>
              </a:defRPr>
            </a:lvl7pPr>
            <a:lvl8pPr algn="l">
              <a:defRPr sz="4350" b="0">
                <a:solidFill>
                  <a:srgbClr val="567F8B"/>
                </a:solidFill>
                <a:latin typeface="Georgia"/>
                <a:ea typeface="Georgia"/>
                <a:cs typeface="Georgia"/>
              </a:defRPr>
            </a:lvl8pPr>
            <a:lvl9pPr algn="l">
              <a:defRPr sz="4350" b="0">
                <a:solidFill>
                  <a:srgbClr val="567F8B"/>
                </a:solidFill>
                <a:latin typeface="Georgia"/>
                <a:ea typeface="Georgia"/>
                <a:cs typeface="Georgia"/>
              </a:defRPr>
            </a:lvl9pPr>
          </a:lstStyle>
          <a:p>
            <a:pPr algn="l">
              <a:lnSpc>
                <a:spcPct val="100000"/>
              </a:lnSpc>
              <a:buNone/>
              <a:defRPr sz="4350" b="0">
                <a:solidFill>
                  <a:srgbClr val="567F8B"/>
                </a:solidFill>
                <a:latin typeface="Georgia"/>
                <a:ea typeface="Georgia"/>
                <a:cs typeface="Georgia"/>
              </a:defRPr>
            </a:pPr>
            <a:r>
              <a:rPr sz="4350" b="0">
                <a:solidFill>
                  <a:srgbClr val="567F8B"/>
                </a:solidFill>
                <a:latin typeface="Georgia"/>
                <a:ea typeface="Georgia"/>
                <a:cs typeface="Georgia"/>
              </a:rPr>
              <a:t>17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E6A644DD-1B12-4AF5-A057-48F106A476D0}"/>
              </a:ext>
            </a:extLst>
          </p:cNvPr>
          <p:cNvSpPr>
            <a:spLocks noGrp="1"/>
          </p:cNvSpPr>
          <p:nvPr/>
        </p:nvSpPr>
        <p:spPr>
          <a:xfrm>
            <a:off x="3505200" y="3048000"/>
            <a:ext cx="2286000" cy="19050"/>
          </a:xfrm>
          <a:prstGeom prst="rect">
            <a:avLst/>
          </a:prstGeom>
          <a:solidFill>
            <a:srgbClr val="B8C8CC"/>
          </a:solidFill>
          <a:ln w="0">
            <a:noFill/>
            <a:prstDash val="solid"/>
          </a:ln>
        </p:spPr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3164E7A4-CA52-4883-8C39-0C8FA4F1F0F3}"/>
              </a:ext>
            </a:extLst>
          </p:cNvPr>
          <p:cNvSpPr>
            <a:spLocks noGrp="1"/>
          </p:cNvSpPr>
          <p:nvPr/>
        </p:nvSpPr>
        <p:spPr>
          <a:xfrm>
            <a:off x="3505200" y="3228975"/>
            <a:ext cx="2466975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425" b="0">
                <a:solidFill>
                  <a:srgbClr val="26343C"/>
                </a:solidFill>
                <a:latin typeface="Noto Sans SC"/>
                <a:ea typeface="Noto Sans SC"/>
                <a:cs typeface="Noto Sans SC"/>
              </a:defRPr>
            </a:defPPr>
            <a:lvl1pPr algn="l">
              <a:defRPr sz="1425" b="0">
                <a:solidFill>
                  <a:srgbClr val="26343C"/>
                </a:solidFill>
                <a:latin typeface="Noto Sans SC"/>
                <a:ea typeface="Noto Sans SC"/>
                <a:cs typeface="Noto Sans SC"/>
              </a:defRPr>
            </a:lvl1pPr>
            <a:lvl2pPr algn="l">
              <a:defRPr sz="1425" b="0">
                <a:solidFill>
                  <a:srgbClr val="26343C"/>
                </a:solidFill>
                <a:latin typeface="Noto Sans SC"/>
                <a:ea typeface="Noto Sans SC"/>
                <a:cs typeface="Noto Sans SC"/>
              </a:defRPr>
            </a:lvl2pPr>
            <a:lvl3pPr algn="l">
              <a:defRPr sz="1425" b="0">
                <a:solidFill>
                  <a:srgbClr val="26343C"/>
                </a:solidFill>
                <a:latin typeface="Noto Sans SC"/>
                <a:ea typeface="Noto Sans SC"/>
                <a:cs typeface="Noto Sans SC"/>
              </a:defRPr>
            </a:lvl3pPr>
            <a:lvl4pPr algn="l">
              <a:defRPr sz="1425" b="0">
                <a:solidFill>
                  <a:srgbClr val="26343C"/>
                </a:solidFill>
                <a:latin typeface="Noto Sans SC"/>
                <a:ea typeface="Noto Sans SC"/>
                <a:cs typeface="Noto Sans SC"/>
              </a:defRPr>
            </a:lvl4pPr>
            <a:lvl5pPr algn="l">
              <a:defRPr sz="1425" b="0">
                <a:solidFill>
                  <a:srgbClr val="26343C"/>
                </a:solidFill>
                <a:latin typeface="Noto Sans SC"/>
                <a:ea typeface="Noto Sans SC"/>
                <a:cs typeface="Noto Sans SC"/>
              </a:defRPr>
            </a:lvl5pPr>
            <a:lvl6pPr algn="l">
              <a:defRPr sz="1425" b="0">
                <a:solidFill>
                  <a:srgbClr val="26343C"/>
                </a:solidFill>
                <a:latin typeface="Noto Sans SC"/>
                <a:ea typeface="Noto Sans SC"/>
                <a:cs typeface="Noto Sans SC"/>
              </a:defRPr>
            </a:lvl6pPr>
            <a:lvl7pPr algn="l">
              <a:defRPr sz="1425" b="0">
                <a:solidFill>
                  <a:srgbClr val="26343C"/>
                </a:solidFill>
                <a:latin typeface="Noto Sans SC"/>
                <a:ea typeface="Noto Sans SC"/>
                <a:cs typeface="Noto Sans SC"/>
              </a:defRPr>
            </a:lvl7pPr>
            <a:lvl8pPr algn="l">
              <a:defRPr sz="1425" b="0">
                <a:solidFill>
                  <a:srgbClr val="26343C"/>
                </a:solidFill>
                <a:latin typeface="Noto Sans SC"/>
                <a:ea typeface="Noto Sans SC"/>
                <a:cs typeface="Noto Sans SC"/>
              </a:defRPr>
            </a:lvl8pPr>
            <a:lvl9pPr algn="l">
              <a:defRPr sz="1425" b="0">
                <a:solidFill>
                  <a:srgbClr val="26343C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l">
              <a:lnSpc>
                <a:spcPct val="100000"/>
              </a:lnSpc>
              <a:buNone/>
              <a:defRPr sz="1425" b="0">
                <a:solidFill>
                  <a:srgbClr val="26343C"/>
                </a:solidFill>
                <a:latin typeface="Noto Sans SC"/>
                <a:ea typeface="Noto Sans SC"/>
                <a:cs typeface="Noto Sans SC"/>
              </a:defRPr>
            </a:pPr>
            <a:r>
              <a:rPr sz="1425" b="0">
                <a:solidFill>
                  <a:srgbClr val="26343C"/>
                </a:solidFill>
                <a:latin typeface="Noto Sans SC"/>
                <a:ea typeface="Noto Sans SC"/>
                <a:cs typeface="Noto Sans SC"/>
              </a:rPr>
              <a:t>张裁切立面照片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FDA358D6-6A86-40C1-8E05-71EEC51B43AD}"/>
              </a:ext>
            </a:extLst>
          </p:cNvPr>
          <p:cNvSpPr>
            <a:spLocks noGrp="1"/>
          </p:cNvSpPr>
          <p:nvPr/>
        </p:nvSpPr>
        <p:spPr>
          <a:xfrm>
            <a:off x="6372225" y="2266950"/>
            <a:ext cx="2400300" cy="6953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4350" b="0">
                <a:solidFill>
                  <a:srgbClr val="567F8B"/>
                </a:solidFill>
                <a:latin typeface="Georgia"/>
                <a:ea typeface="Georgia"/>
                <a:cs typeface="Georgia"/>
              </a:defRPr>
            </a:defPPr>
            <a:lvl1pPr algn="l">
              <a:defRPr sz="4350" b="0">
                <a:solidFill>
                  <a:srgbClr val="567F8B"/>
                </a:solidFill>
                <a:latin typeface="Georgia"/>
                <a:ea typeface="Georgia"/>
                <a:cs typeface="Georgia"/>
              </a:defRPr>
            </a:lvl1pPr>
            <a:lvl2pPr algn="l">
              <a:defRPr sz="4350" b="0">
                <a:solidFill>
                  <a:srgbClr val="567F8B"/>
                </a:solidFill>
                <a:latin typeface="Georgia"/>
                <a:ea typeface="Georgia"/>
                <a:cs typeface="Georgia"/>
              </a:defRPr>
            </a:lvl2pPr>
            <a:lvl3pPr algn="l">
              <a:defRPr sz="4350" b="0">
                <a:solidFill>
                  <a:srgbClr val="567F8B"/>
                </a:solidFill>
                <a:latin typeface="Georgia"/>
                <a:ea typeface="Georgia"/>
                <a:cs typeface="Georgia"/>
              </a:defRPr>
            </a:lvl3pPr>
            <a:lvl4pPr algn="l">
              <a:defRPr sz="4350" b="0">
                <a:solidFill>
                  <a:srgbClr val="567F8B"/>
                </a:solidFill>
                <a:latin typeface="Georgia"/>
                <a:ea typeface="Georgia"/>
                <a:cs typeface="Georgia"/>
              </a:defRPr>
            </a:lvl4pPr>
            <a:lvl5pPr algn="l">
              <a:defRPr sz="4350" b="0">
                <a:solidFill>
                  <a:srgbClr val="567F8B"/>
                </a:solidFill>
                <a:latin typeface="Georgia"/>
                <a:ea typeface="Georgia"/>
                <a:cs typeface="Georgia"/>
              </a:defRPr>
            </a:lvl5pPr>
            <a:lvl6pPr algn="l">
              <a:defRPr sz="4350" b="0">
                <a:solidFill>
                  <a:srgbClr val="567F8B"/>
                </a:solidFill>
                <a:latin typeface="Georgia"/>
                <a:ea typeface="Georgia"/>
                <a:cs typeface="Georgia"/>
              </a:defRPr>
            </a:lvl6pPr>
            <a:lvl7pPr algn="l">
              <a:defRPr sz="4350" b="0">
                <a:solidFill>
                  <a:srgbClr val="567F8B"/>
                </a:solidFill>
                <a:latin typeface="Georgia"/>
                <a:ea typeface="Georgia"/>
                <a:cs typeface="Georgia"/>
              </a:defRPr>
            </a:lvl7pPr>
            <a:lvl8pPr algn="l">
              <a:defRPr sz="4350" b="0">
                <a:solidFill>
                  <a:srgbClr val="567F8B"/>
                </a:solidFill>
                <a:latin typeface="Georgia"/>
                <a:ea typeface="Georgia"/>
                <a:cs typeface="Georgia"/>
              </a:defRPr>
            </a:lvl8pPr>
            <a:lvl9pPr algn="l">
              <a:defRPr sz="4350" b="0">
                <a:solidFill>
                  <a:srgbClr val="567F8B"/>
                </a:solidFill>
                <a:latin typeface="Georgia"/>
                <a:ea typeface="Georgia"/>
                <a:cs typeface="Georgia"/>
              </a:defRPr>
            </a:lvl9pPr>
          </a:lstStyle>
          <a:p>
            <a:pPr algn="l">
              <a:lnSpc>
                <a:spcPct val="100000"/>
              </a:lnSpc>
              <a:buNone/>
              <a:defRPr sz="4350" b="0">
                <a:solidFill>
                  <a:srgbClr val="567F8B"/>
                </a:solidFill>
                <a:latin typeface="Georgia"/>
                <a:ea typeface="Georgia"/>
                <a:cs typeface="Georgia"/>
              </a:defRPr>
            </a:pPr>
            <a:r>
              <a:rPr sz="4350" b="0">
                <a:solidFill>
                  <a:srgbClr val="567F8B"/>
                </a:solidFill>
                <a:latin typeface="Georgia"/>
                <a:ea typeface="Georgia"/>
                <a:cs typeface="Georgia"/>
              </a:rPr>
              <a:t>145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F639A6DB-4198-4A48-AA0F-70724074C51A}"/>
              </a:ext>
            </a:extLst>
          </p:cNvPr>
          <p:cNvSpPr>
            <a:spLocks noGrp="1"/>
          </p:cNvSpPr>
          <p:nvPr/>
        </p:nvSpPr>
        <p:spPr>
          <a:xfrm>
            <a:off x="6372225" y="3048000"/>
            <a:ext cx="2286000" cy="19050"/>
          </a:xfrm>
          <a:prstGeom prst="rect">
            <a:avLst/>
          </a:prstGeom>
          <a:solidFill>
            <a:srgbClr val="B8C8CC"/>
          </a:solidFill>
          <a:ln w="0">
            <a:noFill/>
            <a:prstDash val="solid"/>
          </a:ln>
        </p:spPr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D2F13596-ADD5-4FF6-B9F2-B306B483DD85}"/>
              </a:ext>
            </a:extLst>
          </p:cNvPr>
          <p:cNvSpPr>
            <a:spLocks noGrp="1"/>
          </p:cNvSpPr>
          <p:nvPr/>
        </p:nvSpPr>
        <p:spPr>
          <a:xfrm>
            <a:off x="6372225" y="3228975"/>
            <a:ext cx="2466975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425" b="0">
                <a:solidFill>
                  <a:srgbClr val="26343C"/>
                </a:solidFill>
                <a:latin typeface="Noto Sans SC"/>
                <a:ea typeface="Noto Sans SC"/>
                <a:cs typeface="Noto Sans SC"/>
              </a:defRPr>
            </a:defPPr>
            <a:lvl1pPr algn="l">
              <a:defRPr sz="1425" b="0">
                <a:solidFill>
                  <a:srgbClr val="26343C"/>
                </a:solidFill>
                <a:latin typeface="Noto Sans SC"/>
                <a:ea typeface="Noto Sans SC"/>
                <a:cs typeface="Noto Sans SC"/>
              </a:defRPr>
            </a:lvl1pPr>
            <a:lvl2pPr algn="l">
              <a:defRPr sz="1425" b="0">
                <a:solidFill>
                  <a:srgbClr val="26343C"/>
                </a:solidFill>
                <a:latin typeface="Noto Sans SC"/>
                <a:ea typeface="Noto Sans SC"/>
                <a:cs typeface="Noto Sans SC"/>
              </a:defRPr>
            </a:lvl2pPr>
            <a:lvl3pPr algn="l">
              <a:defRPr sz="1425" b="0">
                <a:solidFill>
                  <a:srgbClr val="26343C"/>
                </a:solidFill>
                <a:latin typeface="Noto Sans SC"/>
                <a:ea typeface="Noto Sans SC"/>
                <a:cs typeface="Noto Sans SC"/>
              </a:defRPr>
            </a:lvl3pPr>
            <a:lvl4pPr algn="l">
              <a:defRPr sz="1425" b="0">
                <a:solidFill>
                  <a:srgbClr val="26343C"/>
                </a:solidFill>
                <a:latin typeface="Noto Sans SC"/>
                <a:ea typeface="Noto Sans SC"/>
                <a:cs typeface="Noto Sans SC"/>
              </a:defRPr>
            </a:lvl4pPr>
            <a:lvl5pPr algn="l">
              <a:defRPr sz="1425" b="0">
                <a:solidFill>
                  <a:srgbClr val="26343C"/>
                </a:solidFill>
                <a:latin typeface="Noto Sans SC"/>
                <a:ea typeface="Noto Sans SC"/>
                <a:cs typeface="Noto Sans SC"/>
              </a:defRPr>
            </a:lvl5pPr>
            <a:lvl6pPr algn="l">
              <a:defRPr sz="1425" b="0">
                <a:solidFill>
                  <a:srgbClr val="26343C"/>
                </a:solidFill>
                <a:latin typeface="Noto Sans SC"/>
                <a:ea typeface="Noto Sans SC"/>
                <a:cs typeface="Noto Sans SC"/>
              </a:defRPr>
            </a:lvl6pPr>
            <a:lvl7pPr algn="l">
              <a:defRPr sz="1425" b="0">
                <a:solidFill>
                  <a:srgbClr val="26343C"/>
                </a:solidFill>
                <a:latin typeface="Noto Sans SC"/>
                <a:ea typeface="Noto Sans SC"/>
                <a:cs typeface="Noto Sans SC"/>
              </a:defRPr>
            </a:lvl7pPr>
            <a:lvl8pPr algn="l">
              <a:defRPr sz="1425" b="0">
                <a:solidFill>
                  <a:srgbClr val="26343C"/>
                </a:solidFill>
                <a:latin typeface="Noto Sans SC"/>
                <a:ea typeface="Noto Sans SC"/>
                <a:cs typeface="Noto Sans SC"/>
              </a:defRPr>
            </a:lvl8pPr>
            <a:lvl9pPr algn="l">
              <a:defRPr sz="1425" b="0">
                <a:solidFill>
                  <a:srgbClr val="26343C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l">
              <a:lnSpc>
                <a:spcPct val="100000"/>
              </a:lnSpc>
              <a:buNone/>
              <a:defRPr sz="1425" b="0">
                <a:solidFill>
                  <a:srgbClr val="26343C"/>
                </a:solidFill>
                <a:latin typeface="Noto Sans SC"/>
                <a:ea typeface="Noto Sans SC"/>
                <a:cs typeface="Noto Sans SC"/>
              </a:defRPr>
            </a:pPr>
            <a:r>
              <a:rPr sz="1425" b="0">
                <a:solidFill>
                  <a:srgbClr val="26343C"/>
                </a:solidFill>
                <a:latin typeface="Noto Sans SC"/>
                <a:ea typeface="Noto Sans SC"/>
                <a:cs typeface="Noto Sans SC"/>
              </a:rPr>
              <a:t>张 0° 墙面渲染图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5CF944E2-D574-41DB-BDBA-BFDF43E82B74}"/>
              </a:ext>
            </a:extLst>
          </p:cNvPr>
          <p:cNvSpPr>
            <a:spLocks noGrp="1"/>
          </p:cNvSpPr>
          <p:nvPr/>
        </p:nvSpPr>
        <p:spPr>
          <a:xfrm>
            <a:off x="9239250" y="2266950"/>
            <a:ext cx="2400300" cy="6953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4350" b="0">
                <a:solidFill>
                  <a:srgbClr val="567F8B"/>
                </a:solidFill>
                <a:latin typeface="Georgia"/>
                <a:ea typeface="Georgia"/>
                <a:cs typeface="Georgia"/>
              </a:defRPr>
            </a:defPPr>
            <a:lvl1pPr algn="l">
              <a:defRPr sz="4350" b="0">
                <a:solidFill>
                  <a:srgbClr val="567F8B"/>
                </a:solidFill>
                <a:latin typeface="Georgia"/>
                <a:ea typeface="Georgia"/>
                <a:cs typeface="Georgia"/>
              </a:defRPr>
            </a:lvl1pPr>
            <a:lvl2pPr algn="l">
              <a:defRPr sz="4350" b="0">
                <a:solidFill>
                  <a:srgbClr val="567F8B"/>
                </a:solidFill>
                <a:latin typeface="Georgia"/>
                <a:ea typeface="Georgia"/>
                <a:cs typeface="Georgia"/>
              </a:defRPr>
            </a:lvl2pPr>
            <a:lvl3pPr algn="l">
              <a:defRPr sz="4350" b="0">
                <a:solidFill>
                  <a:srgbClr val="567F8B"/>
                </a:solidFill>
                <a:latin typeface="Georgia"/>
                <a:ea typeface="Georgia"/>
                <a:cs typeface="Georgia"/>
              </a:defRPr>
            </a:lvl3pPr>
            <a:lvl4pPr algn="l">
              <a:defRPr sz="4350" b="0">
                <a:solidFill>
                  <a:srgbClr val="567F8B"/>
                </a:solidFill>
                <a:latin typeface="Georgia"/>
                <a:ea typeface="Georgia"/>
                <a:cs typeface="Georgia"/>
              </a:defRPr>
            </a:lvl4pPr>
            <a:lvl5pPr algn="l">
              <a:defRPr sz="4350" b="0">
                <a:solidFill>
                  <a:srgbClr val="567F8B"/>
                </a:solidFill>
                <a:latin typeface="Georgia"/>
                <a:ea typeface="Georgia"/>
                <a:cs typeface="Georgia"/>
              </a:defRPr>
            </a:lvl5pPr>
            <a:lvl6pPr algn="l">
              <a:defRPr sz="4350" b="0">
                <a:solidFill>
                  <a:srgbClr val="567F8B"/>
                </a:solidFill>
                <a:latin typeface="Georgia"/>
                <a:ea typeface="Georgia"/>
                <a:cs typeface="Georgia"/>
              </a:defRPr>
            </a:lvl6pPr>
            <a:lvl7pPr algn="l">
              <a:defRPr sz="4350" b="0">
                <a:solidFill>
                  <a:srgbClr val="567F8B"/>
                </a:solidFill>
                <a:latin typeface="Georgia"/>
                <a:ea typeface="Georgia"/>
                <a:cs typeface="Georgia"/>
              </a:defRPr>
            </a:lvl7pPr>
            <a:lvl8pPr algn="l">
              <a:defRPr sz="4350" b="0">
                <a:solidFill>
                  <a:srgbClr val="567F8B"/>
                </a:solidFill>
                <a:latin typeface="Georgia"/>
                <a:ea typeface="Georgia"/>
                <a:cs typeface="Georgia"/>
              </a:defRPr>
            </a:lvl8pPr>
            <a:lvl9pPr algn="l">
              <a:defRPr sz="4350" b="0">
                <a:solidFill>
                  <a:srgbClr val="567F8B"/>
                </a:solidFill>
                <a:latin typeface="Georgia"/>
                <a:ea typeface="Georgia"/>
                <a:cs typeface="Georgia"/>
              </a:defRPr>
            </a:lvl9pPr>
          </a:lstStyle>
          <a:p>
            <a:pPr algn="l">
              <a:lnSpc>
                <a:spcPct val="100000"/>
              </a:lnSpc>
              <a:buNone/>
              <a:defRPr sz="4350" b="0">
                <a:solidFill>
                  <a:srgbClr val="567F8B"/>
                </a:solidFill>
                <a:latin typeface="Georgia"/>
                <a:ea typeface="Georgia"/>
                <a:cs typeface="Georgia"/>
              </a:defRPr>
            </a:pPr>
            <a:r>
              <a:rPr sz="4350" b="0">
                <a:solidFill>
                  <a:srgbClr val="567F8B"/>
                </a:solidFill>
                <a:latin typeface="Georgia"/>
                <a:ea typeface="Georgia"/>
                <a:cs typeface="Georgia"/>
              </a:rPr>
              <a:t>51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11D6A0C3-53CC-4258-BA94-147749B81106}"/>
              </a:ext>
            </a:extLst>
          </p:cNvPr>
          <p:cNvSpPr>
            <a:spLocks noGrp="1"/>
          </p:cNvSpPr>
          <p:nvPr/>
        </p:nvSpPr>
        <p:spPr>
          <a:xfrm>
            <a:off x="9239250" y="3048000"/>
            <a:ext cx="2286000" cy="19050"/>
          </a:xfrm>
          <a:prstGeom prst="rect">
            <a:avLst/>
          </a:prstGeom>
          <a:solidFill>
            <a:srgbClr val="B8C8CC"/>
          </a:solidFill>
          <a:ln w="0">
            <a:noFill/>
            <a:prstDash val="solid"/>
          </a:ln>
        </p:spPr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76594D69-E881-40EB-A679-2A0358BBFAD3}"/>
              </a:ext>
            </a:extLst>
          </p:cNvPr>
          <p:cNvSpPr>
            <a:spLocks noGrp="1"/>
          </p:cNvSpPr>
          <p:nvPr/>
        </p:nvSpPr>
        <p:spPr>
          <a:xfrm>
            <a:off x="9239250" y="3228975"/>
            <a:ext cx="2466975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425" b="0">
                <a:solidFill>
                  <a:srgbClr val="26343C"/>
                </a:solidFill>
                <a:latin typeface="Noto Sans SC"/>
                <a:ea typeface="Noto Sans SC"/>
                <a:cs typeface="Noto Sans SC"/>
              </a:defRPr>
            </a:defPPr>
            <a:lvl1pPr algn="l">
              <a:defRPr sz="1425" b="0">
                <a:solidFill>
                  <a:srgbClr val="26343C"/>
                </a:solidFill>
                <a:latin typeface="Noto Sans SC"/>
                <a:ea typeface="Noto Sans SC"/>
                <a:cs typeface="Noto Sans SC"/>
              </a:defRPr>
            </a:lvl1pPr>
            <a:lvl2pPr algn="l">
              <a:defRPr sz="1425" b="0">
                <a:solidFill>
                  <a:srgbClr val="26343C"/>
                </a:solidFill>
                <a:latin typeface="Noto Sans SC"/>
                <a:ea typeface="Noto Sans SC"/>
                <a:cs typeface="Noto Sans SC"/>
              </a:defRPr>
            </a:lvl2pPr>
            <a:lvl3pPr algn="l">
              <a:defRPr sz="1425" b="0">
                <a:solidFill>
                  <a:srgbClr val="26343C"/>
                </a:solidFill>
                <a:latin typeface="Noto Sans SC"/>
                <a:ea typeface="Noto Sans SC"/>
                <a:cs typeface="Noto Sans SC"/>
              </a:defRPr>
            </a:lvl3pPr>
            <a:lvl4pPr algn="l">
              <a:defRPr sz="1425" b="0">
                <a:solidFill>
                  <a:srgbClr val="26343C"/>
                </a:solidFill>
                <a:latin typeface="Noto Sans SC"/>
                <a:ea typeface="Noto Sans SC"/>
                <a:cs typeface="Noto Sans SC"/>
              </a:defRPr>
            </a:lvl4pPr>
            <a:lvl5pPr algn="l">
              <a:defRPr sz="1425" b="0">
                <a:solidFill>
                  <a:srgbClr val="26343C"/>
                </a:solidFill>
                <a:latin typeface="Noto Sans SC"/>
                <a:ea typeface="Noto Sans SC"/>
                <a:cs typeface="Noto Sans SC"/>
              </a:defRPr>
            </a:lvl5pPr>
            <a:lvl6pPr algn="l">
              <a:defRPr sz="1425" b="0">
                <a:solidFill>
                  <a:srgbClr val="26343C"/>
                </a:solidFill>
                <a:latin typeface="Noto Sans SC"/>
                <a:ea typeface="Noto Sans SC"/>
                <a:cs typeface="Noto Sans SC"/>
              </a:defRPr>
            </a:lvl6pPr>
            <a:lvl7pPr algn="l">
              <a:defRPr sz="1425" b="0">
                <a:solidFill>
                  <a:srgbClr val="26343C"/>
                </a:solidFill>
                <a:latin typeface="Noto Sans SC"/>
                <a:ea typeface="Noto Sans SC"/>
                <a:cs typeface="Noto Sans SC"/>
              </a:defRPr>
            </a:lvl7pPr>
            <a:lvl8pPr algn="l">
              <a:defRPr sz="1425" b="0">
                <a:solidFill>
                  <a:srgbClr val="26343C"/>
                </a:solidFill>
                <a:latin typeface="Noto Sans SC"/>
                <a:ea typeface="Noto Sans SC"/>
                <a:cs typeface="Noto Sans SC"/>
              </a:defRPr>
            </a:lvl8pPr>
            <a:lvl9pPr algn="l">
              <a:defRPr sz="1425" b="0">
                <a:solidFill>
                  <a:srgbClr val="26343C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l">
              <a:lnSpc>
                <a:spcPct val="100000"/>
              </a:lnSpc>
              <a:buNone/>
              <a:defRPr sz="1425" b="0">
                <a:solidFill>
                  <a:srgbClr val="26343C"/>
                </a:solidFill>
                <a:latin typeface="Noto Sans SC"/>
                <a:ea typeface="Noto Sans SC"/>
                <a:cs typeface="Noto Sans SC"/>
              </a:defRPr>
            </a:pPr>
            <a:r>
              <a:rPr sz="1425" b="0">
                <a:solidFill>
                  <a:srgbClr val="26343C"/>
                </a:solidFill>
                <a:latin typeface="Noto Sans SC"/>
                <a:ea typeface="Noto Sans SC"/>
                <a:cs typeface="Noto Sans SC"/>
              </a:rPr>
              <a:t>张数据集全景图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DD4DF6D9-5CBB-45AD-AC56-E54D91918E6A}"/>
              </a:ext>
            </a:extLst>
          </p:cNvPr>
          <p:cNvSpPr>
            <a:spLocks noGrp="1"/>
          </p:cNvSpPr>
          <p:nvPr/>
        </p:nvSpPr>
        <p:spPr>
          <a:xfrm>
            <a:off x="638175" y="4057650"/>
            <a:ext cx="10715625" cy="9525"/>
          </a:xfrm>
          <a:prstGeom prst="rect">
            <a:avLst/>
          </a:prstGeom>
          <a:solidFill>
            <a:srgbClr val="B8C8CC"/>
          </a:solidFill>
          <a:ln w="0">
            <a:noFill/>
            <a:prstDash val="solid"/>
          </a:ln>
        </p:spPr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927DD48D-EB4E-456D-A563-042365417008}"/>
              </a:ext>
            </a:extLst>
          </p:cNvPr>
          <p:cNvSpPr>
            <a:spLocks noGrp="1"/>
          </p:cNvSpPr>
          <p:nvPr/>
        </p:nvSpPr>
        <p:spPr>
          <a:xfrm>
            <a:off x="647700" y="4324350"/>
            <a:ext cx="2238375" cy="4095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875" b="0">
                <a:solidFill>
                  <a:srgbClr val="26343C"/>
                </a:solidFill>
                <a:latin typeface="Noto Sans SC"/>
                <a:ea typeface="Noto Sans SC"/>
                <a:cs typeface="Noto Sans SC"/>
              </a:defRPr>
            </a:defPPr>
            <a:lvl1pPr algn="l">
              <a:defRPr sz="1875" b="0">
                <a:solidFill>
                  <a:srgbClr val="26343C"/>
                </a:solidFill>
                <a:latin typeface="Noto Sans SC"/>
                <a:ea typeface="Noto Sans SC"/>
                <a:cs typeface="Noto Sans SC"/>
              </a:defRPr>
            </a:lvl1pPr>
            <a:lvl2pPr algn="l">
              <a:defRPr sz="1875" b="0">
                <a:solidFill>
                  <a:srgbClr val="26343C"/>
                </a:solidFill>
                <a:latin typeface="Noto Sans SC"/>
                <a:ea typeface="Noto Sans SC"/>
                <a:cs typeface="Noto Sans SC"/>
              </a:defRPr>
            </a:lvl2pPr>
            <a:lvl3pPr algn="l">
              <a:defRPr sz="1875" b="0">
                <a:solidFill>
                  <a:srgbClr val="26343C"/>
                </a:solidFill>
                <a:latin typeface="Noto Sans SC"/>
                <a:ea typeface="Noto Sans SC"/>
                <a:cs typeface="Noto Sans SC"/>
              </a:defRPr>
            </a:lvl3pPr>
            <a:lvl4pPr algn="l">
              <a:defRPr sz="1875" b="0">
                <a:solidFill>
                  <a:srgbClr val="26343C"/>
                </a:solidFill>
                <a:latin typeface="Noto Sans SC"/>
                <a:ea typeface="Noto Sans SC"/>
                <a:cs typeface="Noto Sans SC"/>
              </a:defRPr>
            </a:lvl4pPr>
            <a:lvl5pPr algn="l">
              <a:defRPr sz="1875" b="0">
                <a:solidFill>
                  <a:srgbClr val="26343C"/>
                </a:solidFill>
                <a:latin typeface="Noto Sans SC"/>
                <a:ea typeface="Noto Sans SC"/>
                <a:cs typeface="Noto Sans SC"/>
              </a:defRPr>
            </a:lvl5pPr>
            <a:lvl6pPr algn="l">
              <a:defRPr sz="1875" b="0">
                <a:solidFill>
                  <a:srgbClr val="26343C"/>
                </a:solidFill>
                <a:latin typeface="Noto Sans SC"/>
                <a:ea typeface="Noto Sans SC"/>
                <a:cs typeface="Noto Sans SC"/>
              </a:defRPr>
            </a:lvl6pPr>
            <a:lvl7pPr algn="l">
              <a:defRPr sz="1875" b="0">
                <a:solidFill>
                  <a:srgbClr val="26343C"/>
                </a:solidFill>
                <a:latin typeface="Noto Sans SC"/>
                <a:ea typeface="Noto Sans SC"/>
                <a:cs typeface="Noto Sans SC"/>
              </a:defRPr>
            </a:lvl7pPr>
            <a:lvl8pPr algn="l">
              <a:defRPr sz="1875" b="0">
                <a:solidFill>
                  <a:srgbClr val="26343C"/>
                </a:solidFill>
                <a:latin typeface="Noto Sans SC"/>
                <a:ea typeface="Noto Sans SC"/>
                <a:cs typeface="Noto Sans SC"/>
              </a:defRPr>
            </a:lvl8pPr>
            <a:lvl9pPr algn="l">
              <a:defRPr sz="1875" b="0">
                <a:solidFill>
                  <a:srgbClr val="26343C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l">
              <a:lnSpc>
                <a:spcPct val="100000"/>
              </a:lnSpc>
              <a:buNone/>
              <a:defRPr sz="1875" b="0">
                <a:solidFill>
                  <a:srgbClr val="26343C"/>
                </a:solidFill>
                <a:latin typeface="Noto Sans SC"/>
                <a:ea typeface="Noto Sans SC"/>
                <a:cs typeface="Noto Sans SC"/>
              </a:defRPr>
            </a:pPr>
            <a:r>
              <a:rPr sz="1875" b="0">
                <a:solidFill>
                  <a:srgbClr val="26343C"/>
                </a:solidFill>
                <a:latin typeface="Noto Sans SC"/>
                <a:ea typeface="Noto Sans SC"/>
                <a:cs typeface="Noto Sans SC"/>
              </a:rPr>
              <a:t>下一阶段数据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263D1075-0E83-41D7-ACEF-54D0A3F1D8CF}"/>
              </a:ext>
            </a:extLst>
          </p:cNvPr>
          <p:cNvSpPr>
            <a:spLocks noGrp="1"/>
          </p:cNvSpPr>
          <p:nvPr/>
        </p:nvSpPr>
        <p:spPr>
          <a:xfrm>
            <a:off x="2914650" y="4333875"/>
            <a:ext cx="8001000" cy="838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575" b="0">
                <a:solidFill>
                  <a:srgbClr val="26343C"/>
                </a:solidFill>
                <a:latin typeface="Noto Sans SC"/>
                <a:ea typeface="Noto Sans SC"/>
                <a:cs typeface="Noto Sans SC"/>
              </a:defRPr>
            </a:defPPr>
            <a:lvl1pPr algn="l">
              <a:defRPr sz="1575" b="0">
                <a:solidFill>
                  <a:srgbClr val="26343C"/>
                </a:solidFill>
                <a:latin typeface="Noto Sans SC"/>
                <a:ea typeface="Noto Sans SC"/>
                <a:cs typeface="Noto Sans SC"/>
              </a:defRPr>
            </a:lvl1pPr>
            <a:lvl2pPr algn="l">
              <a:defRPr sz="1575" b="0">
                <a:solidFill>
                  <a:srgbClr val="26343C"/>
                </a:solidFill>
                <a:latin typeface="Noto Sans SC"/>
                <a:ea typeface="Noto Sans SC"/>
                <a:cs typeface="Noto Sans SC"/>
              </a:defRPr>
            </a:lvl2pPr>
            <a:lvl3pPr algn="l">
              <a:defRPr sz="1575" b="0">
                <a:solidFill>
                  <a:srgbClr val="26343C"/>
                </a:solidFill>
                <a:latin typeface="Noto Sans SC"/>
                <a:ea typeface="Noto Sans SC"/>
                <a:cs typeface="Noto Sans SC"/>
              </a:defRPr>
            </a:lvl3pPr>
            <a:lvl4pPr algn="l">
              <a:defRPr sz="1575" b="0">
                <a:solidFill>
                  <a:srgbClr val="26343C"/>
                </a:solidFill>
                <a:latin typeface="Noto Sans SC"/>
                <a:ea typeface="Noto Sans SC"/>
                <a:cs typeface="Noto Sans SC"/>
              </a:defRPr>
            </a:lvl4pPr>
            <a:lvl5pPr algn="l">
              <a:defRPr sz="1575" b="0">
                <a:solidFill>
                  <a:srgbClr val="26343C"/>
                </a:solidFill>
                <a:latin typeface="Noto Sans SC"/>
                <a:ea typeface="Noto Sans SC"/>
                <a:cs typeface="Noto Sans SC"/>
              </a:defRPr>
            </a:lvl5pPr>
            <a:lvl6pPr algn="l">
              <a:defRPr sz="1575" b="0">
                <a:solidFill>
                  <a:srgbClr val="26343C"/>
                </a:solidFill>
                <a:latin typeface="Noto Sans SC"/>
                <a:ea typeface="Noto Sans SC"/>
                <a:cs typeface="Noto Sans SC"/>
              </a:defRPr>
            </a:lvl6pPr>
            <a:lvl7pPr algn="l">
              <a:defRPr sz="1575" b="0">
                <a:solidFill>
                  <a:srgbClr val="26343C"/>
                </a:solidFill>
                <a:latin typeface="Noto Sans SC"/>
                <a:ea typeface="Noto Sans SC"/>
                <a:cs typeface="Noto Sans SC"/>
              </a:defRPr>
            </a:lvl7pPr>
            <a:lvl8pPr algn="l">
              <a:defRPr sz="1575" b="0">
                <a:solidFill>
                  <a:srgbClr val="26343C"/>
                </a:solidFill>
                <a:latin typeface="Noto Sans SC"/>
                <a:ea typeface="Noto Sans SC"/>
                <a:cs typeface="Noto Sans SC"/>
              </a:defRPr>
            </a:lvl8pPr>
            <a:lvl9pPr algn="l">
              <a:defRPr sz="1575" b="0">
                <a:solidFill>
                  <a:srgbClr val="26343C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l">
              <a:lnSpc>
                <a:spcPct val="100000"/>
              </a:lnSpc>
              <a:buNone/>
              <a:defRPr sz="1575" b="0">
                <a:solidFill>
                  <a:srgbClr val="26343C"/>
                </a:solidFill>
                <a:latin typeface="Noto Sans SC"/>
                <a:ea typeface="Noto Sans SC"/>
                <a:cs typeface="Noto Sans SC"/>
              </a:defRPr>
            </a:pPr>
            <a:r>
              <a:rPr sz="1575" b="0">
                <a:solidFill>
                  <a:srgbClr val="26343C"/>
                </a:solidFill>
                <a:latin typeface="Noto Sans SC"/>
                <a:ea typeface="Noto Sans SC"/>
                <a:cs typeface="Noto Sans SC"/>
              </a:rPr>
              <a:t>照片的 GPS、航向、FoV 与建筑 ID；LoD1 建筑库及按建筑隔离的测试集。</a:t>
            </a:r>
          </a:p>
        </p:txBody>
      </p:sp>
    </p:spTree>
    <p:extLst>
      <p:ext uri="{BB962C8B-B14F-4D97-AF65-F5344CB8AC3E}">
        <p14:creationId xmlns:p14="http://schemas.microsoft.com/office/powerpoint/2010/main" val="3475606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E76EAF1C-8F7C-4F58-B435-87DF587117A3}"/>
              </a:ext>
            </a:extLst>
          </p:cNvPr>
          <p:cNvSpPr>
            <a:spLocks noGrp="1"/>
          </p:cNvSpPr>
          <p:nvPr/>
        </p:nvSpPr>
        <p:spPr>
          <a:xfrm>
            <a:off x="361950" y="219075"/>
            <a:ext cx="10382250" cy="2952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725" b="1">
                <a:solidFill>
                  <a:srgbClr val="26343C"/>
                </a:solidFill>
                <a:latin typeface="Noto Sans SC"/>
                <a:ea typeface="Noto Sans SC"/>
                <a:cs typeface="Noto Sans SC"/>
              </a:defRPr>
            </a:defPPr>
            <a:lvl1pPr algn="l">
              <a:defRPr sz="1725" b="1">
                <a:solidFill>
                  <a:srgbClr val="26343C"/>
                </a:solidFill>
                <a:latin typeface="Noto Sans SC"/>
                <a:ea typeface="Noto Sans SC"/>
                <a:cs typeface="Noto Sans SC"/>
              </a:defRPr>
            </a:lvl1pPr>
            <a:lvl2pPr algn="l">
              <a:defRPr sz="1725" b="1">
                <a:solidFill>
                  <a:srgbClr val="26343C"/>
                </a:solidFill>
                <a:latin typeface="Noto Sans SC"/>
                <a:ea typeface="Noto Sans SC"/>
                <a:cs typeface="Noto Sans SC"/>
              </a:defRPr>
            </a:lvl2pPr>
            <a:lvl3pPr algn="l">
              <a:defRPr sz="1725" b="1">
                <a:solidFill>
                  <a:srgbClr val="26343C"/>
                </a:solidFill>
                <a:latin typeface="Noto Sans SC"/>
                <a:ea typeface="Noto Sans SC"/>
                <a:cs typeface="Noto Sans SC"/>
              </a:defRPr>
            </a:lvl3pPr>
            <a:lvl4pPr algn="l">
              <a:defRPr sz="1725" b="1">
                <a:solidFill>
                  <a:srgbClr val="26343C"/>
                </a:solidFill>
                <a:latin typeface="Noto Sans SC"/>
                <a:ea typeface="Noto Sans SC"/>
                <a:cs typeface="Noto Sans SC"/>
              </a:defRPr>
            </a:lvl4pPr>
            <a:lvl5pPr algn="l">
              <a:defRPr sz="1725" b="1">
                <a:solidFill>
                  <a:srgbClr val="26343C"/>
                </a:solidFill>
                <a:latin typeface="Noto Sans SC"/>
                <a:ea typeface="Noto Sans SC"/>
                <a:cs typeface="Noto Sans SC"/>
              </a:defRPr>
            </a:lvl5pPr>
            <a:lvl6pPr algn="l">
              <a:defRPr sz="1725" b="1">
                <a:solidFill>
                  <a:srgbClr val="26343C"/>
                </a:solidFill>
                <a:latin typeface="Noto Sans SC"/>
                <a:ea typeface="Noto Sans SC"/>
                <a:cs typeface="Noto Sans SC"/>
              </a:defRPr>
            </a:lvl6pPr>
            <a:lvl7pPr algn="l">
              <a:defRPr sz="1725" b="1">
                <a:solidFill>
                  <a:srgbClr val="26343C"/>
                </a:solidFill>
                <a:latin typeface="Noto Sans SC"/>
                <a:ea typeface="Noto Sans SC"/>
                <a:cs typeface="Noto Sans SC"/>
              </a:defRPr>
            </a:lvl7pPr>
            <a:lvl8pPr algn="l">
              <a:defRPr sz="1725" b="1">
                <a:solidFill>
                  <a:srgbClr val="26343C"/>
                </a:solidFill>
                <a:latin typeface="Noto Sans SC"/>
                <a:ea typeface="Noto Sans SC"/>
                <a:cs typeface="Noto Sans SC"/>
              </a:defRPr>
            </a:lvl8pPr>
            <a:lvl9pPr algn="l">
              <a:defRPr sz="1725" b="1">
                <a:solidFill>
                  <a:srgbClr val="26343C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l">
              <a:lnSpc>
                <a:spcPct val="100000"/>
              </a:lnSpc>
              <a:buNone/>
              <a:defRPr sz="1725" b="1">
                <a:solidFill>
                  <a:srgbClr val="26343C"/>
                </a:solidFill>
                <a:latin typeface="Noto Sans SC"/>
                <a:ea typeface="Noto Sans SC"/>
                <a:cs typeface="Noto Sans SC"/>
              </a:defRPr>
            </a:pPr>
            <a:r>
              <a:rPr sz="1725" b="1">
                <a:solidFill>
                  <a:srgbClr val="26343C"/>
                </a:solidFill>
                <a:latin typeface="Noto Sans SC"/>
                <a:ea typeface="Noto Sans SC"/>
                <a:cs typeface="Noto Sans SC"/>
              </a:rPr>
              <a:t>04  /  门窗检测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A55C0C21-93A0-4958-B4C2-6B0938E9A4B7}"/>
              </a:ext>
            </a:extLst>
          </p:cNvPr>
          <p:cNvSpPr>
            <a:spLocks noGrp="1"/>
          </p:cNvSpPr>
          <p:nvPr/>
        </p:nvSpPr>
        <p:spPr>
          <a:xfrm>
            <a:off x="361950" y="609600"/>
            <a:ext cx="11468100" cy="66675"/>
          </a:xfrm>
          <a:prstGeom prst="rect">
            <a:avLst/>
          </a:prstGeom>
          <a:solidFill>
            <a:srgbClr val="A9BCC2"/>
          </a:solidFill>
          <a:ln w="0">
            <a:noFill/>
            <a:prstDash val="solid"/>
          </a:ln>
        </p:spPr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EE9700E9-DACB-41DA-8A67-4D54518C9263}"/>
              </a:ext>
            </a:extLst>
          </p:cNvPr>
          <p:cNvSpPr>
            <a:spLocks noGrp="1"/>
          </p:cNvSpPr>
          <p:nvPr/>
        </p:nvSpPr>
        <p:spPr>
          <a:xfrm>
            <a:off x="609600" y="866775"/>
            <a:ext cx="10972800" cy="5429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775" b="1">
                <a:solidFill>
                  <a:srgbClr val="26343C"/>
                </a:solidFill>
                <a:latin typeface="Noto Sans SC"/>
                <a:ea typeface="Noto Sans SC"/>
                <a:cs typeface="Noto Sans SC"/>
              </a:defRPr>
            </a:defPPr>
            <a:lvl1pPr algn="l">
              <a:defRPr sz="2775" b="1">
                <a:solidFill>
                  <a:srgbClr val="26343C"/>
                </a:solidFill>
                <a:latin typeface="Noto Sans SC"/>
                <a:ea typeface="Noto Sans SC"/>
                <a:cs typeface="Noto Sans SC"/>
              </a:defRPr>
            </a:lvl1pPr>
            <a:lvl2pPr algn="l">
              <a:defRPr sz="2775" b="1">
                <a:solidFill>
                  <a:srgbClr val="26343C"/>
                </a:solidFill>
                <a:latin typeface="Noto Sans SC"/>
                <a:ea typeface="Noto Sans SC"/>
                <a:cs typeface="Noto Sans SC"/>
              </a:defRPr>
            </a:lvl2pPr>
            <a:lvl3pPr algn="l">
              <a:defRPr sz="2775" b="1">
                <a:solidFill>
                  <a:srgbClr val="26343C"/>
                </a:solidFill>
                <a:latin typeface="Noto Sans SC"/>
                <a:ea typeface="Noto Sans SC"/>
                <a:cs typeface="Noto Sans SC"/>
              </a:defRPr>
            </a:lvl3pPr>
            <a:lvl4pPr algn="l">
              <a:defRPr sz="2775" b="1">
                <a:solidFill>
                  <a:srgbClr val="26343C"/>
                </a:solidFill>
                <a:latin typeface="Noto Sans SC"/>
                <a:ea typeface="Noto Sans SC"/>
                <a:cs typeface="Noto Sans SC"/>
              </a:defRPr>
            </a:lvl4pPr>
            <a:lvl5pPr algn="l">
              <a:defRPr sz="2775" b="1">
                <a:solidFill>
                  <a:srgbClr val="26343C"/>
                </a:solidFill>
                <a:latin typeface="Noto Sans SC"/>
                <a:ea typeface="Noto Sans SC"/>
                <a:cs typeface="Noto Sans SC"/>
              </a:defRPr>
            </a:lvl5pPr>
            <a:lvl6pPr algn="l">
              <a:defRPr sz="2775" b="1">
                <a:solidFill>
                  <a:srgbClr val="26343C"/>
                </a:solidFill>
                <a:latin typeface="Noto Sans SC"/>
                <a:ea typeface="Noto Sans SC"/>
                <a:cs typeface="Noto Sans SC"/>
              </a:defRPr>
            </a:lvl6pPr>
            <a:lvl7pPr algn="l">
              <a:defRPr sz="2775" b="1">
                <a:solidFill>
                  <a:srgbClr val="26343C"/>
                </a:solidFill>
                <a:latin typeface="Noto Sans SC"/>
                <a:ea typeface="Noto Sans SC"/>
                <a:cs typeface="Noto Sans SC"/>
              </a:defRPr>
            </a:lvl7pPr>
            <a:lvl8pPr algn="l">
              <a:defRPr sz="2775" b="1">
                <a:solidFill>
                  <a:srgbClr val="26343C"/>
                </a:solidFill>
                <a:latin typeface="Noto Sans SC"/>
                <a:ea typeface="Noto Sans SC"/>
                <a:cs typeface="Noto Sans SC"/>
              </a:defRPr>
            </a:lvl8pPr>
            <a:lvl9pPr algn="l">
              <a:defRPr sz="2775" b="1">
                <a:solidFill>
                  <a:srgbClr val="26343C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l">
              <a:lnSpc>
                <a:spcPct val="100000"/>
              </a:lnSpc>
              <a:buNone/>
              <a:defRPr sz="2775" b="1">
                <a:solidFill>
                  <a:srgbClr val="26343C"/>
                </a:solidFill>
                <a:latin typeface="Noto Sans SC"/>
                <a:ea typeface="Noto Sans SC"/>
                <a:cs typeface="Noto Sans SC"/>
              </a:defRPr>
            </a:pPr>
            <a:r>
              <a:rPr sz="2775" b="1">
                <a:solidFill>
                  <a:srgbClr val="26343C"/>
                </a:solidFill>
                <a:latin typeface="Noto Sans SC"/>
                <a:ea typeface="Noto Sans SC"/>
                <a:cs typeface="Noto Sans SC"/>
              </a:rPr>
              <a:t>17 张立面照片完成自动检测与坐标保存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3BA057FC-9EC1-4741-9F9F-30384FBF494C}"/>
              </a:ext>
            </a:extLst>
          </p:cNvPr>
          <p:cNvSpPr>
            <a:spLocks noGrp="1"/>
          </p:cNvSpPr>
          <p:nvPr/>
        </p:nvSpPr>
        <p:spPr>
          <a:xfrm>
            <a:off x="628650" y="1438275"/>
            <a:ext cx="108966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275" b="0">
                <a:solidFill>
                  <a:srgbClr val="5F7078"/>
                </a:solidFill>
                <a:latin typeface="Noto Sans SC"/>
                <a:ea typeface="Noto Sans SC"/>
                <a:cs typeface="Noto Sans SC"/>
              </a:defRPr>
            </a:defPPr>
            <a:lvl1pPr algn="l">
              <a:defRPr sz="1275" b="0">
                <a:solidFill>
                  <a:srgbClr val="5F7078"/>
                </a:solidFill>
                <a:latin typeface="Noto Sans SC"/>
                <a:ea typeface="Noto Sans SC"/>
                <a:cs typeface="Noto Sans SC"/>
              </a:defRPr>
            </a:lvl1pPr>
            <a:lvl2pPr algn="l">
              <a:defRPr sz="1275" b="0">
                <a:solidFill>
                  <a:srgbClr val="5F7078"/>
                </a:solidFill>
                <a:latin typeface="Noto Sans SC"/>
                <a:ea typeface="Noto Sans SC"/>
                <a:cs typeface="Noto Sans SC"/>
              </a:defRPr>
            </a:lvl2pPr>
            <a:lvl3pPr algn="l">
              <a:defRPr sz="1275" b="0">
                <a:solidFill>
                  <a:srgbClr val="5F7078"/>
                </a:solidFill>
                <a:latin typeface="Noto Sans SC"/>
                <a:ea typeface="Noto Sans SC"/>
                <a:cs typeface="Noto Sans SC"/>
              </a:defRPr>
            </a:lvl3pPr>
            <a:lvl4pPr algn="l">
              <a:defRPr sz="1275" b="0">
                <a:solidFill>
                  <a:srgbClr val="5F7078"/>
                </a:solidFill>
                <a:latin typeface="Noto Sans SC"/>
                <a:ea typeface="Noto Sans SC"/>
                <a:cs typeface="Noto Sans SC"/>
              </a:defRPr>
            </a:lvl4pPr>
            <a:lvl5pPr algn="l">
              <a:defRPr sz="1275" b="0">
                <a:solidFill>
                  <a:srgbClr val="5F7078"/>
                </a:solidFill>
                <a:latin typeface="Noto Sans SC"/>
                <a:ea typeface="Noto Sans SC"/>
                <a:cs typeface="Noto Sans SC"/>
              </a:defRPr>
            </a:lvl5pPr>
            <a:lvl6pPr algn="l">
              <a:defRPr sz="1275" b="0">
                <a:solidFill>
                  <a:srgbClr val="5F7078"/>
                </a:solidFill>
                <a:latin typeface="Noto Sans SC"/>
                <a:ea typeface="Noto Sans SC"/>
                <a:cs typeface="Noto Sans SC"/>
              </a:defRPr>
            </a:lvl6pPr>
            <a:lvl7pPr algn="l">
              <a:defRPr sz="1275" b="0">
                <a:solidFill>
                  <a:srgbClr val="5F7078"/>
                </a:solidFill>
                <a:latin typeface="Noto Sans SC"/>
                <a:ea typeface="Noto Sans SC"/>
                <a:cs typeface="Noto Sans SC"/>
              </a:defRPr>
            </a:lvl7pPr>
            <a:lvl8pPr algn="l">
              <a:defRPr sz="1275" b="0">
                <a:solidFill>
                  <a:srgbClr val="5F7078"/>
                </a:solidFill>
                <a:latin typeface="Noto Sans SC"/>
                <a:ea typeface="Noto Sans SC"/>
                <a:cs typeface="Noto Sans SC"/>
              </a:defRPr>
            </a:lvl8pPr>
            <a:lvl9pPr algn="l">
              <a:defRPr sz="1275" b="0">
                <a:solidFill>
                  <a:srgbClr val="5F7078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l">
              <a:lnSpc>
                <a:spcPct val="100000"/>
              </a:lnSpc>
              <a:buNone/>
              <a:defRPr sz="1275" b="0">
                <a:solidFill>
                  <a:srgbClr val="5F7078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0">
                <a:solidFill>
                  <a:srgbClr val="5F7078"/>
                </a:solidFill>
                <a:latin typeface="Noto Sans SC"/>
                <a:ea typeface="Noto Sans SC"/>
                <a:cs typeface="Noto Sans SC"/>
              </a:rPr>
              <a:t>Grounding DINO 1.6 Pro 批量运行；重叠分块后把结果恢复到原图像素坐标。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EE095E78-8FE6-49DC-ABA8-CC2CF597FF1B}"/>
              </a:ext>
            </a:extLst>
          </p:cNvPr>
          <p:cNvSpPr>
            <a:spLocks noGrp="1"/>
          </p:cNvSpPr>
          <p:nvPr/>
        </p:nvSpPr>
        <p:spPr>
          <a:xfrm>
            <a:off x="609600" y="6410325"/>
            <a:ext cx="10972800" cy="9525"/>
          </a:xfrm>
          <a:prstGeom prst="rect">
            <a:avLst/>
          </a:prstGeom>
          <a:solidFill>
            <a:srgbClr val="B8C8CC"/>
          </a:solidFill>
          <a:ln w="0">
            <a:noFill/>
            <a:prstDash val="solid"/>
          </a:ln>
        </p:spPr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65CC2FA4-3585-4AC6-BA2C-2E57AC33BFC7}"/>
              </a:ext>
            </a:extLst>
          </p:cNvPr>
          <p:cNvSpPr>
            <a:spLocks noGrp="1"/>
          </p:cNvSpPr>
          <p:nvPr/>
        </p:nvSpPr>
        <p:spPr>
          <a:xfrm>
            <a:off x="11163300" y="6515100"/>
            <a:ext cx="409575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r">
              <a:defRPr sz="1050" b="0">
                <a:solidFill>
                  <a:srgbClr val="567F8B"/>
                </a:solidFill>
                <a:latin typeface="Georgia"/>
                <a:ea typeface="Georgia"/>
                <a:cs typeface="Georgia"/>
              </a:defRPr>
            </a:defPPr>
            <a:lvl1pPr algn="r">
              <a:defRPr sz="1050" b="0">
                <a:solidFill>
                  <a:srgbClr val="567F8B"/>
                </a:solidFill>
                <a:latin typeface="Georgia"/>
                <a:ea typeface="Georgia"/>
                <a:cs typeface="Georgia"/>
              </a:defRPr>
            </a:lvl1pPr>
            <a:lvl2pPr algn="r">
              <a:defRPr sz="1050" b="0">
                <a:solidFill>
                  <a:srgbClr val="567F8B"/>
                </a:solidFill>
                <a:latin typeface="Georgia"/>
                <a:ea typeface="Georgia"/>
                <a:cs typeface="Georgia"/>
              </a:defRPr>
            </a:lvl2pPr>
            <a:lvl3pPr algn="r">
              <a:defRPr sz="1050" b="0">
                <a:solidFill>
                  <a:srgbClr val="567F8B"/>
                </a:solidFill>
                <a:latin typeface="Georgia"/>
                <a:ea typeface="Georgia"/>
                <a:cs typeface="Georgia"/>
              </a:defRPr>
            </a:lvl3pPr>
            <a:lvl4pPr algn="r">
              <a:defRPr sz="1050" b="0">
                <a:solidFill>
                  <a:srgbClr val="567F8B"/>
                </a:solidFill>
                <a:latin typeface="Georgia"/>
                <a:ea typeface="Georgia"/>
                <a:cs typeface="Georgia"/>
              </a:defRPr>
            </a:lvl4pPr>
            <a:lvl5pPr algn="r">
              <a:defRPr sz="1050" b="0">
                <a:solidFill>
                  <a:srgbClr val="567F8B"/>
                </a:solidFill>
                <a:latin typeface="Georgia"/>
                <a:ea typeface="Georgia"/>
                <a:cs typeface="Georgia"/>
              </a:defRPr>
            </a:lvl5pPr>
            <a:lvl6pPr algn="r">
              <a:defRPr sz="1050" b="0">
                <a:solidFill>
                  <a:srgbClr val="567F8B"/>
                </a:solidFill>
                <a:latin typeface="Georgia"/>
                <a:ea typeface="Georgia"/>
                <a:cs typeface="Georgia"/>
              </a:defRPr>
            </a:lvl6pPr>
            <a:lvl7pPr algn="r">
              <a:defRPr sz="1050" b="0">
                <a:solidFill>
                  <a:srgbClr val="567F8B"/>
                </a:solidFill>
                <a:latin typeface="Georgia"/>
                <a:ea typeface="Georgia"/>
                <a:cs typeface="Georgia"/>
              </a:defRPr>
            </a:lvl7pPr>
            <a:lvl8pPr algn="r">
              <a:defRPr sz="1050" b="0">
                <a:solidFill>
                  <a:srgbClr val="567F8B"/>
                </a:solidFill>
                <a:latin typeface="Georgia"/>
                <a:ea typeface="Georgia"/>
                <a:cs typeface="Georgia"/>
              </a:defRPr>
            </a:lvl8pPr>
            <a:lvl9pPr algn="r">
              <a:defRPr sz="1050" b="0">
                <a:solidFill>
                  <a:srgbClr val="567F8B"/>
                </a:solidFill>
                <a:latin typeface="Georgia"/>
                <a:ea typeface="Georgia"/>
                <a:cs typeface="Georgia"/>
              </a:defRPr>
            </a:lvl9pPr>
          </a:lstStyle>
          <a:p>
            <a:pPr algn="r">
              <a:lnSpc>
                <a:spcPct val="100000"/>
              </a:lnSpc>
              <a:buNone/>
              <a:defRPr sz="1050" b="0">
                <a:solidFill>
                  <a:srgbClr val="567F8B"/>
                </a:solidFill>
                <a:latin typeface="Georgia"/>
                <a:ea typeface="Georgia"/>
                <a:cs typeface="Georgia"/>
              </a:defRPr>
            </a:pPr>
            <a:r>
              <a:rPr lang="en-US" altLang="zh-CN" sz="1050" b="0">
                <a:solidFill>
                  <a:srgbClr val="567F8B"/>
                </a:solidFill>
                <a:latin typeface="Georgia"/>
                <a:ea typeface="Georgia"/>
                <a:cs typeface="Georgia"/>
              </a:rPr>
              <a:t>06</a:t>
            </a:r>
            <a:endParaRPr sz="1050" b="0">
              <a:solidFill>
                <a:srgbClr val="567F8B"/>
              </a:solidFill>
              <a:latin typeface="Georgia"/>
              <a:ea typeface="Georgia"/>
              <a:cs typeface="Georgia"/>
            </a:endParaRP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69E5FD61-C2C0-4F19-9FD5-7C2CE9F6E1D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766476" y="2047875"/>
            <a:ext cx="7934899" cy="3829050"/>
          </a:xfrm>
          <a:prstGeom prst="rect">
            <a:avLst/>
          </a:prstGeom>
        </p:spPr>
      </p:pic>
      <p:sp>
        <p:nvSpPr>
          <p:cNvPr id="8" name="矩形 7">
            <a:extLst>
              <a:ext uri="{FF2B5EF4-FFF2-40B4-BE49-F238E27FC236}">
                <a16:creationId xmlns:a16="http://schemas.microsoft.com/office/drawing/2014/main" id="{39FD7064-5270-4395-978B-0017D752F937}"/>
              </a:ext>
            </a:extLst>
          </p:cNvPr>
          <p:cNvSpPr>
            <a:spLocks noGrp="1"/>
          </p:cNvSpPr>
          <p:nvPr/>
        </p:nvSpPr>
        <p:spPr>
          <a:xfrm>
            <a:off x="9191625" y="2381250"/>
            <a:ext cx="228600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75" b="0">
                <a:solidFill>
                  <a:srgbClr val="567F8B"/>
                </a:solidFill>
                <a:latin typeface="Georgia"/>
                <a:ea typeface="Georgia"/>
                <a:cs typeface="Georgia"/>
              </a:defRPr>
            </a:defPPr>
            <a:lvl1pPr algn="l">
              <a:defRPr sz="3375" b="0">
                <a:solidFill>
                  <a:srgbClr val="567F8B"/>
                </a:solidFill>
                <a:latin typeface="Georgia"/>
                <a:ea typeface="Georgia"/>
                <a:cs typeface="Georgia"/>
              </a:defRPr>
            </a:lvl1pPr>
            <a:lvl2pPr algn="l">
              <a:defRPr sz="3375" b="0">
                <a:solidFill>
                  <a:srgbClr val="567F8B"/>
                </a:solidFill>
                <a:latin typeface="Georgia"/>
                <a:ea typeface="Georgia"/>
                <a:cs typeface="Georgia"/>
              </a:defRPr>
            </a:lvl2pPr>
            <a:lvl3pPr algn="l">
              <a:defRPr sz="3375" b="0">
                <a:solidFill>
                  <a:srgbClr val="567F8B"/>
                </a:solidFill>
                <a:latin typeface="Georgia"/>
                <a:ea typeface="Georgia"/>
                <a:cs typeface="Georgia"/>
              </a:defRPr>
            </a:lvl3pPr>
            <a:lvl4pPr algn="l">
              <a:defRPr sz="3375" b="0">
                <a:solidFill>
                  <a:srgbClr val="567F8B"/>
                </a:solidFill>
                <a:latin typeface="Georgia"/>
                <a:ea typeface="Georgia"/>
                <a:cs typeface="Georgia"/>
              </a:defRPr>
            </a:lvl4pPr>
            <a:lvl5pPr algn="l">
              <a:defRPr sz="3375" b="0">
                <a:solidFill>
                  <a:srgbClr val="567F8B"/>
                </a:solidFill>
                <a:latin typeface="Georgia"/>
                <a:ea typeface="Georgia"/>
                <a:cs typeface="Georgia"/>
              </a:defRPr>
            </a:lvl5pPr>
            <a:lvl6pPr algn="l">
              <a:defRPr sz="3375" b="0">
                <a:solidFill>
                  <a:srgbClr val="567F8B"/>
                </a:solidFill>
                <a:latin typeface="Georgia"/>
                <a:ea typeface="Georgia"/>
                <a:cs typeface="Georgia"/>
              </a:defRPr>
            </a:lvl6pPr>
            <a:lvl7pPr algn="l">
              <a:defRPr sz="3375" b="0">
                <a:solidFill>
                  <a:srgbClr val="567F8B"/>
                </a:solidFill>
                <a:latin typeface="Georgia"/>
                <a:ea typeface="Georgia"/>
                <a:cs typeface="Georgia"/>
              </a:defRPr>
            </a:lvl7pPr>
            <a:lvl8pPr algn="l">
              <a:defRPr sz="3375" b="0">
                <a:solidFill>
                  <a:srgbClr val="567F8B"/>
                </a:solidFill>
                <a:latin typeface="Georgia"/>
                <a:ea typeface="Georgia"/>
                <a:cs typeface="Georgia"/>
              </a:defRPr>
            </a:lvl8pPr>
            <a:lvl9pPr algn="l">
              <a:defRPr sz="3375" b="0">
                <a:solidFill>
                  <a:srgbClr val="567F8B"/>
                </a:solidFill>
                <a:latin typeface="Georgia"/>
                <a:ea typeface="Georgia"/>
                <a:cs typeface="Georgia"/>
              </a:defRPr>
            </a:lvl9pPr>
          </a:lstStyle>
          <a:p>
            <a:pPr algn="l">
              <a:lnSpc>
                <a:spcPct val="100000"/>
              </a:lnSpc>
              <a:buNone/>
              <a:defRPr sz="3375" b="0">
                <a:solidFill>
                  <a:srgbClr val="567F8B"/>
                </a:solidFill>
                <a:latin typeface="Georgia"/>
                <a:ea typeface="Georgia"/>
                <a:cs typeface="Georgia"/>
              </a:defRPr>
            </a:pPr>
            <a:r>
              <a:rPr sz="3375" b="0">
                <a:solidFill>
                  <a:srgbClr val="567F8B"/>
                </a:solidFill>
                <a:latin typeface="Georgia"/>
                <a:ea typeface="Georgia"/>
                <a:cs typeface="Georgia"/>
              </a:rPr>
              <a:t>17 / 17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0112DEBC-557F-4BAA-BB1B-89610C81DB76}"/>
              </a:ext>
            </a:extLst>
          </p:cNvPr>
          <p:cNvSpPr>
            <a:spLocks noGrp="1"/>
          </p:cNvSpPr>
          <p:nvPr/>
        </p:nvSpPr>
        <p:spPr>
          <a:xfrm>
            <a:off x="9191625" y="3028950"/>
            <a:ext cx="2333625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425" b="0">
                <a:solidFill>
                  <a:srgbClr val="26343C"/>
                </a:solidFill>
                <a:latin typeface="Noto Sans SC"/>
                <a:ea typeface="Noto Sans SC"/>
                <a:cs typeface="Noto Sans SC"/>
              </a:defRPr>
            </a:defPPr>
            <a:lvl1pPr algn="l">
              <a:defRPr sz="1425" b="0">
                <a:solidFill>
                  <a:srgbClr val="26343C"/>
                </a:solidFill>
                <a:latin typeface="Noto Sans SC"/>
                <a:ea typeface="Noto Sans SC"/>
                <a:cs typeface="Noto Sans SC"/>
              </a:defRPr>
            </a:lvl1pPr>
            <a:lvl2pPr algn="l">
              <a:defRPr sz="1425" b="0">
                <a:solidFill>
                  <a:srgbClr val="26343C"/>
                </a:solidFill>
                <a:latin typeface="Noto Sans SC"/>
                <a:ea typeface="Noto Sans SC"/>
                <a:cs typeface="Noto Sans SC"/>
              </a:defRPr>
            </a:lvl2pPr>
            <a:lvl3pPr algn="l">
              <a:defRPr sz="1425" b="0">
                <a:solidFill>
                  <a:srgbClr val="26343C"/>
                </a:solidFill>
                <a:latin typeface="Noto Sans SC"/>
                <a:ea typeface="Noto Sans SC"/>
                <a:cs typeface="Noto Sans SC"/>
              </a:defRPr>
            </a:lvl3pPr>
            <a:lvl4pPr algn="l">
              <a:defRPr sz="1425" b="0">
                <a:solidFill>
                  <a:srgbClr val="26343C"/>
                </a:solidFill>
                <a:latin typeface="Noto Sans SC"/>
                <a:ea typeface="Noto Sans SC"/>
                <a:cs typeface="Noto Sans SC"/>
              </a:defRPr>
            </a:lvl4pPr>
            <a:lvl5pPr algn="l">
              <a:defRPr sz="1425" b="0">
                <a:solidFill>
                  <a:srgbClr val="26343C"/>
                </a:solidFill>
                <a:latin typeface="Noto Sans SC"/>
                <a:ea typeface="Noto Sans SC"/>
                <a:cs typeface="Noto Sans SC"/>
              </a:defRPr>
            </a:lvl5pPr>
            <a:lvl6pPr algn="l">
              <a:defRPr sz="1425" b="0">
                <a:solidFill>
                  <a:srgbClr val="26343C"/>
                </a:solidFill>
                <a:latin typeface="Noto Sans SC"/>
                <a:ea typeface="Noto Sans SC"/>
                <a:cs typeface="Noto Sans SC"/>
              </a:defRPr>
            </a:lvl6pPr>
            <a:lvl7pPr algn="l">
              <a:defRPr sz="1425" b="0">
                <a:solidFill>
                  <a:srgbClr val="26343C"/>
                </a:solidFill>
                <a:latin typeface="Noto Sans SC"/>
                <a:ea typeface="Noto Sans SC"/>
                <a:cs typeface="Noto Sans SC"/>
              </a:defRPr>
            </a:lvl7pPr>
            <a:lvl8pPr algn="l">
              <a:defRPr sz="1425" b="0">
                <a:solidFill>
                  <a:srgbClr val="26343C"/>
                </a:solidFill>
                <a:latin typeface="Noto Sans SC"/>
                <a:ea typeface="Noto Sans SC"/>
                <a:cs typeface="Noto Sans SC"/>
              </a:defRPr>
            </a:lvl8pPr>
            <a:lvl9pPr algn="l">
              <a:defRPr sz="1425" b="0">
                <a:solidFill>
                  <a:srgbClr val="26343C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l">
              <a:lnSpc>
                <a:spcPct val="100000"/>
              </a:lnSpc>
              <a:buNone/>
              <a:defRPr sz="1425" b="0">
                <a:solidFill>
                  <a:srgbClr val="26343C"/>
                </a:solidFill>
                <a:latin typeface="Noto Sans SC"/>
                <a:ea typeface="Noto Sans SC"/>
                <a:cs typeface="Noto Sans SC"/>
              </a:defRPr>
            </a:pPr>
            <a:r>
              <a:rPr sz="1425" b="0">
                <a:solidFill>
                  <a:srgbClr val="26343C"/>
                </a:solidFill>
                <a:latin typeface="Noto Sans SC"/>
                <a:ea typeface="Noto Sans SC"/>
                <a:cs typeface="Noto Sans SC"/>
              </a:rPr>
              <a:t>照片处理完成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6DC3D9A6-5309-4D8F-9E3A-94E27AA4A7FC}"/>
              </a:ext>
            </a:extLst>
          </p:cNvPr>
          <p:cNvSpPr>
            <a:spLocks noGrp="1"/>
          </p:cNvSpPr>
          <p:nvPr/>
        </p:nvSpPr>
        <p:spPr>
          <a:xfrm>
            <a:off x="9172575" y="3638550"/>
            <a:ext cx="2286000" cy="9525"/>
          </a:xfrm>
          <a:prstGeom prst="rect">
            <a:avLst/>
          </a:prstGeom>
          <a:solidFill>
            <a:srgbClr val="B8C8CC"/>
          </a:solidFill>
          <a:ln w="0">
            <a:noFill/>
            <a:prstDash val="solid"/>
          </a:ln>
        </p:spPr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0328BC1D-C3ED-4EED-8CED-F901D4F37E1A}"/>
              </a:ext>
            </a:extLst>
          </p:cNvPr>
          <p:cNvSpPr>
            <a:spLocks noGrp="1"/>
          </p:cNvSpPr>
          <p:nvPr/>
        </p:nvSpPr>
        <p:spPr>
          <a:xfrm>
            <a:off x="9191625" y="3771900"/>
            <a:ext cx="123825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400" b="0">
                <a:solidFill>
                  <a:srgbClr val="567F8B"/>
                </a:solidFill>
                <a:latin typeface="Georgia"/>
                <a:ea typeface="Georgia"/>
                <a:cs typeface="Georgia"/>
              </a:defRPr>
            </a:defPPr>
            <a:lvl1pPr algn="l">
              <a:defRPr sz="2400" b="0">
                <a:solidFill>
                  <a:srgbClr val="567F8B"/>
                </a:solidFill>
                <a:latin typeface="Georgia"/>
                <a:ea typeface="Georgia"/>
                <a:cs typeface="Georgia"/>
              </a:defRPr>
            </a:lvl1pPr>
            <a:lvl2pPr algn="l">
              <a:defRPr sz="2400" b="0">
                <a:solidFill>
                  <a:srgbClr val="567F8B"/>
                </a:solidFill>
                <a:latin typeface="Georgia"/>
                <a:ea typeface="Georgia"/>
                <a:cs typeface="Georgia"/>
              </a:defRPr>
            </a:lvl2pPr>
            <a:lvl3pPr algn="l">
              <a:defRPr sz="2400" b="0">
                <a:solidFill>
                  <a:srgbClr val="567F8B"/>
                </a:solidFill>
                <a:latin typeface="Georgia"/>
                <a:ea typeface="Georgia"/>
                <a:cs typeface="Georgia"/>
              </a:defRPr>
            </a:lvl3pPr>
            <a:lvl4pPr algn="l">
              <a:defRPr sz="2400" b="0">
                <a:solidFill>
                  <a:srgbClr val="567F8B"/>
                </a:solidFill>
                <a:latin typeface="Georgia"/>
                <a:ea typeface="Georgia"/>
                <a:cs typeface="Georgia"/>
              </a:defRPr>
            </a:lvl4pPr>
            <a:lvl5pPr algn="l">
              <a:defRPr sz="2400" b="0">
                <a:solidFill>
                  <a:srgbClr val="567F8B"/>
                </a:solidFill>
                <a:latin typeface="Georgia"/>
                <a:ea typeface="Georgia"/>
                <a:cs typeface="Georgia"/>
              </a:defRPr>
            </a:lvl5pPr>
            <a:lvl6pPr algn="l">
              <a:defRPr sz="2400" b="0">
                <a:solidFill>
                  <a:srgbClr val="567F8B"/>
                </a:solidFill>
                <a:latin typeface="Georgia"/>
                <a:ea typeface="Georgia"/>
                <a:cs typeface="Georgia"/>
              </a:defRPr>
            </a:lvl6pPr>
            <a:lvl7pPr algn="l">
              <a:defRPr sz="2400" b="0">
                <a:solidFill>
                  <a:srgbClr val="567F8B"/>
                </a:solidFill>
                <a:latin typeface="Georgia"/>
                <a:ea typeface="Georgia"/>
                <a:cs typeface="Georgia"/>
              </a:defRPr>
            </a:lvl7pPr>
            <a:lvl8pPr algn="l">
              <a:defRPr sz="2400" b="0">
                <a:solidFill>
                  <a:srgbClr val="567F8B"/>
                </a:solidFill>
                <a:latin typeface="Georgia"/>
                <a:ea typeface="Georgia"/>
                <a:cs typeface="Georgia"/>
              </a:defRPr>
            </a:lvl8pPr>
            <a:lvl9pPr algn="l">
              <a:defRPr sz="2400" b="0">
                <a:solidFill>
                  <a:srgbClr val="567F8B"/>
                </a:solidFill>
                <a:latin typeface="Georgia"/>
                <a:ea typeface="Georgia"/>
                <a:cs typeface="Georgia"/>
              </a:defRPr>
            </a:lvl9pPr>
          </a:lstStyle>
          <a:p>
            <a:pPr algn="l">
              <a:lnSpc>
                <a:spcPct val="100000"/>
              </a:lnSpc>
              <a:buNone/>
              <a:defRPr sz="2400" b="0">
                <a:solidFill>
                  <a:srgbClr val="567F8B"/>
                </a:solidFill>
                <a:latin typeface="Georgia"/>
                <a:ea typeface="Georgia"/>
                <a:cs typeface="Georgia"/>
              </a:defRPr>
            </a:pPr>
            <a:r>
              <a:rPr sz="2400" b="0">
                <a:solidFill>
                  <a:srgbClr val="567F8B"/>
                </a:solidFill>
                <a:latin typeface="Georgia"/>
                <a:ea typeface="Georgia"/>
                <a:cs typeface="Georgia"/>
              </a:rPr>
              <a:t>397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9E0DF5A5-89F6-475E-AD93-12ABAC2E8E50}"/>
              </a:ext>
            </a:extLst>
          </p:cNvPr>
          <p:cNvSpPr>
            <a:spLocks noGrp="1"/>
          </p:cNvSpPr>
          <p:nvPr/>
        </p:nvSpPr>
        <p:spPr>
          <a:xfrm>
            <a:off x="10258425" y="3876675"/>
            <a:ext cx="1238250" cy="3143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350" b="0">
                <a:solidFill>
                  <a:srgbClr val="26343C"/>
                </a:solidFill>
                <a:latin typeface="Noto Sans SC"/>
                <a:ea typeface="Noto Sans SC"/>
                <a:cs typeface="Noto Sans SC"/>
              </a:defRPr>
            </a:defPPr>
            <a:lvl1pPr algn="l">
              <a:defRPr sz="1350" b="0">
                <a:solidFill>
                  <a:srgbClr val="26343C"/>
                </a:solidFill>
                <a:latin typeface="Noto Sans SC"/>
                <a:ea typeface="Noto Sans SC"/>
                <a:cs typeface="Noto Sans SC"/>
              </a:defRPr>
            </a:lvl1pPr>
            <a:lvl2pPr algn="l">
              <a:defRPr sz="1350" b="0">
                <a:solidFill>
                  <a:srgbClr val="26343C"/>
                </a:solidFill>
                <a:latin typeface="Noto Sans SC"/>
                <a:ea typeface="Noto Sans SC"/>
                <a:cs typeface="Noto Sans SC"/>
              </a:defRPr>
            </a:lvl2pPr>
            <a:lvl3pPr algn="l">
              <a:defRPr sz="1350" b="0">
                <a:solidFill>
                  <a:srgbClr val="26343C"/>
                </a:solidFill>
                <a:latin typeface="Noto Sans SC"/>
                <a:ea typeface="Noto Sans SC"/>
                <a:cs typeface="Noto Sans SC"/>
              </a:defRPr>
            </a:lvl3pPr>
            <a:lvl4pPr algn="l">
              <a:defRPr sz="1350" b="0">
                <a:solidFill>
                  <a:srgbClr val="26343C"/>
                </a:solidFill>
                <a:latin typeface="Noto Sans SC"/>
                <a:ea typeface="Noto Sans SC"/>
                <a:cs typeface="Noto Sans SC"/>
              </a:defRPr>
            </a:lvl4pPr>
            <a:lvl5pPr algn="l">
              <a:defRPr sz="1350" b="0">
                <a:solidFill>
                  <a:srgbClr val="26343C"/>
                </a:solidFill>
                <a:latin typeface="Noto Sans SC"/>
                <a:ea typeface="Noto Sans SC"/>
                <a:cs typeface="Noto Sans SC"/>
              </a:defRPr>
            </a:lvl5pPr>
            <a:lvl6pPr algn="l">
              <a:defRPr sz="1350" b="0">
                <a:solidFill>
                  <a:srgbClr val="26343C"/>
                </a:solidFill>
                <a:latin typeface="Noto Sans SC"/>
                <a:ea typeface="Noto Sans SC"/>
                <a:cs typeface="Noto Sans SC"/>
              </a:defRPr>
            </a:lvl6pPr>
            <a:lvl7pPr algn="l">
              <a:defRPr sz="1350" b="0">
                <a:solidFill>
                  <a:srgbClr val="26343C"/>
                </a:solidFill>
                <a:latin typeface="Noto Sans SC"/>
                <a:ea typeface="Noto Sans SC"/>
                <a:cs typeface="Noto Sans SC"/>
              </a:defRPr>
            </a:lvl7pPr>
            <a:lvl8pPr algn="l">
              <a:defRPr sz="1350" b="0">
                <a:solidFill>
                  <a:srgbClr val="26343C"/>
                </a:solidFill>
                <a:latin typeface="Noto Sans SC"/>
                <a:ea typeface="Noto Sans SC"/>
                <a:cs typeface="Noto Sans SC"/>
              </a:defRPr>
            </a:lvl8pPr>
            <a:lvl9pPr algn="l">
              <a:defRPr sz="1350" b="0">
                <a:solidFill>
                  <a:srgbClr val="26343C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l">
              <a:lnSpc>
                <a:spcPct val="100000"/>
              </a:lnSpc>
              <a:buNone/>
              <a:defRPr sz="1350" b="0">
                <a:solidFill>
                  <a:srgbClr val="26343C"/>
                </a:solidFill>
                <a:latin typeface="Noto Sans SC"/>
                <a:ea typeface="Noto Sans SC"/>
                <a:cs typeface="Noto Sans SC"/>
              </a:defRPr>
            </a:pPr>
            <a:r>
              <a:rPr sz="1350" b="0">
                <a:solidFill>
                  <a:srgbClr val="26343C"/>
                </a:solidFill>
                <a:latin typeface="Noto Sans SC"/>
                <a:ea typeface="Noto Sans SC"/>
                <a:cs typeface="Noto Sans SC"/>
              </a:rPr>
              <a:t>窗预测框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38F339B3-2937-4775-BE61-99A3D0B70EED}"/>
              </a:ext>
            </a:extLst>
          </p:cNvPr>
          <p:cNvSpPr>
            <a:spLocks noGrp="1"/>
          </p:cNvSpPr>
          <p:nvPr/>
        </p:nvSpPr>
        <p:spPr>
          <a:xfrm>
            <a:off x="9191625" y="4295775"/>
            <a:ext cx="1190625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400" b="0">
                <a:solidFill>
                  <a:srgbClr val="567F8B"/>
                </a:solidFill>
                <a:latin typeface="Georgia"/>
                <a:ea typeface="Georgia"/>
                <a:cs typeface="Georgia"/>
              </a:defRPr>
            </a:defPPr>
            <a:lvl1pPr algn="l">
              <a:defRPr sz="2400" b="0">
                <a:solidFill>
                  <a:srgbClr val="567F8B"/>
                </a:solidFill>
                <a:latin typeface="Georgia"/>
                <a:ea typeface="Georgia"/>
                <a:cs typeface="Georgia"/>
              </a:defRPr>
            </a:lvl1pPr>
            <a:lvl2pPr algn="l">
              <a:defRPr sz="2400" b="0">
                <a:solidFill>
                  <a:srgbClr val="567F8B"/>
                </a:solidFill>
                <a:latin typeface="Georgia"/>
                <a:ea typeface="Georgia"/>
                <a:cs typeface="Georgia"/>
              </a:defRPr>
            </a:lvl2pPr>
            <a:lvl3pPr algn="l">
              <a:defRPr sz="2400" b="0">
                <a:solidFill>
                  <a:srgbClr val="567F8B"/>
                </a:solidFill>
                <a:latin typeface="Georgia"/>
                <a:ea typeface="Georgia"/>
                <a:cs typeface="Georgia"/>
              </a:defRPr>
            </a:lvl3pPr>
            <a:lvl4pPr algn="l">
              <a:defRPr sz="2400" b="0">
                <a:solidFill>
                  <a:srgbClr val="567F8B"/>
                </a:solidFill>
                <a:latin typeface="Georgia"/>
                <a:ea typeface="Georgia"/>
                <a:cs typeface="Georgia"/>
              </a:defRPr>
            </a:lvl4pPr>
            <a:lvl5pPr algn="l">
              <a:defRPr sz="2400" b="0">
                <a:solidFill>
                  <a:srgbClr val="567F8B"/>
                </a:solidFill>
                <a:latin typeface="Georgia"/>
                <a:ea typeface="Georgia"/>
                <a:cs typeface="Georgia"/>
              </a:defRPr>
            </a:lvl5pPr>
            <a:lvl6pPr algn="l">
              <a:defRPr sz="2400" b="0">
                <a:solidFill>
                  <a:srgbClr val="567F8B"/>
                </a:solidFill>
                <a:latin typeface="Georgia"/>
                <a:ea typeface="Georgia"/>
                <a:cs typeface="Georgia"/>
              </a:defRPr>
            </a:lvl6pPr>
            <a:lvl7pPr algn="l">
              <a:defRPr sz="2400" b="0">
                <a:solidFill>
                  <a:srgbClr val="567F8B"/>
                </a:solidFill>
                <a:latin typeface="Georgia"/>
                <a:ea typeface="Georgia"/>
                <a:cs typeface="Georgia"/>
              </a:defRPr>
            </a:lvl7pPr>
            <a:lvl8pPr algn="l">
              <a:defRPr sz="2400" b="0">
                <a:solidFill>
                  <a:srgbClr val="567F8B"/>
                </a:solidFill>
                <a:latin typeface="Georgia"/>
                <a:ea typeface="Georgia"/>
                <a:cs typeface="Georgia"/>
              </a:defRPr>
            </a:lvl8pPr>
            <a:lvl9pPr algn="l">
              <a:defRPr sz="2400" b="0">
                <a:solidFill>
                  <a:srgbClr val="567F8B"/>
                </a:solidFill>
                <a:latin typeface="Georgia"/>
                <a:ea typeface="Georgia"/>
                <a:cs typeface="Georgia"/>
              </a:defRPr>
            </a:lvl9pPr>
          </a:lstStyle>
          <a:p>
            <a:pPr algn="l">
              <a:lnSpc>
                <a:spcPct val="100000"/>
              </a:lnSpc>
              <a:buNone/>
              <a:defRPr sz="2400" b="0">
                <a:solidFill>
                  <a:srgbClr val="567F8B"/>
                </a:solidFill>
                <a:latin typeface="Georgia"/>
                <a:ea typeface="Georgia"/>
                <a:cs typeface="Georgia"/>
              </a:defRPr>
            </a:pPr>
            <a:r>
              <a:rPr sz="2400" b="0">
                <a:solidFill>
                  <a:srgbClr val="567F8B"/>
                </a:solidFill>
                <a:latin typeface="Georgia"/>
                <a:ea typeface="Georgia"/>
                <a:cs typeface="Georgia"/>
              </a:rPr>
              <a:t>27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AF4001DE-F191-4BCA-8DB7-B31255584ECC}"/>
              </a:ext>
            </a:extLst>
          </p:cNvPr>
          <p:cNvSpPr>
            <a:spLocks noGrp="1"/>
          </p:cNvSpPr>
          <p:nvPr/>
        </p:nvSpPr>
        <p:spPr>
          <a:xfrm>
            <a:off x="10096500" y="4400550"/>
            <a:ext cx="1333500" cy="3143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350" b="0">
                <a:solidFill>
                  <a:srgbClr val="26343C"/>
                </a:solidFill>
                <a:latin typeface="Noto Sans SC"/>
                <a:ea typeface="Noto Sans SC"/>
                <a:cs typeface="Noto Sans SC"/>
              </a:defRPr>
            </a:defPPr>
            <a:lvl1pPr algn="l">
              <a:defRPr sz="1350" b="0">
                <a:solidFill>
                  <a:srgbClr val="26343C"/>
                </a:solidFill>
                <a:latin typeface="Noto Sans SC"/>
                <a:ea typeface="Noto Sans SC"/>
                <a:cs typeface="Noto Sans SC"/>
              </a:defRPr>
            </a:lvl1pPr>
            <a:lvl2pPr algn="l">
              <a:defRPr sz="1350" b="0">
                <a:solidFill>
                  <a:srgbClr val="26343C"/>
                </a:solidFill>
                <a:latin typeface="Noto Sans SC"/>
                <a:ea typeface="Noto Sans SC"/>
                <a:cs typeface="Noto Sans SC"/>
              </a:defRPr>
            </a:lvl2pPr>
            <a:lvl3pPr algn="l">
              <a:defRPr sz="1350" b="0">
                <a:solidFill>
                  <a:srgbClr val="26343C"/>
                </a:solidFill>
                <a:latin typeface="Noto Sans SC"/>
                <a:ea typeface="Noto Sans SC"/>
                <a:cs typeface="Noto Sans SC"/>
              </a:defRPr>
            </a:lvl3pPr>
            <a:lvl4pPr algn="l">
              <a:defRPr sz="1350" b="0">
                <a:solidFill>
                  <a:srgbClr val="26343C"/>
                </a:solidFill>
                <a:latin typeface="Noto Sans SC"/>
                <a:ea typeface="Noto Sans SC"/>
                <a:cs typeface="Noto Sans SC"/>
              </a:defRPr>
            </a:lvl4pPr>
            <a:lvl5pPr algn="l">
              <a:defRPr sz="1350" b="0">
                <a:solidFill>
                  <a:srgbClr val="26343C"/>
                </a:solidFill>
                <a:latin typeface="Noto Sans SC"/>
                <a:ea typeface="Noto Sans SC"/>
                <a:cs typeface="Noto Sans SC"/>
              </a:defRPr>
            </a:lvl5pPr>
            <a:lvl6pPr algn="l">
              <a:defRPr sz="1350" b="0">
                <a:solidFill>
                  <a:srgbClr val="26343C"/>
                </a:solidFill>
                <a:latin typeface="Noto Sans SC"/>
                <a:ea typeface="Noto Sans SC"/>
                <a:cs typeface="Noto Sans SC"/>
              </a:defRPr>
            </a:lvl6pPr>
            <a:lvl7pPr algn="l">
              <a:defRPr sz="1350" b="0">
                <a:solidFill>
                  <a:srgbClr val="26343C"/>
                </a:solidFill>
                <a:latin typeface="Noto Sans SC"/>
                <a:ea typeface="Noto Sans SC"/>
                <a:cs typeface="Noto Sans SC"/>
              </a:defRPr>
            </a:lvl7pPr>
            <a:lvl8pPr algn="l">
              <a:defRPr sz="1350" b="0">
                <a:solidFill>
                  <a:srgbClr val="26343C"/>
                </a:solidFill>
                <a:latin typeface="Noto Sans SC"/>
                <a:ea typeface="Noto Sans SC"/>
                <a:cs typeface="Noto Sans SC"/>
              </a:defRPr>
            </a:lvl8pPr>
            <a:lvl9pPr algn="l">
              <a:defRPr sz="1350" b="0">
                <a:solidFill>
                  <a:srgbClr val="26343C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l">
              <a:lnSpc>
                <a:spcPct val="100000"/>
              </a:lnSpc>
              <a:buNone/>
              <a:defRPr sz="1350" b="0">
                <a:solidFill>
                  <a:srgbClr val="26343C"/>
                </a:solidFill>
                <a:latin typeface="Noto Sans SC"/>
                <a:ea typeface="Noto Sans SC"/>
                <a:cs typeface="Noto Sans SC"/>
              </a:defRPr>
            </a:pPr>
            <a:r>
              <a:rPr sz="1350" b="0">
                <a:solidFill>
                  <a:srgbClr val="26343C"/>
                </a:solidFill>
                <a:latin typeface="Noto Sans SC"/>
                <a:ea typeface="Noto Sans SC"/>
                <a:cs typeface="Noto Sans SC"/>
              </a:rPr>
              <a:t>门预测框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773F934F-C903-4889-A488-1BFFFA6B72D6}"/>
              </a:ext>
            </a:extLst>
          </p:cNvPr>
          <p:cNvSpPr>
            <a:spLocks noGrp="1"/>
          </p:cNvSpPr>
          <p:nvPr/>
        </p:nvSpPr>
        <p:spPr>
          <a:xfrm>
            <a:off x="9191625" y="4819650"/>
            <a:ext cx="80010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400" b="0">
                <a:solidFill>
                  <a:srgbClr val="9C6759"/>
                </a:solidFill>
                <a:latin typeface="Georgia"/>
                <a:ea typeface="Georgia"/>
                <a:cs typeface="Georgia"/>
              </a:defRPr>
            </a:defPPr>
            <a:lvl1pPr algn="l">
              <a:defRPr sz="2400" b="0">
                <a:solidFill>
                  <a:srgbClr val="9C6759"/>
                </a:solidFill>
                <a:latin typeface="Georgia"/>
                <a:ea typeface="Georgia"/>
                <a:cs typeface="Georgia"/>
              </a:defRPr>
            </a:lvl1pPr>
            <a:lvl2pPr algn="l">
              <a:defRPr sz="2400" b="0">
                <a:solidFill>
                  <a:srgbClr val="9C6759"/>
                </a:solidFill>
                <a:latin typeface="Georgia"/>
                <a:ea typeface="Georgia"/>
                <a:cs typeface="Georgia"/>
              </a:defRPr>
            </a:lvl2pPr>
            <a:lvl3pPr algn="l">
              <a:defRPr sz="2400" b="0">
                <a:solidFill>
                  <a:srgbClr val="9C6759"/>
                </a:solidFill>
                <a:latin typeface="Georgia"/>
                <a:ea typeface="Georgia"/>
                <a:cs typeface="Georgia"/>
              </a:defRPr>
            </a:lvl3pPr>
            <a:lvl4pPr algn="l">
              <a:defRPr sz="2400" b="0">
                <a:solidFill>
                  <a:srgbClr val="9C6759"/>
                </a:solidFill>
                <a:latin typeface="Georgia"/>
                <a:ea typeface="Georgia"/>
                <a:cs typeface="Georgia"/>
              </a:defRPr>
            </a:lvl4pPr>
            <a:lvl5pPr algn="l">
              <a:defRPr sz="2400" b="0">
                <a:solidFill>
                  <a:srgbClr val="9C6759"/>
                </a:solidFill>
                <a:latin typeface="Georgia"/>
                <a:ea typeface="Georgia"/>
                <a:cs typeface="Georgia"/>
              </a:defRPr>
            </a:lvl5pPr>
            <a:lvl6pPr algn="l">
              <a:defRPr sz="2400" b="0">
                <a:solidFill>
                  <a:srgbClr val="9C6759"/>
                </a:solidFill>
                <a:latin typeface="Georgia"/>
                <a:ea typeface="Georgia"/>
                <a:cs typeface="Georgia"/>
              </a:defRPr>
            </a:lvl6pPr>
            <a:lvl7pPr algn="l">
              <a:defRPr sz="2400" b="0">
                <a:solidFill>
                  <a:srgbClr val="9C6759"/>
                </a:solidFill>
                <a:latin typeface="Georgia"/>
                <a:ea typeface="Georgia"/>
                <a:cs typeface="Georgia"/>
              </a:defRPr>
            </a:lvl7pPr>
            <a:lvl8pPr algn="l">
              <a:defRPr sz="2400" b="0">
                <a:solidFill>
                  <a:srgbClr val="9C6759"/>
                </a:solidFill>
                <a:latin typeface="Georgia"/>
                <a:ea typeface="Georgia"/>
                <a:cs typeface="Georgia"/>
              </a:defRPr>
            </a:lvl8pPr>
            <a:lvl9pPr algn="l">
              <a:defRPr sz="2400" b="0">
                <a:solidFill>
                  <a:srgbClr val="9C6759"/>
                </a:solidFill>
                <a:latin typeface="Georgia"/>
                <a:ea typeface="Georgia"/>
                <a:cs typeface="Georgia"/>
              </a:defRPr>
            </a:lvl9pPr>
          </a:lstStyle>
          <a:p>
            <a:pPr algn="l">
              <a:lnSpc>
                <a:spcPct val="100000"/>
              </a:lnSpc>
              <a:buNone/>
              <a:defRPr sz="2400" b="0">
                <a:solidFill>
                  <a:srgbClr val="9C6759"/>
                </a:solidFill>
                <a:latin typeface="Georgia"/>
                <a:ea typeface="Georgia"/>
                <a:cs typeface="Georgia"/>
              </a:defRPr>
            </a:pPr>
            <a:r>
              <a:rPr sz="2400" b="0">
                <a:solidFill>
                  <a:srgbClr val="9C6759"/>
                </a:solidFill>
                <a:latin typeface="Georgia"/>
                <a:ea typeface="Georgia"/>
                <a:cs typeface="Georgia"/>
              </a:rPr>
              <a:t>2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DD4871B2-2F3C-41BA-B96B-21BC21065A47}"/>
              </a:ext>
            </a:extLst>
          </p:cNvPr>
          <p:cNvSpPr>
            <a:spLocks noGrp="1"/>
          </p:cNvSpPr>
          <p:nvPr/>
        </p:nvSpPr>
        <p:spPr>
          <a:xfrm>
            <a:off x="9667875" y="4924425"/>
            <a:ext cx="1476375" cy="3143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350" b="0">
                <a:solidFill>
                  <a:srgbClr val="26343C"/>
                </a:solidFill>
                <a:latin typeface="Noto Sans SC"/>
                <a:ea typeface="Noto Sans SC"/>
                <a:cs typeface="Noto Sans SC"/>
              </a:defRPr>
            </a:defPPr>
            <a:lvl1pPr algn="l">
              <a:defRPr sz="1350" b="0">
                <a:solidFill>
                  <a:srgbClr val="26343C"/>
                </a:solidFill>
                <a:latin typeface="Noto Sans SC"/>
                <a:ea typeface="Noto Sans SC"/>
                <a:cs typeface="Noto Sans SC"/>
              </a:defRPr>
            </a:lvl1pPr>
            <a:lvl2pPr algn="l">
              <a:defRPr sz="1350" b="0">
                <a:solidFill>
                  <a:srgbClr val="26343C"/>
                </a:solidFill>
                <a:latin typeface="Noto Sans SC"/>
                <a:ea typeface="Noto Sans SC"/>
                <a:cs typeface="Noto Sans SC"/>
              </a:defRPr>
            </a:lvl2pPr>
            <a:lvl3pPr algn="l">
              <a:defRPr sz="1350" b="0">
                <a:solidFill>
                  <a:srgbClr val="26343C"/>
                </a:solidFill>
                <a:latin typeface="Noto Sans SC"/>
                <a:ea typeface="Noto Sans SC"/>
                <a:cs typeface="Noto Sans SC"/>
              </a:defRPr>
            </a:lvl3pPr>
            <a:lvl4pPr algn="l">
              <a:defRPr sz="1350" b="0">
                <a:solidFill>
                  <a:srgbClr val="26343C"/>
                </a:solidFill>
                <a:latin typeface="Noto Sans SC"/>
                <a:ea typeface="Noto Sans SC"/>
                <a:cs typeface="Noto Sans SC"/>
              </a:defRPr>
            </a:lvl4pPr>
            <a:lvl5pPr algn="l">
              <a:defRPr sz="1350" b="0">
                <a:solidFill>
                  <a:srgbClr val="26343C"/>
                </a:solidFill>
                <a:latin typeface="Noto Sans SC"/>
                <a:ea typeface="Noto Sans SC"/>
                <a:cs typeface="Noto Sans SC"/>
              </a:defRPr>
            </a:lvl5pPr>
            <a:lvl6pPr algn="l">
              <a:defRPr sz="1350" b="0">
                <a:solidFill>
                  <a:srgbClr val="26343C"/>
                </a:solidFill>
                <a:latin typeface="Noto Sans SC"/>
                <a:ea typeface="Noto Sans SC"/>
                <a:cs typeface="Noto Sans SC"/>
              </a:defRPr>
            </a:lvl6pPr>
            <a:lvl7pPr algn="l">
              <a:defRPr sz="1350" b="0">
                <a:solidFill>
                  <a:srgbClr val="26343C"/>
                </a:solidFill>
                <a:latin typeface="Noto Sans SC"/>
                <a:ea typeface="Noto Sans SC"/>
                <a:cs typeface="Noto Sans SC"/>
              </a:defRPr>
            </a:lvl7pPr>
            <a:lvl8pPr algn="l">
              <a:defRPr sz="1350" b="0">
                <a:solidFill>
                  <a:srgbClr val="26343C"/>
                </a:solidFill>
                <a:latin typeface="Noto Sans SC"/>
                <a:ea typeface="Noto Sans SC"/>
                <a:cs typeface="Noto Sans SC"/>
              </a:defRPr>
            </a:lvl8pPr>
            <a:lvl9pPr algn="l">
              <a:defRPr sz="1350" b="0">
                <a:solidFill>
                  <a:srgbClr val="26343C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l">
              <a:lnSpc>
                <a:spcPct val="100000"/>
              </a:lnSpc>
              <a:buNone/>
              <a:defRPr sz="1350" b="0">
                <a:solidFill>
                  <a:srgbClr val="26343C"/>
                </a:solidFill>
                <a:latin typeface="Noto Sans SC"/>
                <a:ea typeface="Noto Sans SC"/>
                <a:cs typeface="Noto Sans SC"/>
              </a:defRPr>
            </a:pPr>
            <a:r>
              <a:rPr sz="1350" b="0" dirty="0" err="1">
                <a:solidFill>
                  <a:srgbClr val="26343C"/>
                </a:solidFill>
                <a:latin typeface="Noto Sans SC"/>
                <a:ea typeface="Noto Sans SC"/>
                <a:cs typeface="Noto Sans SC"/>
              </a:rPr>
              <a:t>待确认</a:t>
            </a:r>
            <a:endParaRPr sz="1350" b="0" dirty="0">
              <a:solidFill>
                <a:srgbClr val="26343C"/>
              </a:solidFill>
              <a:latin typeface="Noto Sans SC"/>
              <a:ea typeface="Noto Sans SC"/>
              <a:cs typeface="Noto Sans SC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7000C994-D5AF-46B5-B612-C02D03BC46A5}"/>
              </a:ext>
            </a:extLst>
          </p:cNvPr>
          <p:cNvSpPr>
            <a:spLocks noGrp="1"/>
          </p:cNvSpPr>
          <p:nvPr/>
        </p:nvSpPr>
        <p:spPr>
          <a:xfrm>
            <a:off x="9163050" y="5457825"/>
            <a:ext cx="2333625" cy="5619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275" b="0">
                <a:solidFill>
                  <a:srgbClr val="567F8B"/>
                </a:solidFill>
                <a:latin typeface="Noto Sans SC"/>
                <a:ea typeface="Noto Sans SC"/>
                <a:cs typeface="Noto Sans SC"/>
              </a:defRPr>
            </a:defPPr>
            <a:lvl1pPr algn="l">
              <a:defRPr sz="1275" b="0">
                <a:solidFill>
                  <a:srgbClr val="567F8B"/>
                </a:solidFill>
                <a:latin typeface="Noto Sans SC"/>
                <a:ea typeface="Noto Sans SC"/>
                <a:cs typeface="Noto Sans SC"/>
              </a:defRPr>
            </a:lvl1pPr>
            <a:lvl2pPr algn="l">
              <a:defRPr sz="1275" b="0">
                <a:solidFill>
                  <a:srgbClr val="567F8B"/>
                </a:solidFill>
                <a:latin typeface="Noto Sans SC"/>
                <a:ea typeface="Noto Sans SC"/>
                <a:cs typeface="Noto Sans SC"/>
              </a:defRPr>
            </a:lvl2pPr>
            <a:lvl3pPr algn="l">
              <a:defRPr sz="1275" b="0">
                <a:solidFill>
                  <a:srgbClr val="567F8B"/>
                </a:solidFill>
                <a:latin typeface="Noto Sans SC"/>
                <a:ea typeface="Noto Sans SC"/>
                <a:cs typeface="Noto Sans SC"/>
              </a:defRPr>
            </a:lvl3pPr>
            <a:lvl4pPr algn="l">
              <a:defRPr sz="1275" b="0">
                <a:solidFill>
                  <a:srgbClr val="567F8B"/>
                </a:solidFill>
                <a:latin typeface="Noto Sans SC"/>
                <a:ea typeface="Noto Sans SC"/>
                <a:cs typeface="Noto Sans SC"/>
              </a:defRPr>
            </a:lvl4pPr>
            <a:lvl5pPr algn="l">
              <a:defRPr sz="1275" b="0">
                <a:solidFill>
                  <a:srgbClr val="567F8B"/>
                </a:solidFill>
                <a:latin typeface="Noto Sans SC"/>
                <a:ea typeface="Noto Sans SC"/>
                <a:cs typeface="Noto Sans SC"/>
              </a:defRPr>
            </a:lvl5pPr>
            <a:lvl6pPr algn="l">
              <a:defRPr sz="1275" b="0">
                <a:solidFill>
                  <a:srgbClr val="567F8B"/>
                </a:solidFill>
                <a:latin typeface="Noto Sans SC"/>
                <a:ea typeface="Noto Sans SC"/>
                <a:cs typeface="Noto Sans SC"/>
              </a:defRPr>
            </a:lvl6pPr>
            <a:lvl7pPr algn="l">
              <a:defRPr sz="1275" b="0">
                <a:solidFill>
                  <a:srgbClr val="567F8B"/>
                </a:solidFill>
                <a:latin typeface="Noto Sans SC"/>
                <a:ea typeface="Noto Sans SC"/>
                <a:cs typeface="Noto Sans SC"/>
              </a:defRPr>
            </a:lvl7pPr>
            <a:lvl8pPr algn="l">
              <a:defRPr sz="1275" b="0">
                <a:solidFill>
                  <a:srgbClr val="567F8B"/>
                </a:solidFill>
                <a:latin typeface="Noto Sans SC"/>
                <a:ea typeface="Noto Sans SC"/>
                <a:cs typeface="Noto Sans SC"/>
              </a:defRPr>
            </a:lvl8pPr>
            <a:lvl9pPr algn="l">
              <a:defRPr sz="1275" b="0">
                <a:solidFill>
                  <a:srgbClr val="567F8B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l">
              <a:lnSpc>
                <a:spcPct val="100000"/>
              </a:lnSpc>
              <a:buNone/>
              <a:defRPr sz="1275" b="0">
                <a:solidFill>
                  <a:srgbClr val="567F8B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0" dirty="0" err="1">
                <a:solidFill>
                  <a:srgbClr val="567F8B"/>
                </a:solidFill>
                <a:latin typeface="Noto Sans SC"/>
                <a:ea typeface="Noto Sans SC"/>
                <a:cs typeface="Noto Sans SC"/>
              </a:rPr>
              <a:t>完整立面结果见后附图集</a:t>
            </a:r>
            <a:endParaRPr sz="1275" b="0" dirty="0">
              <a:solidFill>
                <a:srgbClr val="567F8B"/>
              </a:solidFill>
              <a:latin typeface="Noto Sans SC"/>
              <a:ea typeface="Noto Sans SC"/>
              <a:cs typeface="Noto Sans SC"/>
            </a:endParaRPr>
          </a:p>
        </p:txBody>
      </p:sp>
    </p:spTree>
    <p:extLst>
      <p:ext uri="{BB962C8B-B14F-4D97-AF65-F5344CB8AC3E}">
        <p14:creationId xmlns:p14="http://schemas.microsoft.com/office/powerpoint/2010/main" val="209778960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9B63CFBF-58C2-4CD3-AB7F-BD497D681186}"/>
              </a:ext>
            </a:extLst>
          </p:cNvPr>
          <p:cNvSpPr>
            <a:spLocks noGrp="1"/>
          </p:cNvSpPr>
          <p:nvPr/>
        </p:nvSpPr>
        <p:spPr>
          <a:xfrm>
            <a:off x="361950" y="219075"/>
            <a:ext cx="10382250" cy="2952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725" b="1">
                <a:solidFill>
                  <a:srgbClr val="26343C"/>
                </a:solidFill>
                <a:latin typeface="Noto Sans SC"/>
                <a:ea typeface="Noto Sans SC"/>
                <a:cs typeface="Noto Sans SC"/>
              </a:defRPr>
            </a:defPPr>
            <a:lvl1pPr algn="l">
              <a:defRPr sz="1725" b="1">
                <a:solidFill>
                  <a:srgbClr val="26343C"/>
                </a:solidFill>
                <a:latin typeface="Noto Sans SC"/>
                <a:ea typeface="Noto Sans SC"/>
                <a:cs typeface="Noto Sans SC"/>
              </a:defRPr>
            </a:lvl1pPr>
            <a:lvl2pPr algn="l">
              <a:defRPr sz="1725" b="1">
                <a:solidFill>
                  <a:srgbClr val="26343C"/>
                </a:solidFill>
                <a:latin typeface="Noto Sans SC"/>
                <a:ea typeface="Noto Sans SC"/>
                <a:cs typeface="Noto Sans SC"/>
              </a:defRPr>
            </a:lvl2pPr>
            <a:lvl3pPr algn="l">
              <a:defRPr sz="1725" b="1">
                <a:solidFill>
                  <a:srgbClr val="26343C"/>
                </a:solidFill>
                <a:latin typeface="Noto Sans SC"/>
                <a:ea typeface="Noto Sans SC"/>
                <a:cs typeface="Noto Sans SC"/>
              </a:defRPr>
            </a:lvl3pPr>
            <a:lvl4pPr algn="l">
              <a:defRPr sz="1725" b="1">
                <a:solidFill>
                  <a:srgbClr val="26343C"/>
                </a:solidFill>
                <a:latin typeface="Noto Sans SC"/>
                <a:ea typeface="Noto Sans SC"/>
                <a:cs typeface="Noto Sans SC"/>
              </a:defRPr>
            </a:lvl4pPr>
            <a:lvl5pPr algn="l">
              <a:defRPr sz="1725" b="1">
                <a:solidFill>
                  <a:srgbClr val="26343C"/>
                </a:solidFill>
                <a:latin typeface="Noto Sans SC"/>
                <a:ea typeface="Noto Sans SC"/>
                <a:cs typeface="Noto Sans SC"/>
              </a:defRPr>
            </a:lvl5pPr>
            <a:lvl6pPr algn="l">
              <a:defRPr sz="1725" b="1">
                <a:solidFill>
                  <a:srgbClr val="26343C"/>
                </a:solidFill>
                <a:latin typeface="Noto Sans SC"/>
                <a:ea typeface="Noto Sans SC"/>
                <a:cs typeface="Noto Sans SC"/>
              </a:defRPr>
            </a:lvl6pPr>
            <a:lvl7pPr algn="l">
              <a:defRPr sz="1725" b="1">
                <a:solidFill>
                  <a:srgbClr val="26343C"/>
                </a:solidFill>
                <a:latin typeface="Noto Sans SC"/>
                <a:ea typeface="Noto Sans SC"/>
                <a:cs typeface="Noto Sans SC"/>
              </a:defRPr>
            </a:lvl7pPr>
            <a:lvl8pPr algn="l">
              <a:defRPr sz="1725" b="1">
                <a:solidFill>
                  <a:srgbClr val="26343C"/>
                </a:solidFill>
                <a:latin typeface="Noto Sans SC"/>
                <a:ea typeface="Noto Sans SC"/>
                <a:cs typeface="Noto Sans SC"/>
              </a:defRPr>
            </a:lvl8pPr>
            <a:lvl9pPr algn="l">
              <a:defRPr sz="1725" b="1">
                <a:solidFill>
                  <a:srgbClr val="26343C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l">
              <a:lnSpc>
                <a:spcPct val="100000"/>
              </a:lnSpc>
              <a:buNone/>
              <a:defRPr sz="1725" b="1">
                <a:solidFill>
                  <a:srgbClr val="26343C"/>
                </a:solidFill>
                <a:latin typeface="Noto Sans SC"/>
                <a:ea typeface="Noto Sans SC"/>
                <a:cs typeface="Noto Sans SC"/>
              </a:defRPr>
            </a:pPr>
            <a:r>
              <a:rPr sz="1725" b="1">
                <a:solidFill>
                  <a:srgbClr val="26343C"/>
                </a:solidFill>
                <a:latin typeface="Noto Sans SC"/>
                <a:ea typeface="Noto Sans SC"/>
                <a:cs typeface="Noto Sans SC"/>
              </a:rPr>
              <a:t>05  /  窗检测对照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318A47B-FD37-4D89-A973-F61035222A1C}"/>
              </a:ext>
            </a:extLst>
          </p:cNvPr>
          <p:cNvSpPr>
            <a:spLocks noGrp="1"/>
          </p:cNvSpPr>
          <p:nvPr/>
        </p:nvSpPr>
        <p:spPr>
          <a:xfrm>
            <a:off x="361950" y="609600"/>
            <a:ext cx="11468100" cy="66675"/>
          </a:xfrm>
          <a:prstGeom prst="rect">
            <a:avLst/>
          </a:prstGeom>
          <a:solidFill>
            <a:srgbClr val="A9BCC2"/>
          </a:solidFill>
          <a:ln w="0">
            <a:noFill/>
            <a:prstDash val="solid"/>
          </a:ln>
        </p:spPr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8D44D0D0-577F-4768-9D3C-5B29661D1748}"/>
              </a:ext>
            </a:extLst>
          </p:cNvPr>
          <p:cNvSpPr>
            <a:spLocks noGrp="1"/>
          </p:cNvSpPr>
          <p:nvPr/>
        </p:nvSpPr>
        <p:spPr>
          <a:xfrm>
            <a:off x="609600" y="866775"/>
            <a:ext cx="10972800" cy="5429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775" b="1">
                <a:solidFill>
                  <a:srgbClr val="26343C"/>
                </a:solidFill>
                <a:latin typeface="Noto Sans SC"/>
                <a:ea typeface="Noto Sans SC"/>
                <a:cs typeface="Noto Sans SC"/>
              </a:defRPr>
            </a:defPPr>
            <a:lvl1pPr algn="l">
              <a:defRPr sz="2775" b="1">
                <a:solidFill>
                  <a:srgbClr val="26343C"/>
                </a:solidFill>
                <a:latin typeface="Noto Sans SC"/>
                <a:ea typeface="Noto Sans SC"/>
                <a:cs typeface="Noto Sans SC"/>
              </a:defRPr>
            </a:lvl1pPr>
            <a:lvl2pPr algn="l">
              <a:defRPr sz="2775" b="1">
                <a:solidFill>
                  <a:srgbClr val="26343C"/>
                </a:solidFill>
                <a:latin typeface="Noto Sans SC"/>
                <a:ea typeface="Noto Sans SC"/>
                <a:cs typeface="Noto Sans SC"/>
              </a:defRPr>
            </a:lvl2pPr>
            <a:lvl3pPr algn="l">
              <a:defRPr sz="2775" b="1">
                <a:solidFill>
                  <a:srgbClr val="26343C"/>
                </a:solidFill>
                <a:latin typeface="Noto Sans SC"/>
                <a:ea typeface="Noto Sans SC"/>
                <a:cs typeface="Noto Sans SC"/>
              </a:defRPr>
            </a:lvl3pPr>
            <a:lvl4pPr algn="l">
              <a:defRPr sz="2775" b="1">
                <a:solidFill>
                  <a:srgbClr val="26343C"/>
                </a:solidFill>
                <a:latin typeface="Noto Sans SC"/>
                <a:ea typeface="Noto Sans SC"/>
                <a:cs typeface="Noto Sans SC"/>
              </a:defRPr>
            </a:lvl4pPr>
            <a:lvl5pPr algn="l">
              <a:defRPr sz="2775" b="1">
                <a:solidFill>
                  <a:srgbClr val="26343C"/>
                </a:solidFill>
                <a:latin typeface="Noto Sans SC"/>
                <a:ea typeface="Noto Sans SC"/>
                <a:cs typeface="Noto Sans SC"/>
              </a:defRPr>
            </a:lvl5pPr>
            <a:lvl6pPr algn="l">
              <a:defRPr sz="2775" b="1">
                <a:solidFill>
                  <a:srgbClr val="26343C"/>
                </a:solidFill>
                <a:latin typeface="Noto Sans SC"/>
                <a:ea typeface="Noto Sans SC"/>
                <a:cs typeface="Noto Sans SC"/>
              </a:defRPr>
            </a:lvl6pPr>
            <a:lvl7pPr algn="l">
              <a:defRPr sz="2775" b="1">
                <a:solidFill>
                  <a:srgbClr val="26343C"/>
                </a:solidFill>
                <a:latin typeface="Noto Sans SC"/>
                <a:ea typeface="Noto Sans SC"/>
                <a:cs typeface="Noto Sans SC"/>
              </a:defRPr>
            </a:lvl7pPr>
            <a:lvl8pPr algn="l">
              <a:defRPr sz="2775" b="1">
                <a:solidFill>
                  <a:srgbClr val="26343C"/>
                </a:solidFill>
                <a:latin typeface="Noto Sans SC"/>
                <a:ea typeface="Noto Sans SC"/>
                <a:cs typeface="Noto Sans SC"/>
              </a:defRPr>
            </a:lvl8pPr>
            <a:lvl9pPr algn="l">
              <a:defRPr sz="2775" b="1">
                <a:solidFill>
                  <a:srgbClr val="26343C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l">
              <a:lnSpc>
                <a:spcPct val="100000"/>
              </a:lnSpc>
              <a:buNone/>
              <a:defRPr sz="2775" b="1">
                <a:solidFill>
                  <a:srgbClr val="26343C"/>
                </a:solidFill>
                <a:latin typeface="Noto Sans SC"/>
                <a:ea typeface="Noto Sans SC"/>
                <a:cs typeface="Noto Sans SC"/>
              </a:defRPr>
            </a:pPr>
            <a:r>
              <a:rPr sz="2775" b="1">
                <a:solidFill>
                  <a:srgbClr val="26343C"/>
                </a:solidFill>
                <a:latin typeface="Noto Sans SC"/>
                <a:ea typeface="Noto Sans SC"/>
                <a:cs typeface="Noto Sans SC"/>
              </a:rPr>
              <a:t>低 FP 的 YOLO 不能直接过滤 DINO 的窗框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3268D8D3-917D-4DB5-854F-A74EB9FF8465}"/>
              </a:ext>
            </a:extLst>
          </p:cNvPr>
          <p:cNvSpPr>
            <a:spLocks noGrp="1"/>
          </p:cNvSpPr>
          <p:nvPr/>
        </p:nvSpPr>
        <p:spPr>
          <a:xfrm>
            <a:off x="628650" y="1438275"/>
            <a:ext cx="108966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275" b="0">
                <a:solidFill>
                  <a:srgbClr val="5F7078"/>
                </a:solidFill>
                <a:latin typeface="Noto Sans SC"/>
                <a:ea typeface="Noto Sans SC"/>
                <a:cs typeface="Noto Sans SC"/>
              </a:defRPr>
            </a:defPPr>
            <a:lvl1pPr algn="l">
              <a:defRPr sz="1275" b="0">
                <a:solidFill>
                  <a:srgbClr val="5F7078"/>
                </a:solidFill>
                <a:latin typeface="Noto Sans SC"/>
                <a:ea typeface="Noto Sans SC"/>
                <a:cs typeface="Noto Sans SC"/>
              </a:defRPr>
            </a:lvl1pPr>
            <a:lvl2pPr algn="l">
              <a:defRPr sz="1275" b="0">
                <a:solidFill>
                  <a:srgbClr val="5F7078"/>
                </a:solidFill>
                <a:latin typeface="Noto Sans SC"/>
                <a:ea typeface="Noto Sans SC"/>
                <a:cs typeface="Noto Sans SC"/>
              </a:defRPr>
            </a:lvl2pPr>
            <a:lvl3pPr algn="l">
              <a:defRPr sz="1275" b="0">
                <a:solidFill>
                  <a:srgbClr val="5F7078"/>
                </a:solidFill>
                <a:latin typeface="Noto Sans SC"/>
                <a:ea typeface="Noto Sans SC"/>
                <a:cs typeface="Noto Sans SC"/>
              </a:defRPr>
            </a:lvl3pPr>
            <a:lvl4pPr algn="l">
              <a:defRPr sz="1275" b="0">
                <a:solidFill>
                  <a:srgbClr val="5F7078"/>
                </a:solidFill>
                <a:latin typeface="Noto Sans SC"/>
                <a:ea typeface="Noto Sans SC"/>
                <a:cs typeface="Noto Sans SC"/>
              </a:defRPr>
            </a:lvl4pPr>
            <a:lvl5pPr algn="l">
              <a:defRPr sz="1275" b="0">
                <a:solidFill>
                  <a:srgbClr val="5F7078"/>
                </a:solidFill>
                <a:latin typeface="Noto Sans SC"/>
                <a:ea typeface="Noto Sans SC"/>
                <a:cs typeface="Noto Sans SC"/>
              </a:defRPr>
            </a:lvl5pPr>
            <a:lvl6pPr algn="l">
              <a:defRPr sz="1275" b="0">
                <a:solidFill>
                  <a:srgbClr val="5F7078"/>
                </a:solidFill>
                <a:latin typeface="Noto Sans SC"/>
                <a:ea typeface="Noto Sans SC"/>
                <a:cs typeface="Noto Sans SC"/>
              </a:defRPr>
            </a:lvl6pPr>
            <a:lvl7pPr algn="l">
              <a:defRPr sz="1275" b="0">
                <a:solidFill>
                  <a:srgbClr val="5F7078"/>
                </a:solidFill>
                <a:latin typeface="Noto Sans SC"/>
                <a:ea typeface="Noto Sans SC"/>
                <a:cs typeface="Noto Sans SC"/>
              </a:defRPr>
            </a:lvl7pPr>
            <a:lvl8pPr algn="l">
              <a:defRPr sz="1275" b="0">
                <a:solidFill>
                  <a:srgbClr val="5F7078"/>
                </a:solidFill>
                <a:latin typeface="Noto Sans SC"/>
                <a:ea typeface="Noto Sans SC"/>
                <a:cs typeface="Noto Sans SC"/>
              </a:defRPr>
            </a:lvl8pPr>
            <a:lvl9pPr algn="l">
              <a:defRPr sz="1275" b="0">
                <a:solidFill>
                  <a:srgbClr val="5F7078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l">
              <a:lnSpc>
                <a:spcPct val="100000"/>
              </a:lnSpc>
              <a:buNone/>
              <a:defRPr sz="1275" b="0">
                <a:solidFill>
                  <a:srgbClr val="5F7078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0">
                <a:solidFill>
                  <a:srgbClr val="5F7078"/>
                </a:solidFill>
                <a:latin typeface="Noto Sans SC"/>
                <a:ea typeface="Noto Sans SC"/>
                <a:cs typeface="Noto Sans SC"/>
              </a:rPr>
              <a:t>100 张 416×416 测试图；真实窗 1,058 个。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B80A5BB8-5666-4252-A7B7-77368FC050F5}"/>
              </a:ext>
            </a:extLst>
          </p:cNvPr>
          <p:cNvSpPr>
            <a:spLocks noGrp="1"/>
          </p:cNvSpPr>
          <p:nvPr/>
        </p:nvSpPr>
        <p:spPr>
          <a:xfrm>
            <a:off x="609600" y="6410325"/>
            <a:ext cx="10972800" cy="9525"/>
          </a:xfrm>
          <a:prstGeom prst="rect">
            <a:avLst/>
          </a:prstGeom>
          <a:solidFill>
            <a:srgbClr val="B8C8CC"/>
          </a:solidFill>
          <a:ln w="0">
            <a:noFill/>
            <a:prstDash val="solid"/>
          </a:ln>
        </p:spPr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C72B5262-CFBE-4DE7-99D9-F88BB3699971}"/>
              </a:ext>
            </a:extLst>
          </p:cNvPr>
          <p:cNvSpPr>
            <a:spLocks noGrp="1"/>
          </p:cNvSpPr>
          <p:nvPr/>
        </p:nvSpPr>
        <p:spPr>
          <a:xfrm>
            <a:off x="11163300" y="6515100"/>
            <a:ext cx="409575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r">
              <a:defRPr sz="1050" b="0">
                <a:solidFill>
                  <a:srgbClr val="567F8B"/>
                </a:solidFill>
                <a:latin typeface="Georgia"/>
                <a:ea typeface="Georgia"/>
                <a:cs typeface="Georgia"/>
              </a:defRPr>
            </a:defPPr>
            <a:lvl1pPr algn="r">
              <a:defRPr sz="1050" b="0">
                <a:solidFill>
                  <a:srgbClr val="567F8B"/>
                </a:solidFill>
                <a:latin typeface="Georgia"/>
                <a:ea typeface="Georgia"/>
                <a:cs typeface="Georgia"/>
              </a:defRPr>
            </a:lvl1pPr>
            <a:lvl2pPr algn="r">
              <a:defRPr sz="1050" b="0">
                <a:solidFill>
                  <a:srgbClr val="567F8B"/>
                </a:solidFill>
                <a:latin typeface="Georgia"/>
                <a:ea typeface="Georgia"/>
                <a:cs typeface="Georgia"/>
              </a:defRPr>
            </a:lvl2pPr>
            <a:lvl3pPr algn="r">
              <a:defRPr sz="1050" b="0">
                <a:solidFill>
                  <a:srgbClr val="567F8B"/>
                </a:solidFill>
                <a:latin typeface="Georgia"/>
                <a:ea typeface="Georgia"/>
                <a:cs typeface="Georgia"/>
              </a:defRPr>
            </a:lvl3pPr>
            <a:lvl4pPr algn="r">
              <a:defRPr sz="1050" b="0">
                <a:solidFill>
                  <a:srgbClr val="567F8B"/>
                </a:solidFill>
                <a:latin typeface="Georgia"/>
                <a:ea typeface="Georgia"/>
                <a:cs typeface="Georgia"/>
              </a:defRPr>
            </a:lvl4pPr>
            <a:lvl5pPr algn="r">
              <a:defRPr sz="1050" b="0">
                <a:solidFill>
                  <a:srgbClr val="567F8B"/>
                </a:solidFill>
                <a:latin typeface="Georgia"/>
                <a:ea typeface="Georgia"/>
                <a:cs typeface="Georgia"/>
              </a:defRPr>
            </a:lvl5pPr>
            <a:lvl6pPr algn="r">
              <a:defRPr sz="1050" b="0">
                <a:solidFill>
                  <a:srgbClr val="567F8B"/>
                </a:solidFill>
                <a:latin typeface="Georgia"/>
                <a:ea typeface="Georgia"/>
                <a:cs typeface="Georgia"/>
              </a:defRPr>
            </a:lvl6pPr>
            <a:lvl7pPr algn="r">
              <a:defRPr sz="1050" b="0">
                <a:solidFill>
                  <a:srgbClr val="567F8B"/>
                </a:solidFill>
                <a:latin typeface="Georgia"/>
                <a:ea typeface="Georgia"/>
                <a:cs typeface="Georgia"/>
              </a:defRPr>
            </a:lvl7pPr>
            <a:lvl8pPr algn="r">
              <a:defRPr sz="1050" b="0">
                <a:solidFill>
                  <a:srgbClr val="567F8B"/>
                </a:solidFill>
                <a:latin typeface="Georgia"/>
                <a:ea typeface="Georgia"/>
                <a:cs typeface="Georgia"/>
              </a:defRPr>
            </a:lvl8pPr>
            <a:lvl9pPr algn="r">
              <a:defRPr sz="1050" b="0">
                <a:solidFill>
                  <a:srgbClr val="567F8B"/>
                </a:solidFill>
                <a:latin typeface="Georgia"/>
                <a:ea typeface="Georgia"/>
                <a:cs typeface="Georgia"/>
              </a:defRPr>
            </a:lvl9pPr>
          </a:lstStyle>
          <a:p>
            <a:pPr algn="r">
              <a:lnSpc>
                <a:spcPct val="100000"/>
              </a:lnSpc>
              <a:buNone/>
              <a:defRPr sz="1050" b="0">
                <a:solidFill>
                  <a:srgbClr val="567F8B"/>
                </a:solidFill>
                <a:latin typeface="Georgia"/>
                <a:ea typeface="Georgia"/>
                <a:cs typeface="Georgia"/>
              </a:defRPr>
            </a:pPr>
            <a:r>
              <a:rPr lang="en-US" altLang="zh-CN" sz="1050" b="0">
                <a:solidFill>
                  <a:srgbClr val="567F8B"/>
                </a:solidFill>
                <a:latin typeface="Georgia"/>
                <a:ea typeface="Georgia"/>
                <a:cs typeface="Georgia"/>
              </a:rPr>
              <a:t>07</a:t>
            </a:r>
            <a:endParaRPr sz="1050" b="0">
              <a:solidFill>
                <a:srgbClr val="567F8B"/>
              </a:solidFill>
              <a:latin typeface="Georgia"/>
              <a:ea typeface="Georgia"/>
              <a:cs typeface="Georgia"/>
            </a:endParaRPr>
          </a:p>
        </p:txBody>
      </p:sp>
      <p:graphicFrame>
        <p:nvGraphicFramePr>
          <p:cNvPr id="7" name="表格 6">
            <a:extLst>
              <a:ext uri="{FF2B5EF4-FFF2-40B4-BE49-F238E27FC236}">
                <a16:creationId xmlns:a16="http://schemas.microsoft.com/office/drawing/2014/main" id="{0C5F7D20-4286-4A16-BD2C-CBD67120EECC}"/>
              </a:ext>
            </a:extLst>
          </p:cNvPr>
          <p:cNvGraphicFramePr/>
          <p:nvPr/>
        </p:nvGraphicFramePr>
        <p:xfrm>
          <a:off x="647700" y="2076450"/>
          <a:ext cx="10820400" cy="2381250"/>
        </p:xfrm>
        <a:graphic>
          <a:graphicData uri="http://schemas.openxmlformats.org/drawingml/2006/table">
            <a:tbl>
              <a:tblPr/>
              <a:tblGrid>
                <a:gridCol w="3124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001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049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430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55257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69545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595313"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26343C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模型</a:t>
                      </a:r>
                    </a:p>
                  </a:txBody>
                  <a:tcPr anchor="ctr">
                    <a:lnL w="5715">
                      <a:solidFill>
                        <a:srgbClr val="B8C8CC"/>
                      </a:solidFill>
                      <a:prstDash val="solid"/>
                    </a:lnL>
                    <a:lnR w="5715">
                      <a:solidFill>
                        <a:srgbClr val="B8C8CC"/>
                      </a:solidFill>
                      <a:prstDash val="solid"/>
                    </a:lnR>
                    <a:lnT w="5715">
                      <a:solidFill>
                        <a:srgbClr val="B8C8CC"/>
                      </a:solidFill>
                      <a:prstDash val="solid"/>
                    </a:lnT>
                    <a:lnB w="5715">
                      <a:solidFill>
                        <a:srgbClr val="B8C8CC"/>
                      </a:solidFill>
                      <a:prstDash val="solid"/>
                    </a:lnB>
                    <a:solidFill>
                      <a:srgbClr val="D7E5E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26343C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运行阈值</a:t>
                      </a:r>
                    </a:p>
                  </a:txBody>
                  <a:tcPr anchor="ctr">
                    <a:lnL w="5715" cap="flat" cmpd="sng" algn="ctr">
                      <a:solidFill>
                        <a:srgbClr val="B8C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B8C8CC"/>
                      </a:solidFill>
                      <a:prstDash val="solid"/>
                    </a:lnR>
                    <a:lnT w="5715">
                      <a:solidFill>
                        <a:srgbClr val="B8C8CC"/>
                      </a:solidFill>
                      <a:prstDash val="solid"/>
                    </a:lnT>
                    <a:lnB w="5715">
                      <a:solidFill>
                        <a:srgbClr val="B8C8CC"/>
                      </a:solidFill>
                      <a:prstDash val="solid"/>
                    </a:lnB>
                    <a:solidFill>
                      <a:srgbClr val="D7E5E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26343C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TP 找对</a:t>
                      </a:r>
                    </a:p>
                  </a:txBody>
                  <a:tcPr anchor="ctr">
                    <a:lnL w="5715" cap="flat" cmpd="sng" algn="ctr">
                      <a:solidFill>
                        <a:srgbClr val="B8C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B8C8CC"/>
                      </a:solidFill>
                      <a:prstDash val="solid"/>
                    </a:lnR>
                    <a:lnT w="5715">
                      <a:solidFill>
                        <a:srgbClr val="B8C8CC"/>
                      </a:solidFill>
                      <a:prstDash val="solid"/>
                    </a:lnT>
                    <a:lnB w="5715">
                      <a:solidFill>
                        <a:srgbClr val="B8C8CC"/>
                      </a:solidFill>
                      <a:prstDash val="solid"/>
                    </a:lnB>
                    <a:solidFill>
                      <a:srgbClr val="D7E5E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26343C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FP 误检</a:t>
                      </a:r>
                    </a:p>
                  </a:txBody>
                  <a:tcPr anchor="ctr">
                    <a:lnL w="5715" cap="flat" cmpd="sng" algn="ctr">
                      <a:solidFill>
                        <a:srgbClr val="B8C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B8C8CC"/>
                      </a:solidFill>
                      <a:prstDash val="solid"/>
                    </a:lnR>
                    <a:lnT w="5715">
                      <a:solidFill>
                        <a:srgbClr val="B8C8CC"/>
                      </a:solidFill>
                      <a:prstDash val="solid"/>
                    </a:lnT>
                    <a:lnB w="5715">
                      <a:solidFill>
                        <a:srgbClr val="B8C8CC"/>
                      </a:solidFill>
                      <a:prstDash val="solid"/>
                    </a:lnB>
                    <a:solidFill>
                      <a:srgbClr val="D7E5E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26343C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FN 漏检</a:t>
                      </a:r>
                    </a:p>
                  </a:txBody>
                  <a:tcPr anchor="ctr">
                    <a:lnL w="5715" cap="flat" cmpd="sng" algn="ctr">
                      <a:solidFill>
                        <a:srgbClr val="B8C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B8C8CC"/>
                      </a:solidFill>
                      <a:prstDash val="solid"/>
                    </a:lnR>
                    <a:lnT w="5715">
                      <a:solidFill>
                        <a:srgbClr val="B8C8CC"/>
                      </a:solidFill>
                      <a:prstDash val="solid"/>
                    </a:lnT>
                    <a:lnB w="5715">
                      <a:solidFill>
                        <a:srgbClr val="B8C8CC"/>
                      </a:solidFill>
                      <a:prstDash val="solid"/>
                    </a:lnB>
                    <a:solidFill>
                      <a:srgbClr val="D7E5E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26343C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召回率</a:t>
                      </a:r>
                    </a:p>
                  </a:txBody>
                  <a:tcPr anchor="ctr">
                    <a:lnL w="5715" cap="flat" cmpd="sng" algn="ctr">
                      <a:solidFill>
                        <a:srgbClr val="B8C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B8C8CC"/>
                      </a:solidFill>
                      <a:prstDash val="solid"/>
                    </a:lnR>
                    <a:lnT w="5715">
                      <a:solidFill>
                        <a:srgbClr val="B8C8CC"/>
                      </a:solidFill>
                      <a:prstDash val="solid"/>
                    </a:lnT>
                    <a:lnB w="5715">
                      <a:solidFill>
                        <a:srgbClr val="B8C8CC"/>
                      </a:solidFill>
                      <a:prstDash val="solid"/>
                    </a:lnB>
                    <a:solidFill>
                      <a:srgbClr val="D7E5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95313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26343C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Grounding DINO 1.6 Pro</a:t>
                      </a:r>
                    </a:p>
                  </a:txBody>
                  <a:tcPr anchor="ctr">
                    <a:lnL w="5715">
                      <a:solidFill>
                        <a:srgbClr val="B8C8CC"/>
                      </a:solidFill>
                      <a:prstDash val="solid"/>
                    </a:lnL>
                    <a:lnR w="5715">
                      <a:solidFill>
                        <a:srgbClr val="B8C8CC"/>
                      </a:solidFill>
                      <a:prstDash val="solid"/>
                    </a:lnR>
                    <a:lnT w="5715" cap="flat" cmpd="sng" algn="ctr">
                      <a:solidFill>
                        <a:srgbClr val="B8C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B8C8CC"/>
                      </a:solidFill>
                      <a:prstDash val="solid"/>
                    </a:lnB>
                    <a:solidFill>
                      <a:srgbClr val="E8EF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26343C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0.20</a:t>
                      </a:r>
                    </a:p>
                  </a:txBody>
                  <a:tcPr anchor="ctr">
                    <a:lnL w="5715" cap="flat" cmpd="sng" algn="ctr">
                      <a:solidFill>
                        <a:srgbClr val="B8C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B8C8CC"/>
                      </a:solidFill>
                      <a:prstDash val="solid"/>
                    </a:lnR>
                    <a:lnT w="5715" cap="flat" cmpd="sng" algn="ctr">
                      <a:solidFill>
                        <a:srgbClr val="B8C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B8C8CC"/>
                      </a:solidFill>
                      <a:prstDash val="solid"/>
                    </a:lnB>
                    <a:solidFill>
                      <a:srgbClr val="E8EF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26343C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848</a:t>
                      </a:r>
                    </a:p>
                  </a:txBody>
                  <a:tcPr anchor="ctr">
                    <a:lnL w="5715" cap="flat" cmpd="sng" algn="ctr">
                      <a:solidFill>
                        <a:srgbClr val="B8C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B8C8CC"/>
                      </a:solidFill>
                      <a:prstDash val="solid"/>
                    </a:lnR>
                    <a:lnT w="5715" cap="flat" cmpd="sng" algn="ctr">
                      <a:solidFill>
                        <a:srgbClr val="B8C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B8C8CC"/>
                      </a:solidFill>
                      <a:prstDash val="solid"/>
                    </a:lnB>
                    <a:solidFill>
                      <a:srgbClr val="E8EF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26343C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267</a:t>
                      </a:r>
                    </a:p>
                  </a:txBody>
                  <a:tcPr anchor="ctr">
                    <a:lnL w="5715" cap="flat" cmpd="sng" algn="ctr">
                      <a:solidFill>
                        <a:srgbClr val="B8C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B8C8CC"/>
                      </a:solidFill>
                      <a:prstDash val="solid"/>
                    </a:lnR>
                    <a:lnT w="5715" cap="flat" cmpd="sng" algn="ctr">
                      <a:solidFill>
                        <a:srgbClr val="B8C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B8C8CC"/>
                      </a:solidFill>
                      <a:prstDash val="solid"/>
                    </a:lnB>
                    <a:solidFill>
                      <a:srgbClr val="E8EF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26343C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210</a:t>
                      </a:r>
                    </a:p>
                  </a:txBody>
                  <a:tcPr anchor="ctr">
                    <a:lnL w="5715" cap="flat" cmpd="sng" algn="ctr">
                      <a:solidFill>
                        <a:srgbClr val="B8C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B8C8CC"/>
                      </a:solidFill>
                      <a:prstDash val="solid"/>
                    </a:lnR>
                    <a:lnT w="5715" cap="flat" cmpd="sng" algn="ctr">
                      <a:solidFill>
                        <a:srgbClr val="B8C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B8C8CC"/>
                      </a:solidFill>
                      <a:prstDash val="solid"/>
                    </a:lnB>
                    <a:solidFill>
                      <a:srgbClr val="E8EF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26343C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80.15%</a:t>
                      </a:r>
                    </a:p>
                  </a:txBody>
                  <a:tcPr anchor="ctr">
                    <a:lnL w="5715" cap="flat" cmpd="sng" algn="ctr">
                      <a:solidFill>
                        <a:srgbClr val="B8C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B8C8CC"/>
                      </a:solidFill>
                      <a:prstDash val="solid"/>
                    </a:lnR>
                    <a:lnT w="5715" cap="flat" cmpd="sng" algn="ctr">
                      <a:solidFill>
                        <a:srgbClr val="B8C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B8C8CC"/>
                      </a:solidFill>
                      <a:prstDash val="solid"/>
                    </a:lnB>
                    <a:solidFill>
                      <a:srgbClr val="E8EF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95313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26343C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YOLO11</a:t>
                      </a:r>
                    </a:p>
                  </a:txBody>
                  <a:tcPr anchor="ctr">
                    <a:lnL w="5715">
                      <a:solidFill>
                        <a:srgbClr val="B8C8CC"/>
                      </a:solidFill>
                      <a:prstDash val="solid"/>
                    </a:lnL>
                    <a:lnR w="5715">
                      <a:solidFill>
                        <a:srgbClr val="B8C8CC"/>
                      </a:solidFill>
                      <a:prstDash val="solid"/>
                    </a:lnR>
                    <a:lnT w="5715" cap="flat" cmpd="sng" algn="ctr">
                      <a:solidFill>
                        <a:srgbClr val="B8C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B8C8CC"/>
                      </a:solidFill>
                      <a:prstDash val="solid"/>
                    </a:lnB>
                    <a:solidFill>
                      <a:srgbClr val="F3F6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26343C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0.25</a:t>
                      </a:r>
                    </a:p>
                  </a:txBody>
                  <a:tcPr anchor="ctr">
                    <a:lnL w="5715" cap="flat" cmpd="sng" algn="ctr">
                      <a:solidFill>
                        <a:srgbClr val="B8C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B8C8CC"/>
                      </a:solidFill>
                      <a:prstDash val="solid"/>
                    </a:lnR>
                    <a:lnT w="5715" cap="flat" cmpd="sng" algn="ctr">
                      <a:solidFill>
                        <a:srgbClr val="B8C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B8C8CC"/>
                      </a:solidFill>
                      <a:prstDash val="solid"/>
                    </a:lnB>
                    <a:solidFill>
                      <a:srgbClr val="F3F6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26343C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411</a:t>
                      </a:r>
                    </a:p>
                  </a:txBody>
                  <a:tcPr anchor="ctr">
                    <a:lnL w="5715" cap="flat" cmpd="sng" algn="ctr">
                      <a:solidFill>
                        <a:srgbClr val="B8C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B8C8CC"/>
                      </a:solidFill>
                      <a:prstDash val="solid"/>
                    </a:lnR>
                    <a:lnT w="5715" cap="flat" cmpd="sng" algn="ctr">
                      <a:solidFill>
                        <a:srgbClr val="B8C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B8C8CC"/>
                      </a:solidFill>
                      <a:prstDash val="solid"/>
                    </a:lnB>
                    <a:solidFill>
                      <a:srgbClr val="F3F6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26343C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70</a:t>
                      </a:r>
                    </a:p>
                  </a:txBody>
                  <a:tcPr anchor="ctr">
                    <a:lnL w="5715" cap="flat" cmpd="sng" algn="ctr">
                      <a:solidFill>
                        <a:srgbClr val="B8C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B8C8CC"/>
                      </a:solidFill>
                      <a:prstDash val="solid"/>
                    </a:lnR>
                    <a:lnT w="5715" cap="flat" cmpd="sng" algn="ctr">
                      <a:solidFill>
                        <a:srgbClr val="B8C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B8C8CC"/>
                      </a:solidFill>
                      <a:prstDash val="solid"/>
                    </a:lnB>
                    <a:solidFill>
                      <a:srgbClr val="F3F6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26343C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647</a:t>
                      </a:r>
                    </a:p>
                  </a:txBody>
                  <a:tcPr anchor="ctr">
                    <a:lnL w="5715" cap="flat" cmpd="sng" algn="ctr">
                      <a:solidFill>
                        <a:srgbClr val="B8C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B8C8CC"/>
                      </a:solidFill>
                      <a:prstDash val="solid"/>
                    </a:lnR>
                    <a:lnT w="5715" cap="flat" cmpd="sng" algn="ctr">
                      <a:solidFill>
                        <a:srgbClr val="B8C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B8C8CC"/>
                      </a:solidFill>
                      <a:prstDash val="solid"/>
                    </a:lnB>
                    <a:solidFill>
                      <a:srgbClr val="F3F6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26343C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38.85%</a:t>
                      </a:r>
                    </a:p>
                  </a:txBody>
                  <a:tcPr anchor="ctr">
                    <a:lnL w="5715" cap="flat" cmpd="sng" algn="ctr">
                      <a:solidFill>
                        <a:srgbClr val="B8C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B8C8CC"/>
                      </a:solidFill>
                      <a:prstDash val="solid"/>
                    </a:lnR>
                    <a:lnT w="5715" cap="flat" cmpd="sng" algn="ctr">
                      <a:solidFill>
                        <a:srgbClr val="B8C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B8C8CC"/>
                      </a:solidFill>
                      <a:prstDash val="solid"/>
                    </a:lnB>
                    <a:solidFill>
                      <a:srgbClr val="F3F6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95313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26343C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YOLOv3</a:t>
                      </a:r>
                    </a:p>
                  </a:txBody>
                  <a:tcPr anchor="ctr">
                    <a:lnL w="5715">
                      <a:solidFill>
                        <a:srgbClr val="B8C8CC"/>
                      </a:solidFill>
                      <a:prstDash val="solid"/>
                    </a:lnL>
                    <a:lnR w="5715">
                      <a:solidFill>
                        <a:srgbClr val="B8C8CC"/>
                      </a:solidFill>
                      <a:prstDash val="solid"/>
                    </a:lnR>
                    <a:lnT w="5715" cap="flat" cmpd="sng" algn="ctr">
                      <a:solidFill>
                        <a:srgbClr val="B8C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B8C8CC"/>
                      </a:solidFill>
                      <a:prstDash val="solid"/>
                    </a:lnB>
                    <a:solidFill>
                      <a:srgbClr val="E8EF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26343C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0.25</a:t>
                      </a:r>
                    </a:p>
                  </a:txBody>
                  <a:tcPr anchor="ctr">
                    <a:lnL w="5715" cap="flat" cmpd="sng" algn="ctr">
                      <a:solidFill>
                        <a:srgbClr val="B8C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B8C8CC"/>
                      </a:solidFill>
                      <a:prstDash val="solid"/>
                    </a:lnR>
                    <a:lnT w="5715" cap="flat" cmpd="sng" algn="ctr">
                      <a:solidFill>
                        <a:srgbClr val="B8C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B8C8CC"/>
                      </a:solidFill>
                      <a:prstDash val="solid"/>
                    </a:lnB>
                    <a:solidFill>
                      <a:srgbClr val="E8EF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26343C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28</a:t>
                      </a:r>
                    </a:p>
                  </a:txBody>
                  <a:tcPr anchor="ctr">
                    <a:lnL w="5715" cap="flat" cmpd="sng" algn="ctr">
                      <a:solidFill>
                        <a:srgbClr val="B8C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B8C8CC"/>
                      </a:solidFill>
                      <a:prstDash val="solid"/>
                    </a:lnR>
                    <a:lnT w="5715" cap="flat" cmpd="sng" algn="ctr">
                      <a:solidFill>
                        <a:srgbClr val="B8C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B8C8CC"/>
                      </a:solidFill>
                      <a:prstDash val="solid"/>
                    </a:lnB>
                    <a:solidFill>
                      <a:srgbClr val="E8EF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26343C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0</a:t>
                      </a:r>
                    </a:p>
                  </a:txBody>
                  <a:tcPr anchor="ctr">
                    <a:lnL w="5715" cap="flat" cmpd="sng" algn="ctr">
                      <a:solidFill>
                        <a:srgbClr val="B8C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B8C8CC"/>
                      </a:solidFill>
                      <a:prstDash val="solid"/>
                    </a:lnR>
                    <a:lnT w="5715" cap="flat" cmpd="sng" algn="ctr">
                      <a:solidFill>
                        <a:srgbClr val="B8C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B8C8CC"/>
                      </a:solidFill>
                      <a:prstDash val="solid"/>
                    </a:lnB>
                    <a:solidFill>
                      <a:srgbClr val="E8EF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26343C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1,030</a:t>
                      </a:r>
                    </a:p>
                  </a:txBody>
                  <a:tcPr anchor="ctr">
                    <a:lnL w="5715" cap="flat" cmpd="sng" algn="ctr">
                      <a:solidFill>
                        <a:srgbClr val="B8C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B8C8CC"/>
                      </a:solidFill>
                      <a:prstDash val="solid"/>
                    </a:lnR>
                    <a:lnT w="5715" cap="flat" cmpd="sng" algn="ctr">
                      <a:solidFill>
                        <a:srgbClr val="B8C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B8C8CC"/>
                      </a:solidFill>
                      <a:prstDash val="solid"/>
                    </a:lnB>
                    <a:solidFill>
                      <a:srgbClr val="E8EF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26343C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2.65%</a:t>
                      </a:r>
                    </a:p>
                  </a:txBody>
                  <a:tcPr anchor="ctr">
                    <a:lnL w="5715" cap="flat" cmpd="sng" algn="ctr">
                      <a:solidFill>
                        <a:srgbClr val="B8C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B8C8CC"/>
                      </a:solidFill>
                      <a:prstDash val="solid"/>
                    </a:lnR>
                    <a:lnT w="5715" cap="flat" cmpd="sng" algn="ctr">
                      <a:solidFill>
                        <a:srgbClr val="B8C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B8C8CC"/>
                      </a:solidFill>
                      <a:prstDash val="solid"/>
                    </a:lnB>
                    <a:solidFill>
                      <a:srgbClr val="E8EF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8" name="矩形 7">
            <a:extLst>
              <a:ext uri="{FF2B5EF4-FFF2-40B4-BE49-F238E27FC236}">
                <a16:creationId xmlns:a16="http://schemas.microsoft.com/office/drawing/2014/main" id="{099855A4-9EA3-4597-A4D7-59B2721740B0}"/>
              </a:ext>
            </a:extLst>
          </p:cNvPr>
          <p:cNvSpPr>
            <a:spLocks noGrp="1"/>
          </p:cNvSpPr>
          <p:nvPr/>
        </p:nvSpPr>
        <p:spPr>
          <a:xfrm>
            <a:off x="685800" y="4686300"/>
            <a:ext cx="1047750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500" b="0">
                <a:solidFill>
                  <a:srgbClr val="26343C"/>
                </a:solidFill>
                <a:latin typeface="Noto Sans SC"/>
                <a:ea typeface="Noto Sans SC"/>
                <a:cs typeface="Noto Sans SC"/>
              </a:defRPr>
            </a:defPPr>
            <a:lvl1pPr algn="l">
              <a:defRPr sz="1500" b="0">
                <a:solidFill>
                  <a:srgbClr val="26343C"/>
                </a:solidFill>
                <a:latin typeface="Noto Sans SC"/>
                <a:ea typeface="Noto Sans SC"/>
                <a:cs typeface="Noto Sans SC"/>
              </a:defRPr>
            </a:lvl1pPr>
            <a:lvl2pPr algn="l">
              <a:defRPr sz="1500" b="0">
                <a:solidFill>
                  <a:srgbClr val="26343C"/>
                </a:solidFill>
                <a:latin typeface="Noto Sans SC"/>
                <a:ea typeface="Noto Sans SC"/>
                <a:cs typeface="Noto Sans SC"/>
              </a:defRPr>
            </a:lvl2pPr>
            <a:lvl3pPr algn="l">
              <a:defRPr sz="1500" b="0">
                <a:solidFill>
                  <a:srgbClr val="26343C"/>
                </a:solidFill>
                <a:latin typeface="Noto Sans SC"/>
                <a:ea typeface="Noto Sans SC"/>
                <a:cs typeface="Noto Sans SC"/>
              </a:defRPr>
            </a:lvl3pPr>
            <a:lvl4pPr algn="l">
              <a:defRPr sz="1500" b="0">
                <a:solidFill>
                  <a:srgbClr val="26343C"/>
                </a:solidFill>
                <a:latin typeface="Noto Sans SC"/>
                <a:ea typeface="Noto Sans SC"/>
                <a:cs typeface="Noto Sans SC"/>
              </a:defRPr>
            </a:lvl4pPr>
            <a:lvl5pPr algn="l">
              <a:defRPr sz="1500" b="0">
                <a:solidFill>
                  <a:srgbClr val="26343C"/>
                </a:solidFill>
                <a:latin typeface="Noto Sans SC"/>
                <a:ea typeface="Noto Sans SC"/>
                <a:cs typeface="Noto Sans SC"/>
              </a:defRPr>
            </a:lvl5pPr>
            <a:lvl6pPr algn="l">
              <a:defRPr sz="1500" b="0">
                <a:solidFill>
                  <a:srgbClr val="26343C"/>
                </a:solidFill>
                <a:latin typeface="Noto Sans SC"/>
                <a:ea typeface="Noto Sans SC"/>
                <a:cs typeface="Noto Sans SC"/>
              </a:defRPr>
            </a:lvl6pPr>
            <a:lvl7pPr algn="l">
              <a:defRPr sz="1500" b="0">
                <a:solidFill>
                  <a:srgbClr val="26343C"/>
                </a:solidFill>
                <a:latin typeface="Noto Sans SC"/>
                <a:ea typeface="Noto Sans SC"/>
                <a:cs typeface="Noto Sans SC"/>
              </a:defRPr>
            </a:lvl7pPr>
            <a:lvl8pPr algn="l">
              <a:defRPr sz="1500" b="0">
                <a:solidFill>
                  <a:srgbClr val="26343C"/>
                </a:solidFill>
                <a:latin typeface="Noto Sans SC"/>
                <a:ea typeface="Noto Sans SC"/>
                <a:cs typeface="Noto Sans SC"/>
              </a:defRPr>
            </a:lvl8pPr>
            <a:lvl9pPr algn="l">
              <a:defRPr sz="1500" b="0">
                <a:solidFill>
                  <a:srgbClr val="26343C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l">
              <a:lnSpc>
                <a:spcPct val="100000"/>
              </a:lnSpc>
              <a:buNone/>
              <a:defRPr sz="1500" b="0">
                <a:solidFill>
                  <a:srgbClr val="26343C"/>
                </a:solidFill>
                <a:latin typeface="Noto Sans SC"/>
                <a:ea typeface="Noto Sans SC"/>
                <a:cs typeface="Noto Sans SC"/>
              </a:defRPr>
            </a:pPr>
            <a:r>
              <a:rPr sz="1500" b="0">
                <a:solidFill>
                  <a:srgbClr val="26343C"/>
                </a:solidFill>
                <a:latin typeface="Noto Sans SC"/>
                <a:ea typeface="Noto Sans SC"/>
                <a:cs typeface="Noto Sans SC"/>
              </a:rPr>
              <a:t>FP = False Positive（误检）：模型报出窗框，评估时却未匹配到真实窗。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02633464-B46B-4623-82AB-C087607EA71B}"/>
              </a:ext>
            </a:extLst>
          </p:cNvPr>
          <p:cNvSpPr>
            <a:spLocks noGrp="1"/>
          </p:cNvSpPr>
          <p:nvPr/>
        </p:nvSpPr>
        <p:spPr>
          <a:xfrm>
            <a:off x="685800" y="5219700"/>
            <a:ext cx="10572750" cy="4095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725" b="1">
                <a:solidFill>
                  <a:srgbClr val="567F8B"/>
                </a:solidFill>
                <a:latin typeface="Noto Sans SC"/>
                <a:ea typeface="Noto Sans SC"/>
                <a:cs typeface="Noto Sans SC"/>
              </a:defRPr>
            </a:defPPr>
            <a:lvl1pPr algn="l">
              <a:defRPr sz="1725" b="1">
                <a:solidFill>
                  <a:srgbClr val="567F8B"/>
                </a:solidFill>
                <a:latin typeface="Noto Sans SC"/>
                <a:ea typeface="Noto Sans SC"/>
                <a:cs typeface="Noto Sans SC"/>
              </a:defRPr>
            </a:lvl1pPr>
            <a:lvl2pPr algn="l">
              <a:defRPr sz="1725" b="1">
                <a:solidFill>
                  <a:srgbClr val="567F8B"/>
                </a:solidFill>
                <a:latin typeface="Noto Sans SC"/>
                <a:ea typeface="Noto Sans SC"/>
                <a:cs typeface="Noto Sans SC"/>
              </a:defRPr>
            </a:lvl2pPr>
            <a:lvl3pPr algn="l">
              <a:defRPr sz="1725" b="1">
                <a:solidFill>
                  <a:srgbClr val="567F8B"/>
                </a:solidFill>
                <a:latin typeface="Noto Sans SC"/>
                <a:ea typeface="Noto Sans SC"/>
                <a:cs typeface="Noto Sans SC"/>
              </a:defRPr>
            </a:lvl3pPr>
            <a:lvl4pPr algn="l">
              <a:defRPr sz="1725" b="1">
                <a:solidFill>
                  <a:srgbClr val="567F8B"/>
                </a:solidFill>
                <a:latin typeface="Noto Sans SC"/>
                <a:ea typeface="Noto Sans SC"/>
                <a:cs typeface="Noto Sans SC"/>
              </a:defRPr>
            </a:lvl4pPr>
            <a:lvl5pPr algn="l">
              <a:defRPr sz="1725" b="1">
                <a:solidFill>
                  <a:srgbClr val="567F8B"/>
                </a:solidFill>
                <a:latin typeface="Noto Sans SC"/>
                <a:ea typeface="Noto Sans SC"/>
                <a:cs typeface="Noto Sans SC"/>
              </a:defRPr>
            </a:lvl5pPr>
            <a:lvl6pPr algn="l">
              <a:defRPr sz="1725" b="1">
                <a:solidFill>
                  <a:srgbClr val="567F8B"/>
                </a:solidFill>
                <a:latin typeface="Noto Sans SC"/>
                <a:ea typeface="Noto Sans SC"/>
                <a:cs typeface="Noto Sans SC"/>
              </a:defRPr>
            </a:lvl6pPr>
            <a:lvl7pPr algn="l">
              <a:defRPr sz="1725" b="1">
                <a:solidFill>
                  <a:srgbClr val="567F8B"/>
                </a:solidFill>
                <a:latin typeface="Noto Sans SC"/>
                <a:ea typeface="Noto Sans SC"/>
                <a:cs typeface="Noto Sans SC"/>
              </a:defRPr>
            </a:lvl7pPr>
            <a:lvl8pPr algn="l">
              <a:defRPr sz="1725" b="1">
                <a:solidFill>
                  <a:srgbClr val="567F8B"/>
                </a:solidFill>
                <a:latin typeface="Noto Sans SC"/>
                <a:ea typeface="Noto Sans SC"/>
                <a:cs typeface="Noto Sans SC"/>
              </a:defRPr>
            </a:lvl8pPr>
            <a:lvl9pPr algn="l">
              <a:defRPr sz="1725" b="1">
                <a:solidFill>
                  <a:srgbClr val="567F8B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l">
              <a:lnSpc>
                <a:spcPct val="100000"/>
              </a:lnSpc>
              <a:buNone/>
              <a:defRPr sz="1725" b="1">
                <a:solidFill>
                  <a:srgbClr val="567F8B"/>
                </a:solidFill>
                <a:latin typeface="Noto Sans SC"/>
                <a:ea typeface="Noto Sans SC"/>
                <a:cs typeface="Noto Sans SC"/>
              </a:defRPr>
            </a:pPr>
            <a:r>
              <a:rPr sz="1725" b="1">
                <a:solidFill>
                  <a:srgbClr val="567F8B"/>
                </a:solidFill>
                <a:latin typeface="Noto Sans SC"/>
                <a:ea typeface="Noto Sans SC"/>
                <a:cs typeface="Noto Sans SC"/>
              </a:rPr>
              <a:t>判断：不把 YOLO“未检出”当作删除 DINO 窗框的条件。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032BDD09-A274-47A6-BFD7-78E5E59D6493}"/>
              </a:ext>
            </a:extLst>
          </p:cNvPr>
          <p:cNvSpPr>
            <a:spLocks noGrp="1"/>
          </p:cNvSpPr>
          <p:nvPr/>
        </p:nvSpPr>
        <p:spPr>
          <a:xfrm>
            <a:off x="685800" y="5695950"/>
            <a:ext cx="10572750" cy="4095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425" b="0">
                <a:solidFill>
                  <a:srgbClr val="9C6759"/>
                </a:solidFill>
                <a:latin typeface="Noto Sans SC"/>
                <a:ea typeface="Noto Sans SC"/>
                <a:cs typeface="Noto Sans SC"/>
              </a:defRPr>
            </a:defPPr>
            <a:lvl1pPr algn="l">
              <a:defRPr sz="1425" b="0">
                <a:solidFill>
                  <a:srgbClr val="9C6759"/>
                </a:solidFill>
                <a:latin typeface="Noto Sans SC"/>
                <a:ea typeface="Noto Sans SC"/>
                <a:cs typeface="Noto Sans SC"/>
              </a:defRPr>
            </a:lvl1pPr>
            <a:lvl2pPr algn="l">
              <a:defRPr sz="1425" b="0">
                <a:solidFill>
                  <a:srgbClr val="9C6759"/>
                </a:solidFill>
                <a:latin typeface="Noto Sans SC"/>
                <a:ea typeface="Noto Sans SC"/>
                <a:cs typeface="Noto Sans SC"/>
              </a:defRPr>
            </a:lvl2pPr>
            <a:lvl3pPr algn="l">
              <a:defRPr sz="1425" b="0">
                <a:solidFill>
                  <a:srgbClr val="9C6759"/>
                </a:solidFill>
                <a:latin typeface="Noto Sans SC"/>
                <a:ea typeface="Noto Sans SC"/>
                <a:cs typeface="Noto Sans SC"/>
              </a:defRPr>
            </a:lvl3pPr>
            <a:lvl4pPr algn="l">
              <a:defRPr sz="1425" b="0">
                <a:solidFill>
                  <a:srgbClr val="9C6759"/>
                </a:solidFill>
                <a:latin typeface="Noto Sans SC"/>
                <a:ea typeface="Noto Sans SC"/>
                <a:cs typeface="Noto Sans SC"/>
              </a:defRPr>
            </a:lvl4pPr>
            <a:lvl5pPr algn="l">
              <a:defRPr sz="1425" b="0">
                <a:solidFill>
                  <a:srgbClr val="9C6759"/>
                </a:solidFill>
                <a:latin typeface="Noto Sans SC"/>
                <a:ea typeface="Noto Sans SC"/>
                <a:cs typeface="Noto Sans SC"/>
              </a:defRPr>
            </a:lvl5pPr>
            <a:lvl6pPr algn="l">
              <a:defRPr sz="1425" b="0">
                <a:solidFill>
                  <a:srgbClr val="9C6759"/>
                </a:solidFill>
                <a:latin typeface="Noto Sans SC"/>
                <a:ea typeface="Noto Sans SC"/>
                <a:cs typeface="Noto Sans SC"/>
              </a:defRPr>
            </a:lvl6pPr>
            <a:lvl7pPr algn="l">
              <a:defRPr sz="1425" b="0">
                <a:solidFill>
                  <a:srgbClr val="9C6759"/>
                </a:solidFill>
                <a:latin typeface="Noto Sans SC"/>
                <a:ea typeface="Noto Sans SC"/>
                <a:cs typeface="Noto Sans SC"/>
              </a:defRPr>
            </a:lvl7pPr>
            <a:lvl8pPr algn="l">
              <a:defRPr sz="1425" b="0">
                <a:solidFill>
                  <a:srgbClr val="9C6759"/>
                </a:solidFill>
                <a:latin typeface="Noto Sans SC"/>
                <a:ea typeface="Noto Sans SC"/>
                <a:cs typeface="Noto Sans SC"/>
              </a:defRPr>
            </a:lvl8pPr>
            <a:lvl9pPr algn="l">
              <a:defRPr sz="1425" b="0">
                <a:solidFill>
                  <a:srgbClr val="9C6759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l">
              <a:lnSpc>
                <a:spcPct val="100000"/>
              </a:lnSpc>
              <a:buNone/>
              <a:defRPr sz="1425" b="0">
                <a:solidFill>
                  <a:srgbClr val="9C6759"/>
                </a:solidFill>
                <a:latin typeface="Noto Sans SC"/>
                <a:ea typeface="Noto Sans SC"/>
                <a:cs typeface="Noto Sans SC"/>
              </a:defRPr>
            </a:pPr>
            <a:r>
              <a:rPr sz="1425" b="0">
                <a:solidFill>
                  <a:srgbClr val="9C6759"/>
                </a:solidFill>
                <a:latin typeface="Noto Sans SC"/>
                <a:ea typeface="Noto Sans SC"/>
                <a:cs typeface="Noto Sans SC"/>
              </a:rPr>
              <a:t>YOLO11 漏检 647 个真实窗，YOLOv3 漏检 1,030 个；直接过滤会错删大量真窗。</a:t>
            </a:r>
          </a:p>
        </p:txBody>
      </p:sp>
    </p:spTree>
    <p:extLst>
      <p:ext uri="{BB962C8B-B14F-4D97-AF65-F5344CB8AC3E}">
        <p14:creationId xmlns:p14="http://schemas.microsoft.com/office/powerpoint/2010/main" val="58979673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矩形 25">
            <a:extLst>
              <a:ext uri="{FF2B5EF4-FFF2-40B4-BE49-F238E27FC236}">
                <a16:creationId xmlns:a16="http://schemas.microsoft.com/office/drawing/2014/main" id="{9D37C827-D37A-49F0-8977-6802D1032258}"/>
              </a:ext>
            </a:extLst>
          </p:cNvPr>
          <p:cNvSpPr>
            <a:spLocks noGrp="1"/>
          </p:cNvSpPr>
          <p:nvPr/>
        </p:nvSpPr>
        <p:spPr>
          <a:xfrm>
            <a:off x="361950" y="219075"/>
            <a:ext cx="10382250" cy="2952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725" b="1">
                <a:solidFill>
                  <a:srgbClr val="26343C"/>
                </a:solidFill>
                <a:latin typeface="Noto Sans SC"/>
                <a:ea typeface="Noto Sans SC"/>
                <a:cs typeface="Noto Sans SC"/>
              </a:defRPr>
            </a:defPPr>
            <a:lvl1pPr algn="l">
              <a:defRPr sz="1725" b="1">
                <a:solidFill>
                  <a:srgbClr val="26343C"/>
                </a:solidFill>
                <a:latin typeface="Noto Sans SC"/>
                <a:ea typeface="Noto Sans SC"/>
                <a:cs typeface="Noto Sans SC"/>
              </a:defRPr>
            </a:lvl1pPr>
            <a:lvl2pPr algn="l">
              <a:defRPr sz="1725" b="1">
                <a:solidFill>
                  <a:srgbClr val="26343C"/>
                </a:solidFill>
                <a:latin typeface="Noto Sans SC"/>
                <a:ea typeface="Noto Sans SC"/>
                <a:cs typeface="Noto Sans SC"/>
              </a:defRPr>
            </a:lvl2pPr>
            <a:lvl3pPr algn="l">
              <a:defRPr sz="1725" b="1">
                <a:solidFill>
                  <a:srgbClr val="26343C"/>
                </a:solidFill>
                <a:latin typeface="Noto Sans SC"/>
                <a:ea typeface="Noto Sans SC"/>
                <a:cs typeface="Noto Sans SC"/>
              </a:defRPr>
            </a:lvl3pPr>
            <a:lvl4pPr algn="l">
              <a:defRPr sz="1725" b="1">
                <a:solidFill>
                  <a:srgbClr val="26343C"/>
                </a:solidFill>
                <a:latin typeface="Noto Sans SC"/>
                <a:ea typeface="Noto Sans SC"/>
                <a:cs typeface="Noto Sans SC"/>
              </a:defRPr>
            </a:lvl4pPr>
            <a:lvl5pPr algn="l">
              <a:defRPr sz="1725" b="1">
                <a:solidFill>
                  <a:srgbClr val="26343C"/>
                </a:solidFill>
                <a:latin typeface="Noto Sans SC"/>
                <a:ea typeface="Noto Sans SC"/>
                <a:cs typeface="Noto Sans SC"/>
              </a:defRPr>
            </a:lvl5pPr>
            <a:lvl6pPr algn="l">
              <a:defRPr sz="1725" b="1">
                <a:solidFill>
                  <a:srgbClr val="26343C"/>
                </a:solidFill>
                <a:latin typeface="Noto Sans SC"/>
                <a:ea typeface="Noto Sans SC"/>
                <a:cs typeface="Noto Sans SC"/>
              </a:defRPr>
            </a:lvl6pPr>
            <a:lvl7pPr algn="l">
              <a:defRPr sz="1725" b="1">
                <a:solidFill>
                  <a:srgbClr val="26343C"/>
                </a:solidFill>
                <a:latin typeface="Noto Sans SC"/>
                <a:ea typeface="Noto Sans SC"/>
                <a:cs typeface="Noto Sans SC"/>
              </a:defRPr>
            </a:lvl7pPr>
            <a:lvl8pPr algn="l">
              <a:defRPr sz="1725" b="1">
                <a:solidFill>
                  <a:srgbClr val="26343C"/>
                </a:solidFill>
                <a:latin typeface="Noto Sans SC"/>
                <a:ea typeface="Noto Sans SC"/>
                <a:cs typeface="Noto Sans SC"/>
              </a:defRPr>
            </a:lvl8pPr>
            <a:lvl9pPr algn="l">
              <a:defRPr sz="1725" b="1">
                <a:solidFill>
                  <a:srgbClr val="26343C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l">
              <a:lnSpc>
                <a:spcPct val="100000"/>
              </a:lnSpc>
              <a:buNone/>
              <a:defRPr sz="1725" b="1">
                <a:solidFill>
                  <a:srgbClr val="26343C"/>
                </a:solidFill>
                <a:latin typeface="Noto Sans SC"/>
                <a:ea typeface="Noto Sans SC"/>
                <a:cs typeface="Noto Sans SC"/>
              </a:defRPr>
            </a:pPr>
            <a:r>
              <a:rPr sz="1725" b="1">
                <a:solidFill>
                  <a:srgbClr val="26343C"/>
                </a:solidFill>
                <a:latin typeface="Noto Sans SC"/>
                <a:ea typeface="Noto Sans SC"/>
                <a:cs typeface="Noto Sans SC"/>
              </a:rPr>
              <a:t>06  /  LoD3 预实验方法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E377F800-5F06-4A81-9709-3403CE79C518}"/>
              </a:ext>
            </a:extLst>
          </p:cNvPr>
          <p:cNvSpPr>
            <a:spLocks noGrp="1"/>
          </p:cNvSpPr>
          <p:nvPr/>
        </p:nvSpPr>
        <p:spPr>
          <a:xfrm>
            <a:off x="361950" y="609600"/>
            <a:ext cx="11468100" cy="66675"/>
          </a:xfrm>
          <a:prstGeom prst="rect">
            <a:avLst/>
          </a:prstGeom>
          <a:solidFill>
            <a:srgbClr val="A9BCC2"/>
          </a:solidFill>
          <a:ln w="0">
            <a:noFill/>
            <a:prstDash val="solid"/>
          </a:ln>
        </p:spPr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856E9237-D475-452C-9C9E-EE58BBB83054}"/>
              </a:ext>
            </a:extLst>
          </p:cNvPr>
          <p:cNvSpPr>
            <a:spLocks noGrp="1"/>
          </p:cNvSpPr>
          <p:nvPr/>
        </p:nvSpPr>
        <p:spPr>
          <a:xfrm>
            <a:off x="609600" y="866775"/>
            <a:ext cx="10972800" cy="5429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775" b="1">
                <a:solidFill>
                  <a:srgbClr val="26343C"/>
                </a:solidFill>
                <a:latin typeface="Noto Sans SC"/>
                <a:ea typeface="Noto Sans SC"/>
                <a:cs typeface="Noto Sans SC"/>
              </a:defRPr>
            </a:defPPr>
            <a:lvl1pPr algn="l">
              <a:defRPr sz="2775" b="1">
                <a:solidFill>
                  <a:srgbClr val="26343C"/>
                </a:solidFill>
                <a:latin typeface="Noto Sans SC"/>
                <a:ea typeface="Noto Sans SC"/>
                <a:cs typeface="Noto Sans SC"/>
              </a:defRPr>
            </a:lvl1pPr>
            <a:lvl2pPr algn="l">
              <a:defRPr sz="2775" b="1">
                <a:solidFill>
                  <a:srgbClr val="26343C"/>
                </a:solidFill>
                <a:latin typeface="Noto Sans SC"/>
                <a:ea typeface="Noto Sans SC"/>
                <a:cs typeface="Noto Sans SC"/>
              </a:defRPr>
            </a:lvl2pPr>
            <a:lvl3pPr algn="l">
              <a:defRPr sz="2775" b="1">
                <a:solidFill>
                  <a:srgbClr val="26343C"/>
                </a:solidFill>
                <a:latin typeface="Noto Sans SC"/>
                <a:ea typeface="Noto Sans SC"/>
                <a:cs typeface="Noto Sans SC"/>
              </a:defRPr>
            </a:lvl3pPr>
            <a:lvl4pPr algn="l">
              <a:defRPr sz="2775" b="1">
                <a:solidFill>
                  <a:srgbClr val="26343C"/>
                </a:solidFill>
                <a:latin typeface="Noto Sans SC"/>
                <a:ea typeface="Noto Sans SC"/>
                <a:cs typeface="Noto Sans SC"/>
              </a:defRPr>
            </a:lvl4pPr>
            <a:lvl5pPr algn="l">
              <a:defRPr sz="2775" b="1">
                <a:solidFill>
                  <a:srgbClr val="26343C"/>
                </a:solidFill>
                <a:latin typeface="Noto Sans SC"/>
                <a:ea typeface="Noto Sans SC"/>
                <a:cs typeface="Noto Sans SC"/>
              </a:defRPr>
            </a:lvl5pPr>
            <a:lvl6pPr algn="l">
              <a:defRPr sz="2775" b="1">
                <a:solidFill>
                  <a:srgbClr val="26343C"/>
                </a:solidFill>
                <a:latin typeface="Noto Sans SC"/>
                <a:ea typeface="Noto Sans SC"/>
                <a:cs typeface="Noto Sans SC"/>
              </a:defRPr>
            </a:lvl6pPr>
            <a:lvl7pPr algn="l">
              <a:defRPr sz="2775" b="1">
                <a:solidFill>
                  <a:srgbClr val="26343C"/>
                </a:solidFill>
                <a:latin typeface="Noto Sans SC"/>
                <a:ea typeface="Noto Sans SC"/>
                <a:cs typeface="Noto Sans SC"/>
              </a:defRPr>
            </a:lvl7pPr>
            <a:lvl8pPr algn="l">
              <a:defRPr sz="2775" b="1">
                <a:solidFill>
                  <a:srgbClr val="26343C"/>
                </a:solidFill>
                <a:latin typeface="Noto Sans SC"/>
                <a:ea typeface="Noto Sans SC"/>
                <a:cs typeface="Noto Sans SC"/>
              </a:defRPr>
            </a:lvl8pPr>
            <a:lvl9pPr algn="l">
              <a:defRPr sz="2775" b="1">
                <a:solidFill>
                  <a:srgbClr val="26343C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l">
              <a:lnSpc>
                <a:spcPct val="100000"/>
              </a:lnSpc>
              <a:buNone/>
              <a:defRPr sz="2775" b="1">
                <a:solidFill>
                  <a:srgbClr val="26343C"/>
                </a:solidFill>
                <a:latin typeface="Noto Sans SC"/>
                <a:ea typeface="Noto Sans SC"/>
                <a:cs typeface="Noto Sans SC"/>
              </a:defRPr>
            </a:pPr>
            <a:r>
              <a:rPr sz="2775" b="1">
                <a:solidFill>
                  <a:srgbClr val="26343C"/>
                </a:solidFill>
                <a:latin typeface="Noto Sans SC"/>
                <a:ea typeface="Noto Sans SC"/>
                <a:cs typeface="Noto Sans SC"/>
              </a:rPr>
              <a:t>从照片检测框到 LoD3 墙面位置预览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CBA2638D-70E1-41C3-A79E-14CBC5E9CEFD}"/>
              </a:ext>
            </a:extLst>
          </p:cNvPr>
          <p:cNvSpPr>
            <a:spLocks noGrp="1"/>
          </p:cNvSpPr>
          <p:nvPr/>
        </p:nvSpPr>
        <p:spPr>
          <a:xfrm>
            <a:off x="628650" y="1438275"/>
            <a:ext cx="108966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275" b="0">
                <a:solidFill>
                  <a:srgbClr val="5F7078"/>
                </a:solidFill>
                <a:latin typeface="Noto Sans SC"/>
                <a:ea typeface="Noto Sans SC"/>
                <a:cs typeface="Noto Sans SC"/>
              </a:defRPr>
            </a:defPPr>
            <a:lvl1pPr algn="l">
              <a:defRPr sz="1275" b="0">
                <a:solidFill>
                  <a:srgbClr val="5F7078"/>
                </a:solidFill>
                <a:latin typeface="Noto Sans SC"/>
                <a:ea typeface="Noto Sans SC"/>
                <a:cs typeface="Noto Sans SC"/>
              </a:defRPr>
            </a:lvl1pPr>
            <a:lvl2pPr algn="l">
              <a:defRPr sz="1275" b="0">
                <a:solidFill>
                  <a:srgbClr val="5F7078"/>
                </a:solidFill>
                <a:latin typeface="Noto Sans SC"/>
                <a:ea typeface="Noto Sans SC"/>
                <a:cs typeface="Noto Sans SC"/>
              </a:defRPr>
            </a:lvl2pPr>
            <a:lvl3pPr algn="l">
              <a:defRPr sz="1275" b="0">
                <a:solidFill>
                  <a:srgbClr val="5F7078"/>
                </a:solidFill>
                <a:latin typeface="Noto Sans SC"/>
                <a:ea typeface="Noto Sans SC"/>
                <a:cs typeface="Noto Sans SC"/>
              </a:defRPr>
            </a:lvl3pPr>
            <a:lvl4pPr algn="l">
              <a:defRPr sz="1275" b="0">
                <a:solidFill>
                  <a:srgbClr val="5F7078"/>
                </a:solidFill>
                <a:latin typeface="Noto Sans SC"/>
                <a:ea typeface="Noto Sans SC"/>
                <a:cs typeface="Noto Sans SC"/>
              </a:defRPr>
            </a:lvl4pPr>
            <a:lvl5pPr algn="l">
              <a:defRPr sz="1275" b="0">
                <a:solidFill>
                  <a:srgbClr val="5F7078"/>
                </a:solidFill>
                <a:latin typeface="Noto Sans SC"/>
                <a:ea typeface="Noto Sans SC"/>
                <a:cs typeface="Noto Sans SC"/>
              </a:defRPr>
            </a:lvl5pPr>
            <a:lvl6pPr algn="l">
              <a:defRPr sz="1275" b="0">
                <a:solidFill>
                  <a:srgbClr val="5F7078"/>
                </a:solidFill>
                <a:latin typeface="Noto Sans SC"/>
                <a:ea typeface="Noto Sans SC"/>
                <a:cs typeface="Noto Sans SC"/>
              </a:defRPr>
            </a:lvl6pPr>
            <a:lvl7pPr algn="l">
              <a:defRPr sz="1275" b="0">
                <a:solidFill>
                  <a:srgbClr val="5F7078"/>
                </a:solidFill>
                <a:latin typeface="Noto Sans SC"/>
                <a:ea typeface="Noto Sans SC"/>
                <a:cs typeface="Noto Sans SC"/>
              </a:defRPr>
            </a:lvl7pPr>
            <a:lvl8pPr algn="l">
              <a:defRPr sz="1275" b="0">
                <a:solidFill>
                  <a:srgbClr val="5F7078"/>
                </a:solidFill>
                <a:latin typeface="Noto Sans SC"/>
                <a:ea typeface="Noto Sans SC"/>
                <a:cs typeface="Noto Sans SC"/>
              </a:defRPr>
            </a:lvl8pPr>
            <a:lvl9pPr algn="l">
              <a:defRPr sz="1275" b="0">
                <a:solidFill>
                  <a:srgbClr val="5F7078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l">
              <a:lnSpc>
                <a:spcPct val="100000"/>
              </a:lnSpc>
              <a:buNone/>
              <a:defRPr sz="1275" b="0">
                <a:solidFill>
                  <a:srgbClr val="5F7078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0">
                <a:solidFill>
                  <a:srgbClr val="5F7078"/>
                </a:solidFill>
                <a:latin typeface="Noto Sans SC"/>
                <a:ea typeface="Noto Sans SC"/>
                <a:cs typeface="Noto Sans SC"/>
              </a:rPr>
              <a:t>LoD3 渲染窗来自原 CityGML；照片检测框在完成匹配后投到墙面。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D9E1BE9-ACA6-4DDB-A835-827B0D7CAF18}"/>
              </a:ext>
            </a:extLst>
          </p:cNvPr>
          <p:cNvSpPr>
            <a:spLocks noGrp="1"/>
          </p:cNvSpPr>
          <p:nvPr/>
        </p:nvSpPr>
        <p:spPr>
          <a:xfrm>
            <a:off x="609600" y="6410325"/>
            <a:ext cx="10972800" cy="9525"/>
          </a:xfrm>
          <a:prstGeom prst="rect">
            <a:avLst/>
          </a:prstGeom>
          <a:solidFill>
            <a:srgbClr val="B8C8CC"/>
          </a:solidFill>
          <a:ln w="0">
            <a:noFill/>
            <a:prstDash val="solid"/>
          </a:ln>
        </p:spPr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698E0923-1D08-45F7-B3FD-9D21B021C60F}"/>
              </a:ext>
            </a:extLst>
          </p:cNvPr>
          <p:cNvSpPr>
            <a:spLocks noGrp="1"/>
          </p:cNvSpPr>
          <p:nvPr/>
        </p:nvSpPr>
        <p:spPr>
          <a:xfrm>
            <a:off x="11163300" y="6515100"/>
            <a:ext cx="409575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r">
              <a:defRPr sz="1050" b="0">
                <a:solidFill>
                  <a:srgbClr val="567F8B"/>
                </a:solidFill>
                <a:latin typeface="Georgia"/>
                <a:ea typeface="Georgia"/>
                <a:cs typeface="Georgia"/>
              </a:defRPr>
            </a:defPPr>
            <a:lvl1pPr algn="r">
              <a:defRPr sz="1050" b="0">
                <a:solidFill>
                  <a:srgbClr val="567F8B"/>
                </a:solidFill>
                <a:latin typeface="Georgia"/>
                <a:ea typeface="Georgia"/>
                <a:cs typeface="Georgia"/>
              </a:defRPr>
            </a:lvl1pPr>
            <a:lvl2pPr algn="r">
              <a:defRPr sz="1050" b="0">
                <a:solidFill>
                  <a:srgbClr val="567F8B"/>
                </a:solidFill>
                <a:latin typeface="Georgia"/>
                <a:ea typeface="Georgia"/>
                <a:cs typeface="Georgia"/>
              </a:defRPr>
            </a:lvl2pPr>
            <a:lvl3pPr algn="r">
              <a:defRPr sz="1050" b="0">
                <a:solidFill>
                  <a:srgbClr val="567F8B"/>
                </a:solidFill>
                <a:latin typeface="Georgia"/>
                <a:ea typeface="Georgia"/>
                <a:cs typeface="Georgia"/>
              </a:defRPr>
            </a:lvl3pPr>
            <a:lvl4pPr algn="r">
              <a:defRPr sz="1050" b="0">
                <a:solidFill>
                  <a:srgbClr val="567F8B"/>
                </a:solidFill>
                <a:latin typeface="Georgia"/>
                <a:ea typeface="Georgia"/>
                <a:cs typeface="Georgia"/>
              </a:defRPr>
            </a:lvl4pPr>
            <a:lvl5pPr algn="r">
              <a:defRPr sz="1050" b="0">
                <a:solidFill>
                  <a:srgbClr val="567F8B"/>
                </a:solidFill>
                <a:latin typeface="Georgia"/>
                <a:ea typeface="Georgia"/>
                <a:cs typeface="Georgia"/>
              </a:defRPr>
            </a:lvl5pPr>
            <a:lvl6pPr algn="r">
              <a:defRPr sz="1050" b="0">
                <a:solidFill>
                  <a:srgbClr val="567F8B"/>
                </a:solidFill>
                <a:latin typeface="Georgia"/>
                <a:ea typeface="Georgia"/>
                <a:cs typeface="Georgia"/>
              </a:defRPr>
            </a:lvl6pPr>
            <a:lvl7pPr algn="r">
              <a:defRPr sz="1050" b="0">
                <a:solidFill>
                  <a:srgbClr val="567F8B"/>
                </a:solidFill>
                <a:latin typeface="Georgia"/>
                <a:ea typeface="Georgia"/>
                <a:cs typeface="Georgia"/>
              </a:defRPr>
            </a:lvl7pPr>
            <a:lvl8pPr algn="r">
              <a:defRPr sz="1050" b="0">
                <a:solidFill>
                  <a:srgbClr val="567F8B"/>
                </a:solidFill>
                <a:latin typeface="Georgia"/>
                <a:ea typeface="Georgia"/>
                <a:cs typeface="Georgia"/>
              </a:defRPr>
            </a:lvl8pPr>
            <a:lvl9pPr algn="r">
              <a:defRPr sz="1050" b="0">
                <a:solidFill>
                  <a:srgbClr val="567F8B"/>
                </a:solidFill>
                <a:latin typeface="Georgia"/>
                <a:ea typeface="Georgia"/>
                <a:cs typeface="Georgia"/>
              </a:defRPr>
            </a:lvl9pPr>
          </a:lstStyle>
          <a:p>
            <a:pPr algn="r">
              <a:lnSpc>
                <a:spcPct val="100000"/>
              </a:lnSpc>
              <a:buNone/>
              <a:defRPr sz="1050" b="0">
                <a:solidFill>
                  <a:srgbClr val="567F8B"/>
                </a:solidFill>
                <a:latin typeface="Georgia"/>
                <a:ea typeface="Georgia"/>
                <a:cs typeface="Georgia"/>
              </a:defRPr>
            </a:pPr>
            <a:r>
              <a:rPr lang="en-US" altLang="zh-CN" sz="1050" b="0">
                <a:solidFill>
                  <a:srgbClr val="567F8B"/>
                </a:solidFill>
                <a:latin typeface="Georgia"/>
                <a:ea typeface="Georgia"/>
                <a:cs typeface="Georgia"/>
              </a:rPr>
              <a:t>08</a:t>
            </a:r>
            <a:endParaRPr sz="1050" b="0">
              <a:solidFill>
                <a:srgbClr val="567F8B"/>
              </a:solidFill>
              <a:latin typeface="Georgia"/>
              <a:ea typeface="Georgia"/>
              <a:cs typeface="Georgia"/>
            </a:endParaRP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32CEB4A3-03B2-445F-8693-91CA3487D865}"/>
              </a:ext>
            </a:extLst>
          </p:cNvPr>
          <p:cNvSpPr>
            <a:spLocks noGrp="1"/>
          </p:cNvSpPr>
          <p:nvPr/>
        </p:nvSpPr>
        <p:spPr>
          <a:xfrm>
            <a:off x="666750" y="1990725"/>
            <a:ext cx="695325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550" b="0">
                <a:solidFill>
                  <a:srgbClr val="567F8B"/>
                </a:solidFill>
                <a:latin typeface="Georgia"/>
                <a:ea typeface="Georgia"/>
                <a:cs typeface="Georgia"/>
              </a:defRPr>
            </a:defPPr>
            <a:lvl1pPr algn="l">
              <a:defRPr sz="2550" b="0">
                <a:solidFill>
                  <a:srgbClr val="567F8B"/>
                </a:solidFill>
                <a:latin typeface="Georgia"/>
                <a:ea typeface="Georgia"/>
                <a:cs typeface="Georgia"/>
              </a:defRPr>
            </a:lvl1pPr>
            <a:lvl2pPr algn="l">
              <a:defRPr sz="2550" b="0">
                <a:solidFill>
                  <a:srgbClr val="567F8B"/>
                </a:solidFill>
                <a:latin typeface="Georgia"/>
                <a:ea typeface="Georgia"/>
                <a:cs typeface="Georgia"/>
              </a:defRPr>
            </a:lvl2pPr>
            <a:lvl3pPr algn="l">
              <a:defRPr sz="2550" b="0">
                <a:solidFill>
                  <a:srgbClr val="567F8B"/>
                </a:solidFill>
                <a:latin typeface="Georgia"/>
                <a:ea typeface="Georgia"/>
                <a:cs typeface="Georgia"/>
              </a:defRPr>
            </a:lvl3pPr>
            <a:lvl4pPr algn="l">
              <a:defRPr sz="2550" b="0">
                <a:solidFill>
                  <a:srgbClr val="567F8B"/>
                </a:solidFill>
                <a:latin typeface="Georgia"/>
                <a:ea typeface="Georgia"/>
                <a:cs typeface="Georgia"/>
              </a:defRPr>
            </a:lvl4pPr>
            <a:lvl5pPr algn="l">
              <a:defRPr sz="2550" b="0">
                <a:solidFill>
                  <a:srgbClr val="567F8B"/>
                </a:solidFill>
                <a:latin typeface="Georgia"/>
                <a:ea typeface="Georgia"/>
                <a:cs typeface="Georgia"/>
              </a:defRPr>
            </a:lvl5pPr>
            <a:lvl6pPr algn="l">
              <a:defRPr sz="2550" b="0">
                <a:solidFill>
                  <a:srgbClr val="567F8B"/>
                </a:solidFill>
                <a:latin typeface="Georgia"/>
                <a:ea typeface="Georgia"/>
                <a:cs typeface="Georgia"/>
              </a:defRPr>
            </a:lvl6pPr>
            <a:lvl7pPr algn="l">
              <a:defRPr sz="2550" b="0">
                <a:solidFill>
                  <a:srgbClr val="567F8B"/>
                </a:solidFill>
                <a:latin typeface="Georgia"/>
                <a:ea typeface="Georgia"/>
                <a:cs typeface="Georgia"/>
              </a:defRPr>
            </a:lvl7pPr>
            <a:lvl8pPr algn="l">
              <a:defRPr sz="2550" b="0">
                <a:solidFill>
                  <a:srgbClr val="567F8B"/>
                </a:solidFill>
                <a:latin typeface="Georgia"/>
                <a:ea typeface="Georgia"/>
                <a:cs typeface="Georgia"/>
              </a:defRPr>
            </a:lvl8pPr>
            <a:lvl9pPr algn="l">
              <a:defRPr sz="2550" b="0">
                <a:solidFill>
                  <a:srgbClr val="567F8B"/>
                </a:solidFill>
                <a:latin typeface="Georgia"/>
                <a:ea typeface="Georgia"/>
                <a:cs typeface="Georgia"/>
              </a:defRPr>
            </a:lvl9pPr>
          </a:lstStyle>
          <a:p>
            <a:pPr algn="l">
              <a:lnSpc>
                <a:spcPct val="100000"/>
              </a:lnSpc>
              <a:buNone/>
              <a:defRPr sz="2550" b="0">
                <a:solidFill>
                  <a:srgbClr val="567F8B"/>
                </a:solidFill>
                <a:latin typeface="Georgia"/>
                <a:ea typeface="Georgia"/>
                <a:cs typeface="Georgia"/>
              </a:defRPr>
            </a:pPr>
            <a:r>
              <a:rPr sz="2550" b="0">
                <a:solidFill>
                  <a:srgbClr val="567F8B"/>
                </a:solidFill>
                <a:latin typeface="Georgia"/>
                <a:ea typeface="Georgia"/>
                <a:cs typeface="Georgia"/>
              </a:rPr>
              <a:t>01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63DB60F4-9DCE-4F59-959E-87C358B74625}"/>
              </a:ext>
            </a:extLst>
          </p:cNvPr>
          <p:cNvSpPr>
            <a:spLocks noGrp="1"/>
          </p:cNvSpPr>
          <p:nvPr/>
        </p:nvSpPr>
        <p:spPr>
          <a:xfrm>
            <a:off x="1390650" y="2019300"/>
            <a:ext cx="2667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650" b="1">
                <a:solidFill>
                  <a:srgbClr val="26343C"/>
                </a:solidFill>
                <a:latin typeface="Noto Sans SC"/>
                <a:ea typeface="Noto Sans SC"/>
                <a:cs typeface="Noto Sans SC"/>
              </a:defRPr>
            </a:defPPr>
            <a:lvl1pPr algn="l">
              <a:defRPr sz="1650" b="1">
                <a:solidFill>
                  <a:srgbClr val="26343C"/>
                </a:solidFill>
                <a:latin typeface="Noto Sans SC"/>
                <a:ea typeface="Noto Sans SC"/>
                <a:cs typeface="Noto Sans SC"/>
              </a:defRPr>
            </a:lvl1pPr>
            <a:lvl2pPr algn="l">
              <a:defRPr sz="1650" b="1">
                <a:solidFill>
                  <a:srgbClr val="26343C"/>
                </a:solidFill>
                <a:latin typeface="Noto Sans SC"/>
                <a:ea typeface="Noto Sans SC"/>
                <a:cs typeface="Noto Sans SC"/>
              </a:defRPr>
            </a:lvl2pPr>
            <a:lvl3pPr algn="l">
              <a:defRPr sz="1650" b="1">
                <a:solidFill>
                  <a:srgbClr val="26343C"/>
                </a:solidFill>
                <a:latin typeface="Noto Sans SC"/>
                <a:ea typeface="Noto Sans SC"/>
                <a:cs typeface="Noto Sans SC"/>
              </a:defRPr>
            </a:lvl3pPr>
            <a:lvl4pPr algn="l">
              <a:defRPr sz="1650" b="1">
                <a:solidFill>
                  <a:srgbClr val="26343C"/>
                </a:solidFill>
                <a:latin typeface="Noto Sans SC"/>
                <a:ea typeface="Noto Sans SC"/>
                <a:cs typeface="Noto Sans SC"/>
              </a:defRPr>
            </a:lvl4pPr>
            <a:lvl5pPr algn="l">
              <a:defRPr sz="1650" b="1">
                <a:solidFill>
                  <a:srgbClr val="26343C"/>
                </a:solidFill>
                <a:latin typeface="Noto Sans SC"/>
                <a:ea typeface="Noto Sans SC"/>
                <a:cs typeface="Noto Sans SC"/>
              </a:defRPr>
            </a:lvl5pPr>
            <a:lvl6pPr algn="l">
              <a:defRPr sz="1650" b="1">
                <a:solidFill>
                  <a:srgbClr val="26343C"/>
                </a:solidFill>
                <a:latin typeface="Noto Sans SC"/>
                <a:ea typeface="Noto Sans SC"/>
                <a:cs typeface="Noto Sans SC"/>
              </a:defRPr>
            </a:lvl6pPr>
            <a:lvl7pPr algn="l">
              <a:defRPr sz="1650" b="1">
                <a:solidFill>
                  <a:srgbClr val="26343C"/>
                </a:solidFill>
                <a:latin typeface="Noto Sans SC"/>
                <a:ea typeface="Noto Sans SC"/>
                <a:cs typeface="Noto Sans SC"/>
              </a:defRPr>
            </a:lvl7pPr>
            <a:lvl8pPr algn="l">
              <a:defRPr sz="1650" b="1">
                <a:solidFill>
                  <a:srgbClr val="26343C"/>
                </a:solidFill>
                <a:latin typeface="Noto Sans SC"/>
                <a:ea typeface="Noto Sans SC"/>
                <a:cs typeface="Noto Sans SC"/>
              </a:defRPr>
            </a:lvl8pPr>
            <a:lvl9pPr algn="l">
              <a:defRPr sz="1650" b="1">
                <a:solidFill>
                  <a:srgbClr val="26343C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l">
              <a:lnSpc>
                <a:spcPct val="100000"/>
              </a:lnSpc>
              <a:buNone/>
              <a:defRPr sz="1650" b="1">
                <a:solidFill>
                  <a:srgbClr val="26343C"/>
                </a:solidFill>
                <a:latin typeface="Noto Sans SC"/>
                <a:ea typeface="Noto Sans SC"/>
                <a:cs typeface="Noto Sans SC"/>
              </a:defRPr>
            </a:pPr>
            <a:r>
              <a:rPr sz="1650" b="1">
                <a:solidFill>
                  <a:srgbClr val="26343C"/>
                </a:solidFill>
                <a:latin typeface="Noto Sans SC"/>
                <a:ea typeface="Noto Sans SC"/>
                <a:cs typeface="Noto Sans SC"/>
              </a:rPr>
              <a:t>候选检索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BDE18FCA-35C9-4E67-B529-EF7D82E2F7AE}"/>
              </a:ext>
            </a:extLst>
          </p:cNvPr>
          <p:cNvSpPr>
            <a:spLocks noGrp="1"/>
          </p:cNvSpPr>
          <p:nvPr/>
        </p:nvSpPr>
        <p:spPr>
          <a:xfrm>
            <a:off x="3981450" y="2028825"/>
            <a:ext cx="7477125" cy="647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425" b="0">
                <a:solidFill>
                  <a:srgbClr val="5F7078"/>
                </a:solidFill>
                <a:latin typeface="Noto Sans SC"/>
                <a:ea typeface="Noto Sans SC"/>
                <a:cs typeface="Noto Sans SC"/>
              </a:defRPr>
            </a:defPPr>
            <a:lvl1pPr algn="l">
              <a:defRPr sz="1425" b="0">
                <a:solidFill>
                  <a:srgbClr val="5F7078"/>
                </a:solidFill>
                <a:latin typeface="Noto Sans SC"/>
                <a:ea typeface="Noto Sans SC"/>
                <a:cs typeface="Noto Sans SC"/>
              </a:defRPr>
            </a:lvl1pPr>
            <a:lvl2pPr algn="l">
              <a:defRPr sz="1425" b="0">
                <a:solidFill>
                  <a:srgbClr val="5F7078"/>
                </a:solidFill>
                <a:latin typeface="Noto Sans SC"/>
                <a:ea typeface="Noto Sans SC"/>
                <a:cs typeface="Noto Sans SC"/>
              </a:defRPr>
            </a:lvl2pPr>
            <a:lvl3pPr algn="l">
              <a:defRPr sz="1425" b="0">
                <a:solidFill>
                  <a:srgbClr val="5F7078"/>
                </a:solidFill>
                <a:latin typeface="Noto Sans SC"/>
                <a:ea typeface="Noto Sans SC"/>
                <a:cs typeface="Noto Sans SC"/>
              </a:defRPr>
            </a:lvl3pPr>
            <a:lvl4pPr algn="l">
              <a:defRPr sz="1425" b="0">
                <a:solidFill>
                  <a:srgbClr val="5F7078"/>
                </a:solidFill>
                <a:latin typeface="Noto Sans SC"/>
                <a:ea typeface="Noto Sans SC"/>
                <a:cs typeface="Noto Sans SC"/>
              </a:defRPr>
            </a:lvl4pPr>
            <a:lvl5pPr algn="l">
              <a:defRPr sz="1425" b="0">
                <a:solidFill>
                  <a:srgbClr val="5F7078"/>
                </a:solidFill>
                <a:latin typeface="Noto Sans SC"/>
                <a:ea typeface="Noto Sans SC"/>
                <a:cs typeface="Noto Sans SC"/>
              </a:defRPr>
            </a:lvl5pPr>
            <a:lvl6pPr algn="l">
              <a:defRPr sz="1425" b="0">
                <a:solidFill>
                  <a:srgbClr val="5F7078"/>
                </a:solidFill>
                <a:latin typeface="Noto Sans SC"/>
                <a:ea typeface="Noto Sans SC"/>
                <a:cs typeface="Noto Sans SC"/>
              </a:defRPr>
            </a:lvl6pPr>
            <a:lvl7pPr algn="l">
              <a:defRPr sz="1425" b="0">
                <a:solidFill>
                  <a:srgbClr val="5F7078"/>
                </a:solidFill>
                <a:latin typeface="Noto Sans SC"/>
                <a:ea typeface="Noto Sans SC"/>
                <a:cs typeface="Noto Sans SC"/>
              </a:defRPr>
            </a:lvl7pPr>
            <a:lvl8pPr algn="l">
              <a:defRPr sz="1425" b="0">
                <a:solidFill>
                  <a:srgbClr val="5F7078"/>
                </a:solidFill>
                <a:latin typeface="Noto Sans SC"/>
                <a:ea typeface="Noto Sans SC"/>
                <a:cs typeface="Noto Sans SC"/>
              </a:defRPr>
            </a:lvl8pPr>
            <a:lvl9pPr algn="l">
              <a:defRPr sz="1425" b="0">
                <a:solidFill>
                  <a:srgbClr val="5F7078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l">
              <a:lnSpc>
                <a:spcPct val="100000"/>
              </a:lnSpc>
              <a:buNone/>
              <a:defRPr sz="1425" b="0">
                <a:solidFill>
                  <a:srgbClr val="5F7078"/>
                </a:solidFill>
                <a:latin typeface="Noto Sans SC"/>
                <a:ea typeface="Noto Sans SC"/>
                <a:cs typeface="Noto Sans SC"/>
              </a:defRPr>
            </a:pPr>
            <a:r>
              <a:rPr sz="1425" b="0">
                <a:solidFill>
                  <a:srgbClr val="5F7078"/>
                </a:solidFill>
                <a:latin typeface="Noto Sans SC"/>
                <a:ea typeface="Noto Sans SC"/>
                <a:cs typeface="Noto Sans SC"/>
              </a:rPr>
              <a:t>DINOv3 按照片与渲染图的特征相似度筛选建筑和墙面视角。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80E01DED-DB1D-412D-8807-02C1710B476D}"/>
              </a:ext>
            </a:extLst>
          </p:cNvPr>
          <p:cNvSpPr>
            <a:spLocks noGrp="1"/>
          </p:cNvSpPr>
          <p:nvPr/>
        </p:nvSpPr>
        <p:spPr>
          <a:xfrm>
            <a:off x="1390650" y="2724150"/>
            <a:ext cx="9953625" cy="9525"/>
          </a:xfrm>
          <a:prstGeom prst="rect">
            <a:avLst/>
          </a:prstGeom>
          <a:solidFill>
            <a:srgbClr val="B8C8CC"/>
          </a:solidFill>
          <a:ln w="0">
            <a:noFill/>
            <a:prstDash val="solid"/>
          </a:ln>
        </p:spPr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CF3EFC8B-8FFD-4843-9B46-1790E963E1D4}"/>
              </a:ext>
            </a:extLst>
          </p:cNvPr>
          <p:cNvSpPr>
            <a:spLocks noGrp="1"/>
          </p:cNvSpPr>
          <p:nvPr/>
        </p:nvSpPr>
        <p:spPr>
          <a:xfrm>
            <a:off x="666750" y="2819400"/>
            <a:ext cx="695325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550" b="0">
                <a:solidFill>
                  <a:srgbClr val="567F8B"/>
                </a:solidFill>
                <a:latin typeface="Georgia"/>
                <a:ea typeface="Georgia"/>
                <a:cs typeface="Georgia"/>
              </a:defRPr>
            </a:defPPr>
            <a:lvl1pPr algn="l">
              <a:defRPr sz="2550" b="0">
                <a:solidFill>
                  <a:srgbClr val="567F8B"/>
                </a:solidFill>
                <a:latin typeface="Georgia"/>
                <a:ea typeface="Georgia"/>
                <a:cs typeface="Georgia"/>
              </a:defRPr>
            </a:lvl1pPr>
            <a:lvl2pPr algn="l">
              <a:defRPr sz="2550" b="0">
                <a:solidFill>
                  <a:srgbClr val="567F8B"/>
                </a:solidFill>
                <a:latin typeface="Georgia"/>
                <a:ea typeface="Georgia"/>
                <a:cs typeface="Georgia"/>
              </a:defRPr>
            </a:lvl2pPr>
            <a:lvl3pPr algn="l">
              <a:defRPr sz="2550" b="0">
                <a:solidFill>
                  <a:srgbClr val="567F8B"/>
                </a:solidFill>
                <a:latin typeface="Georgia"/>
                <a:ea typeface="Georgia"/>
                <a:cs typeface="Georgia"/>
              </a:defRPr>
            </a:lvl3pPr>
            <a:lvl4pPr algn="l">
              <a:defRPr sz="2550" b="0">
                <a:solidFill>
                  <a:srgbClr val="567F8B"/>
                </a:solidFill>
                <a:latin typeface="Georgia"/>
                <a:ea typeface="Georgia"/>
                <a:cs typeface="Georgia"/>
              </a:defRPr>
            </a:lvl4pPr>
            <a:lvl5pPr algn="l">
              <a:defRPr sz="2550" b="0">
                <a:solidFill>
                  <a:srgbClr val="567F8B"/>
                </a:solidFill>
                <a:latin typeface="Georgia"/>
                <a:ea typeface="Georgia"/>
                <a:cs typeface="Georgia"/>
              </a:defRPr>
            </a:lvl5pPr>
            <a:lvl6pPr algn="l">
              <a:defRPr sz="2550" b="0">
                <a:solidFill>
                  <a:srgbClr val="567F8B"/>
                </a:solidFill>
                <a:latin typeface="Georgia"/>
                <a:ea typeface="Georgia"/>
                <a:cs typeface="Georgia"/>
              </a:defRPr>
            </a:lvl6pPr>
            <a:lvl7pPr algn="l">
              <a:defRPr sz="2550" b="0">
                <a:solidFill>
                  <a:srgbClr val="567F8B"/>
                </a:solidFill>
                <a:latin typeface="Georgia"/>
                <a:ea typeface="Georgia"/>
                <a:cs typeface="Georgia"/>
              </a:defRPr>
            </a:lvl7pPr>
            <a:lvl8pPr algn="l">
              <a:defRPr sz="2550" b="0">
                <a:solidFill>
                  <a:srgbClr val="567F8B"/>
                </a:solidFill>
                <a:latin typeface="Georgia"/>
                <a:ea typeface="Georgia"/>
                <a:cs typeface="Georgia"/>
              </a:defRPr>
            </a:lvl8pPr>
            <a:lvl9pPr algn="l">
              <a:defRPr sz="2550" b="0">
                <a:solidFill>
                  <a:srgbClr val="567F8B"/>
                </a:solidFill>
                <a:latin typeface="Georgia"/>
                <a:ea typeface="Georgia"/>
                <a:cs typeface="Georgia"/>
              </a:defRPr>
            </a:lvl9pPr>
          </a:lstStyle>
          <a:p>
            <a:pPr algn="l">
              <a:lnSpc>
                <a:spcPct val="100000"/>
              </a:lnSpc>
              <a:buNone/>
              <a:defRPr sz="2550" b="0">
                <a:solidFill>
                  <a:srgbClr val="567F8B"/>
                </a:solidFill>
                <a:latin typeface="Georgia"/>
                <a:ea typeface="Georgia"/>
                <a:cs typeface="Georgia"/>
              </a:defRPr>
            </a:pPr>
            <a:r>
              <a:rPr sz="2550" b="0">
                <a:solidFill>
                  <a:srgbClr val="567F8B"/>
                </a:solidFill>
                <a:latin typeface="Georgia"/>
                <a:ea typeface="Georgia"/>
                <a:cs typeface="Georgia"/>
              </a:rPr>
              <a:t>02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E86EA9F9-BB9C-4EAC-A674-3246C17B3993}"/>
              </a:ext>
            </a:extLst>
          </p:cNvPr>
          <p:cNvSpPr>
            <a:spLocks noGrp="1"/>
          </p:cNvSpPr>
          <p:nvPr/>
        </p:nvSpPr>
        <p:spPr>
          <a:xfrm>
            <a:off x="1390650" y="2847975"/>
            <a:ext cx="2667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650" b="1">
                <a:solidFill>
                  <a:srgbClr val="26343C"/>
                </a:solidFill>
                <a:latin typeface="Noto Sans SC"/>
                <a:ea typeface="Noto Sans SC"/>
                <a:cs typeface="Noto Sans SC"/>
              </a:defRPr>
            </a:defPPr>
            <a:lvl1pPr algn="l">
              <a:defRPr sz="1650" b="1">
                <a:solidFill>
                  <a:srgbClr val="26343C"/>
                </a:solidFill>
                <a:latin typeface="Noto Sans SC"/>
                <a:ea typeface="Noto Sans SC"/>
                <a:cs typeface="Noto Sans SC"/>
              </a:defRPr>
            </a:lvl1pPr>
            <a:lvl2pPr algn="l">
              <a:defRPr sz="1650" b="1">
                <a:solidFill>
                  <a:srgbClr val="26343C"/>
                </a:solidFill>
                <a:latin typeface="Noto Sans SC"/>
                <a:ea typeface="Noto Sans SC"/>
                <a:cs typeface="Noto Sans SC"/>
              </a:defRPr>
            </a:lvl2pPr>
            <a:lvl3pPr algn="l">
              <a:defRPr sz="1650" b="1">
                <a:solidFill>
                  <a:srgbClr val="26343C"/>
                </a:solidFill>
                <a:latin typeface="Noto Sans SC"/>
                <a:ea typeface="Noto Sans SC"/>
                <a:cs typeface="Noto Sans SC"/>
              </a:defRPr>
            </a:lvl3pPr>
            <a:lvl4pPr algn="l">
              <a:defRPr sz="1650" b="1">
                <a:solidFill>
                  <a:srgbClr val="26343C"/>
                </a:solidFill>
                <a:latin typeface="Noto Sans SC"/>
                <a:ea typeface="Noto Sans SC"/>
                <a:cs typeface="Noto Sans SC"/>
              </a:defRPr>
            </a:lvl4pPr>
            <a:lvl5pPr algn="l">
              <a:defRPr sz="1650" b="1">
                <a:solidFill>
                  <a:srgbClr val="26343C"/>
                </a:solidFill>
                <a:latin typeface="Noto Sans SC"/>
                <a:ea typeface="Noto Sans SC"/>
                <a:cs typeface="Noto Sans SC"/>
              </a:defRPr>
            </a:lvl5pPr>
            <a:lvl6pPr algn="l">
              <a:defRPr sz="1650" b="1">
                <a:solidFill>
                  <a:srgbClr val="26343C"/>
                </a:solidFill>
                <a:latin typeface="Noto Sans SC"/>
                <a:ea typeface="Noto Sans SC"/>
                <a:cs typeface="Noto Sans SC"/>
              </a:defRPr>
            </a:lvl6pPr>
            <a:lvl7pPr algn="l">
              <a:defRPr sz="1650" b="1">
                <a:solidFill>
                  <a:srgbClr val="26343C"/>
                </a:solidFill>
                <a:latin typeface="Noto Sans SC"/>
                <a:ea typeface="Noto Sans SC"/>
                <a:cs typeface="Noto Sans SC"/>
              </a:defRPr>
            </a:lvl7pPr>
            <a:lvl8pPr algn="l">
              <a:defRPr sz="1650" b="1">
                <a:solidFill>
                  <a:srgbClr val="26343C"/>
                </a:solidFill>
                <a:latin typeface="Noto Sans SC"/>
                <a:ea typeface="Noto Sans SC"/>
                <a:cs typeface="Noto Sans SC"/>
              </a:defRPr>
            </a:lvl8pPr>
            <a:lvl9pPr algn="l">
              <a:defRPr sz="1650" b="1">
                <a:solidFill>
                  <a:srgbClr val="26343C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l">
              <a:lnSpc>
                <a:spcPct val="100000"/>
              </a:lnSpc>
              <a:buNone/>
              <a:defRPr sz="1650" b="1">
                <a:solidFill>
                  <a:srgbClr val="26343C"/>
                </a:solidFill>
                <a:latin typeface="Noto Sans SC"/>
                <a:ea typeface="Noto Sans SC"/>
                <a:cs typeface="Noto Sans SC"/>
              </a:defRPr>
            </a:pPr>
            <a:r>
              <a:rPr sz="1650" b="1">
                <a:solidFill>
                  <a:srgbClr val="26343C"/>
                </a:solidFill>
                <a:latin typeface="Noto Sans SC"/>
                <a:ea typeface="Noto Sans SC"/>
                <a:cs typeface="Noto Sans SC"/>
              </a:rPr>
              <a:t>局部配准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B9BC9075-BDF7-4247-AD12-3498E0D7DF48}"/>
              </a:ext>
            </a:extLst>
          </p:cNvPr>
          <p:cNvSpPr>
            <a:spLocks noGrp="1"/>
          </p:cNvSpPr>
          <p:nvPr/>
        </p:nvSpPr>
        <p:spPr>
          <a:xfrm>
            <a:off x="3981450" y="2857500"/>
            <a:ext cx="7477125" cy="647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425" b="0">
                <a:solidFill>
                  <a:srgbClr val="5F7078"/>
                </a:solidFill>
                <a:latin typeface="Noto Sans SC"/>
                <a:ea typeface="Noto Sans SC"/>
                <a:cs typeface="Noto Sans SC"/>
              </a:defRPr>
            </a:defPPr>
            <a:lvl1pPr algn="l">
              <a:defRPr sz="1425" b="0">
                <a:solidFill>
                  <a:srgbClr val="5F7078"/>
                </a:solidFill>
                <a:latin typeface="Noto Sans SC"/>
                <a:ea typeface="Noto Sans SC"/>
                <a:cs typeface="Noto Sans SC"/>
              </a:defRPr>
            </a:lvl1pPr>
            <a:lvl2pPr algn="l">
              <a:defRPr sz="1425" b="0">
                <a:solidFill>
                  <a:srgbClr val="5F7078"/>
                </a:solidFill>
                <a:latin typeface="Noto Sans SC"/>
                <a:ea typeface="Noto Sans SC"/>
                <a:cs typeface="Noto Sans SC"/>
              </a:defRPr>
            </a:lvl2pPr>
            <a:lvl3pPr algn="l">
              <a:defRPr sz="1425" b="0">
                <a:solidFill>
                  <a:srgbClr val="5F7078"/>
                </a:solidFill>
                <a:latin typeface="Noto Sans SC"/>
                <a:ea typeface="Noto Sans SC"/>
                <a:cs typeface="Noto Sans SC"/>
              </a:defRPr>
            </a:lvl3pPr>
            <a:lvl4pPr algn="l">
              <a:defRPr sz="1425" b="0">
                <a:solidFill>
                  <a:srgbClr val="5F7078"/>
                </a:solidFill>
                <a:latin typeface="Noto Sans SC"/>
                <a:ea typeface="Noto Sans SC"/>
                <a:cs typeface="Noto Sans SC"/>
              </a:defRPr>
            </a:lvl4pPr>
            <a:lvl5pPr algn="l">
              <a:defRPr sz="1425" b="0">
                <a:solidFill>
                  <a:srgbClr val="5F7078"/>
                </a:solidFill>
                <a:latin typeface="Noto Sans SC"/>
                <a:ea typeface="Noto Sans SC"/>
                <a:cs typeface="Noto Sans SC"/>
              </a:defRPr>
            </a:lvl5pPr>
            <a:lvl6pPr algn="l">
              <a:defRPr sz="1425" b="0">
                <a:solidFill>
                  <a:srgbClr val="5F7078"/>
                </a:solidFill>
                <a:latin typeface="Noto Sans SC"/>
                <a:ea typeface="Noto Sans SC"/>
                <a:cs typeface="Noto Sans SC"/>
              </a:defRPr>
            </a:lvl6pPr>
            <a:lvl7pPr algn="l">
              <a:defRPr sz="1425" b="0">
                <a:solidFill>
                  <a:srgbClr val="5F7078"/>
                </a:solidFill>
                <a:latin typeface="Noto Sans SC"/>
                <a:ea typeface="Noto Sans SC"/>
                <a:cs typeface="Noto Sans SC"/>
              </a:defRPr>
            </a:lvl7pPr>
            <a:lvl8pPr algn="l">
              <a:defRPr sz="1425" b="0">
                <a:solidFill>
                  <a:srgbClr val="5F7078"/>
                </a:solidFill>
                <a:latin typeface="Noto Sans SC"/>
                <a:ea typeface="Noto Sans SC"/>
                <a:cs typeface="Noto Sans SC"/>
              </a:defRPr>
            </a:lvl8pPr>
            <a:lvl9pPr algn="l">
              <a:defRPr sz="1425" b="0">
                <a:solidFill>
                  <a:srgbClr val="5F7078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l">
              <a:lnSpc>
                <a:spcPct val="100000"/>
              </a:lnSpc>
              <a:buNone/>
              <a:defRPr sz="1425" b="0">
                <a:solidFill>
                  <a:srgbClr val="5F7078"/>
                </a:solidFill>
                <a:latin typeface="Noto Sans SC"/>
                <a:ea typeface="Noto Sans SC"/>
                <a:cs typeface="Noto Sans SC"/>
              </a:defRPr>
            </a:pPr>
            <a:r>
              <a:rPr sz="1425" b="0">
                <a:solidFill>
                  <a:srgbClr val="5F7078"/>
                </a:solidFill>
                <a:latin typeface="Noto Sans SC"/>
                <a:ea typeface="Noto Sans SC"/>
                <a:cs typeface="Noto Sans SC"/>
              </a:rPr>
              <a:t>RoMa v2 或 MINIMA-RoMa 生成密集对应；几何规则决定候选是否可继续。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19C86E7C-6CBA-4493-8125-C45C40C12EC1}"/>
              </a:ext>
            </a:extLst>
          </p:cNvPr>
          <p:cNvSpPr>
            <a:spLocks noGrp="1"/>
          </p:cNvSpPr>
          <p:nvPr/>
        </p:nvSpPr>
        <p:spPr>
          <a:xfrm>
            <a:off x="1390650" y="3552825"/>
            <a:ext cx="9953625" cy="9525"/>
          </a:xfrm>
          <a:prstGeom prst="rect">
            <a:avLst/>
          </a:prstGeom>
          <a:solidFill>
            <a:srgbClr val="B8C8CC"/>
          </a:solidFill>
          <a:ln w="0">
            <a:noFill/>
            <a:prstDash val="solid"/>
          </a:ln>
        </p:spPr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B429EA47-B16E-4E8C-8D77-5DB75A8711C3}"/>
              </a:ext>
            </a:extLst>
          </p:cNvPr>
          <p:cNvSpPr>
            <a:spLocks noGrp="1"/>
          </p:cNvSpPr>
          <p:nvPr/>
        </p:nvSpPr>
        <p:spPr>
          <a:xfrm>
            <a:off x="666750" y="3648075"/>
            <a:ext cx="695325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550" b="0">
                <a:solidFill>
                  <a:srgbClr val="567F8B"/>
                </a:solidFill>
                <a:latin typeface="Georgia"/>
                <a:ea typeface="Georgia"/>
                <a:cs typeface="Georgia"/>
              </a:defRPr>
            </a:defPPr>
            <a:lvl1pPr algn="l">
              <a:defRPr sz="2550" b="0">
                <a:solidFill>
                  <a:srgbClr val="567F8B"/>
                </a:solidFill>
                <a:latin typeface="Georgia"/>
                <a:ea typeface="Georgia"/>
                <a:cs typeface="Georgia"/>
              </a:defRPr>
            </a:lvl1pPr>
            <a:lvl2pPr algn="l">
              <a:defRPr sz="2550" b="0">
                <a:solidFill>
                  <a:srgbClr val="567F8B"/>
                </a:solidFill>
                <a:latin typeface="Georgia"/>
                <a:ea typeface="Georgia"/>
                <a:cs typeface="Georgia"/>
              </a:defRPr>
            </a:lvl2pPr>
            <a:lvl3pPr algn="l">
              <a:defRPr sz="2550" b="0">
                <a:solidFill>
                  <a:srgbClr val="567F8B"/>
                </a:solidFill>
                <a:latin typeface="Georgia"/>
                <a:ea typeface="Georgia"/>
                <a:cs typeface="Georgia"/>
              </a:defRPr>
            </a:lvl3pPr>
            <a:lvl4pPr algn="l">
              <a:defRPr sz="2550" b="0">
                <a:solidFill>
                  <a:srgbClr val="567F8B"/>
                </a:solidFill>
                <a:latin typeface="Georgia"/>
                <a:ea typeface="Georgia"/>
                <a:cs typeface="Georgia"/>
              </a:defRPr>
            </a:lvl4pPr>
            <a:lvl5pPr algn="l">
              <a:defRPr sz="2550" b="0">
                <a:solidFill>
                  <a:srgbClr val="567F8B"/>
                </a:solidFill>
                <a:latin typeface="Georgia"/>
                <a:ea typeface="Georgia"/>
                <a:cs typeface="Georgia"/>
              </a:defRPr>
            </a:lvl5pPr>
            <a:lvl6pPr algn="l">
              <a:defRPr sz="2550" b="0">
                <a:solidFill>
                  <a:srgbClr val="567F8B"/>
                </a:solidFill>
                <a:latin typeface="Georgia"/>
                <a:ea typeface="Georgia"/>
                <a:cs typeface="Georgia"/>
              </a:defRPr>
            </a:lvl6pPr>
            <a:lvl7pPr algn="l">
              <a:defRPr sz="2550" b="0">
                <a:solidFill>
                  <a:srgbClr val="567F8B"/>
                </a:solidFill>
                <a:latin typeface="Georgia"/>
                <a:ea typeface="Georgia"/>
                <a:cs typeface="Georgia"/>
              </a:defRPr>
            </a:lvl7pPr>
            <a:lvl8pPr algn="l">
              <a:defRPr sz="2550" b="0">
                <a:solidFill>
                  <a:srgbClr val="567F8B"/>
                </a:solidFill>
                <a:latin typeface="Georgia"/>
                <a:ea typeface="Georgia"/>
                <a:cs typeface="Georgia"/>
              </a:defRPr>
            </a:lvl8pPr>
            <a:lvl9pPr algn="l">
              <a:defRPr sz="2550" b="0">
                <a:solidFill>
                  <a:srgbClr val="567F8B"/>
                </a:solidFill>
                <a:latin typeface="Georgia"/>
                <a:ea typeface="Georgia"/>
                <a:cs typeface="Georgia"/>
              </a:defRPr>
            </a:lvl9pPr>
          </a:lstStyle>
          <a:p>
            <a:pPr algn="l">
              <a:lnSpc>
                <a:spcPct val="100000"/>
              </a:lnSpc>
              <a:buNone/>
              <a:defRPr sz="2550" b="0">
                <a:solidFill>
                  <a:srgbClr val="567F8B"/>
                </a:solidFill>
                <a:latin typeface="Georgia"/>
                <a:ea typeface="Georgia"/>
                <a:cs typeface="Georgia"/>
              </a:defRPr>
            </a:pPr>
            <a:r>
              <a:rPr sz="2550" b="0">
                <a:solidFill>
                  <a:srgbClr val="567F8B"/>
                </a:solidFill>
                <a:latin typeface="Georgia"/>
                <a:ea typeface="Georgia"/>
                <a:cs typeface="Georgia"/>
              </a:rPr>
              <a:t>03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5BDD06D7-A5C2-44D4-9382-04F80D185F82}"/>
              </a:ext>
            </a:extLst>
          </p:cNvPr>
          <p:cNvSpPr>
            <a:spLocks noGrp="1"/>
          </p:cNvSpPr>
          <p:nvPr/>
        </p:nvSpPr>
        <p:spPr>
          <a:xfrm>
            <a:off x="1390650" y="3676650"/>
            <a:ext cx="2667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650" b="1">
                <a:solidFill>
                  <a:srgbClr val="26343C"/>
                </a:solidFill>
                <a:latin typeface="Noto Sans SC"/>
                <a:ea typeface="Noto Sans SC"/>
                <a:cs typeface="Noto Sans SC"/>
              </a:defRPr>
            </a:defPPr>
            <a:lvl1pPr algn="l">
              <a:defRPr sz="1650" b="1">
                <a:solidFill>
                  <a:srgbClr val="26343C"/>
                </a:solidFill>
                <a:latin typeface="Noto Sans SC"/>
                <a:ea typeface="Noto Sans SC"/>
                <a:cs typeface="Noto Sans SC"/>
              </a:defRPr>
            </a:lvl1pPr>
            <a:lvl2pPr algn="l">
              <a:defRPr sz="1650" b="1">
                <a:solidFill>
                  <a:srgbClr val="26343C"/>
                </a:solidFill>
                <a:latin typeface="Noto Sans SC"/>
                <a:ea typeface="Noto Sans SC"/>
                <a:cs typeface="Noto Sans SC"/>
              </a:defRPr>
            </a:lvl2pPr>
            <a:lvl3pPr algn="l">
              <a:defRPr sz="1650" b="1">
                <a:solidFill>
                  <a:srgbClr val="26343C"/>
                </a:solidFill>
                <a:latin typeface="Noto Sans SC"/>
                <a:ea typeface="Noto Sans SC"/>
                <a:cs typeface="Noto Sans SC"/>
              </a:defRPr>
            </a:lvl3pPr>
            <a:lvl4pPr algn="l">
              <a:defRPr sz="1650" b="1">
                <a:solidFill>
                  <a:srgbClr val="26343C"/>
                </a:solidFill>
                <a:latin typeface="Noto Sans SC"/>
                <a:ea typeface="Noto Sans SC"/>
                <a:cs typeface="Noto Sans SC"/>
              </a:defRPr>
            </a:lvl4pPr>
            <a:lvl5pPr algn="l">
              <a:defRPr sz="1650" b="1">
                <a:solidFill>
                  <a:srgbClr val="26343C"/>
                </a:solidFill>
                <a:latin typeface="Noto Sans SC"/>
                <a:ea typeface="Noto Sans SC"/>
                <a:cs typeface="Noto Sans SC"/>
              </a:defRPr>
            </a:lvl5pPr>
            <a:lvl6pPr algn="l">
              <a:defRPr sz="1650" b="1">
                <a:solidFill>
                  <a:srgbClr val="26343C"/>
                </a:solidFill>
                <a:latin typeface="Noto Sans SC"/>
                <a:ea typeface="Noto Sans SC"/>
                <a:cs typeface="Noto Sans SC"/>
              </a:defRPr>
            </a:lvl6pPr>
            <a:lvl7pPr algn="l">
              <a:defRPr sz="1650" b="1">
                <a:solidFill>
                  <a:srgbClr val="26343C"/>
                </a:solidFill>
                <a:latin typeface="Noto Sans SC"/>
                <a:ea typeface="Noto Sans SC"/>
                <a:cs typeface="Noto Sans SC"/>
              </a:defRPr>
            </a:lvl7pPr>
            <a:lvl8pPr algn="l">
              <a:defRPr sz="1650" b="1">
                <a:solidFill>
                  <a:srgbClr val="26343C"/>
                </a:solidFill>
                <a:latin typeface="Noto Sans SC"/>
                <a:ea typeface="Noto Sans SC"/>
                <a:cs typeface="Noto Sans SC"/>
              </a:defRPr>
            </a:lvl8pPr>
            <a:lvl9pPr algn="l">
              <a:defRPr sz="1650" b="1">
                <a:solidFill>
                  <a:srgbClr val="26343C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l">
              <a:lnSpc>
                <a:spcPct val="100000"/>
              </a:lnSpc>
              <a:buNone/>
              <a:defRPr sz="1650" b="1">
                <a:solidFill>
                  <a:srgbClr val="26343C"/>
                </a:solidFill>
                <a:latin typeface="Noto Sans SC"/>
                <a:ea typeface="Noto Sans SC"/>
                <a:cs typeface="Noto Sans SC"/>
              </a:defRPr>
            </a:pPr>
            <a:r>
              <a:rPr sz="1650" b="1">
                <a:solidFill>
                  <a:srgbClr val="26343C"/>
                </a:solidFill>
                <a:latin typeface="Noto Sans SC"/>
                <a:ea typeface="Noto Sans SC"/>
                <a:cs typeface="Noto Sans SC"/>
              </a:rPr>
              <a:t>窗中心复核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4E87FB75-FC7C-4244-B611-9EF1C0453F17}"/>
              </a:ext>
            </a:extLst>
          </p:cNvPr>
          <p:cNvSpPr>
            <a:spLocks noGrp="1"/>
          </p:cNvSpPr>
          <p:nvPr/>
        </p:nvSpPr>
        <p:spPr>
          <a:xfrm>
            <a:off x="3981450" y="3686175"/>
            <a:ext cx="7477125" cy="647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425" b="0">
                <a:solidFill>
                  <a:srgbClr val="5F7078"/>
                </a:solidFill>
                <a:latin typeface="Noto Sans SC"/>
                <a:ea typeface="Noto Sans SC"/>
                <a:cs typeface="Noto Sans SC"/>
              </a:defRPr>
            </a:defPPr>
            <a:lvl1pPr algn="l">
              <a:defRPr sz="1425" b="0">
                <a:solidFill>
                  <a:srgbClr val="5F7078"/>
                </a:solidFill>
                <a:latin typeface="Noto Sans SC"/>
                <a:ea typeface="Noto Sans SC"/>
                <a:cs typeface="Noto Sans SC"/>
              </a:defRPr>
            </a:lvl1pPr>
            <a:lvl2pPr algn="l">
              <a:defRPr sz="1425" b="0">
                <a:solidFill>
                  <a:srgbClr val="5F7078"/>
                </a:solidFill>
                <a:latin typeface="Noto Sans SC"/>
                <a:ea typeface="Noto Sans SC"/>
                <a:cs typeface="Noto Sans SC"/>
              </a:defRPr>
            </a:lvl2pPr>
            <a:lvl3pPr algn="l">
              <a:defRPr sz="1425" b="0">
                <a:solidFill>
                  <a:srgbClr val="5F7078"/>
                </a:solidFill>
                <a:latin typeface="Noto Sans SC"/>
                <a:ea typeface="Noto Sans SC"/>
                <a:cs typeface="Noto Sans SC"/>
              </a:defRPr>
            </a:lvl3pPr>
            <a:lvl4pPr algn="l">
              <a:defRPr sz="1425" b="0">
                <a:solidFill>
                  <a:srgbClr val="5F7078"/>
                </a:solidFill>
                <a:latin typeface="Noto Sans SC"/>
                <a:ea typeface="Noto Sans SC"/>
                <a:cs typeface="Noto Sans SC"/>
              </a:defRPr>
            </a:lvl4pPr>
            <a:lvl5pPr algn="l">
              <a:defRPr sz="1425" b="0">
                <a:solidFill>
                  <a:srgbClr val="5F7078"/>
                </a:solidFill>
                <a:latin typeface="Noto Sans SC"/>
                <a:ea typeface="Noto Sans SC"/>
                <a:cs typeface="Noto Sans SC"/>
              </a:defRPr>
            </a:lvl5pPr>
            <a:lvl6pPr algn="l">
              <a:defRPr sz="1425" b="0">
                <a:solidFill>
                  <a:srgbClr val="5F7078"/>
                </a:solidFill>
                <a:latin typeface="Noto Sans SC"/>
                <a:ea typeface="Noto Sans SC"/>
                <a:cs typeface="Noto Sans SC"/>
              </a:defRPr>
            </a:lvl6pPr>
            <a:lvl7pPr algn="l">
              <a:defRPr sz="1425" b="0">
                <a:solidFill>
                  <a:srgbClr val="5F7078"/>
                </a:solidFill>
                <a:latin typeface="Noto Sans SC"/>
                <a:ea typeface="Noto Sans SC"/>
                <a:cs typeface="Noto Sans SC"/>
              </a:defRPr>
            </a:lvl7pPr>
            <a:lvl8pPr algn="l">
              <a:defRPr sz="1425" b="0">
                <a:solidFill>
                  <a:srgbClr val="5F7078"/>
                </a:solidFill>
                <a:latin typeface="Noto Sans SC"/>
                <a:ea typeface="Noto Sans SC"/>
                <a:cs typeface="Noto Sans SC"/>
              </a:defRPr>
            </a:lvl8pPr>
            <a:lvl9pPr algn="l">
              <a:defRPr sz="1425" b="0">
                <a:solidFill>
                  <a:srgbClr val="5F7078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l">
              <a:lnSpc>
                <a:spcPct val="100000"/>
              </a:lnSpc>
              <a:buNone/>
              <a:defRPr sz="1425" b="0">
                <a:solidFill>
                  <a:srgbClr val="5F7078"/>
                </a:solidFill>
                <a:latin typeface="Noto Sans SC"/>
                <a:ea typeface="Noto Sans SC"/>
                <a:cs typeface="Noto Sans SC"/>
              </a:defRPr>
            </a:pPr>
            <a:r>
              <a:rPr sz="1425" b="0">
                <a:solidFill>
                  <a:srgbClr val="5F7078"/>
                </a:solidFill>
                <a:latin typeface="Noto Sans SC"/>
                <a:ea typeface="Noto Sans SC"/>
                <a:cs typeface="Noto Sans SC"/>
              </a:rPr>
              <a:t>在上游候选通过后，一对一配对照片预测窗中心和 LoD3 原有窗中心。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0D98B9A5-3D1F-418E-AFE0-F6F7A9ECFD88}"/>
              </a:ext>
            </a:extLst>
          </p:cNvPr>
          <p:cNvSpPr>
            <a:spLocks noGrp="1"/>
          </p:cNvSpPr>
          <p:nvPr/>
        </p:nvSpPr>
        <p:spPr>
          <a:xfrm>
            <a:off x="1390650" y="4381500"/>
            <a:ext cx="9953625" cy="9525"/>
          </a:xfrm>
          <a:prstGeom prst="rect">
            <a:avLst/>
          </a:prstGeom>
          <a:solidFill>
            <a:srgbClr val="B8C8CC"/>
          </a:solidFill>
          <a:ln w="0">
            <a:noFill/>
            <a:prstDash val="solid"/>
          </a:ln>
        </p:spPr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9FDBB770-718C-4B13-8FB3-E119F7DEEC70}"/>
              </a:ext>
            </a:extLst>
          </p:cNvPr>
          <p:cNvSpPr>
            <a:spLocks noGrp="1"/>
          </p:cNvSpPr>
          <p:nvPr/>
        </p:nvSpPr>
        <p:spPr>
          <a:xfrm>
            <a:off x="666750" y="4476750"/>
            <a:ext cx="695325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550" b="0">
                <a:solidFill>
                  <a:srgbClr val="567F8B"/>
                </a:solidFill>
                <a:latin typeface="Georgia"/>
                <a:ea typeface="Georgia"/>
                <a:cs typeface="Georgia"/>
              </a:defRPr>
            </a:defPPr>
            <a:lvl1pPr algn="l">
              <a:defRPr sz="2550" b="0">
                <a:solidFill>
                  <a:srgbClr val="567F8B"/>
                </a:solidFill>
                <a:latin typeface="Georgia"/>
                <a:ea typeface="Georgia"/>
                <a:cs typeface="Georgia"/>
              </a:defRPr>
            </a:lvl1pPr>
            <a:lvl2pPr algn="l">
              <a:defRPr sz="2550" b="0">
                <a:solidFill>
                  <a:srgbClr val="567F8B"/>
                </a:solidFill>
                <a:latin typeface="Georgia"/>
                <a:ea typeface="Georgia"/>
                <a:cs typeface="Georgia"/>
              </a:defRPr>
            </a:lvl2pPr>
            <a:lvl3pPr algn="l">
              <a:defRPr sz="2550" b="0">
                <a:solidFill>
                  <a:srgbClr val="567F8B"/>
                </a:solidFill>
                <a:latin typeface="Georgia"/>
                <a:ea typeface="Georgia"/>
                <a:cs typeface="Georgia"/>
              </a:defRPr>
            </a:lvl3pPr>
            <a:lvl4pPr algn="l">
              <a:defRPr sz="2550" b="0">
                <a:solidFill>
                  <a:srgbClr val="567F8B"/>
                </a:solidFill>
                <a:latin typeface="Georgia"/>
                <a:ea typeface="Georgia"/>
                <a:cs typeface="Georgia"/>
              </a:defRPr>
            </a:lvl4pPr>
            <a:lvl5pPr algn="l">
              <a:defRPr sz="2550" b="0">
                <a:solidFill>
                  <a:srgbClr val="567F8B"/>
                </a:solidFill>
                <a:latin typeface="Georgia"/>
                <a:ea typeface="Georgia"/>
                <a:cs typeface="Georgia"/>
              </a:defRPr>
            </a:lvl5pPr>
            <a:lvl6pPr algn="l">
              <a:defRPr sz="2550" b="0">
                <a:solidFill>
                  <a:srgbClr val="567F8B"/>
                </a:solidFill>
                <a:latin typeface="Georgia"/>
                <a:ea typeface="Georgia"/>
                <a:cs typeface="Georgia"/>
              </a:defRPr>
            </a:lvl6pPr>
            <a:lvl7pPr algn="l">
              <a:defRPr sz="2550" b="0">
                <a:solidFill>
                  <a:srgbClr val="567F8B"/>
                </a:solidFill>
                <a:latin typeface="Georgia"/>
                <a:ea typeface="Georgia"/>
                <a:cs typeface="Georgia"/>
              </a:defRPr>
            </a:lvl7pPr>
            <a:lvl8pPr algn="l">
              <a:defRPr sz="2550" b="0">
                <a:solidFill>
                  <a:srgbClr val="567F8B"/>
                </a:solidFill>
                <a:latin typeface="Georgia"/>
                <a:ea typeface="Georgia"/>
                <a:cs typeface="Georgia"/>
              </a:defRPr>
            </a:lvl8pPr>
            <a:lvl9pPr algn="l">
              <a:defRPr sz="2550" b="0">
                <a:solidFill>
                  <a:srgbClr val="567F8B"/>
                </a:solidFill>
                <a:latin typeface="Georgia"/>
                <a:ea typeface="Georgia"/>
                <a:cs typeface="Georgia"/>
              </a:defRPr>
            </a:lvl9pPr>
          </a:lstStyle>
          <a:p>
            <a:pPr algn="l">
              <a:lnSpc>
                <a:spcPct val="100000"/>
              </a:lnSpc>
              <a:buNone/>
              <a:defRPr sz="2550" b="0">
                <a:solidFill>
                  <a:srgbClr val="567F8B"/>
                </a:solidFill>
                <a:latin typeface="Georgia"/>
                <a:ea typeface="Georgia"/>
                <a:cs typeface="Georgia"/>
              </a:defRPr>
            </a:pPr>
            <a:r>
              <a:rPr sz="2550" b="0">
                <a:solidFill>
                  <a:srgbClr val="567F8B"/>
                </a:solidFill>
                <a:latin typeface="Georgia"/>
                <a:ea typeface="Georgia"/>
                <a:cs typeface="Georgia"/>
              </a:rPr>
              <a:t>04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79DFE09C-1557-45E3-BDA2-6B04FC5D1BB3}"/>
              </a:ext>
            </a:extLst>
          </p:cNvPr>
          <p:cNvSpPr>
            <a:spLocks noGrp="1"/>
          </p:cNvSpPr>
          <p:nvPr/>
        </p:nvSpPr>
        <p:spPr>
          <a:xfrm>
            <a:off x="1390650" y="4505325"/>
            <a:ext cx="2667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650" b="1">
                <a:solidFill>
                  <a:srgbClr val="26343C"/>
                </a:solidFill>
                <a:latin typeface="Noto Sans SC"/>
                <a:ea typeface="Noto Sans SC"/>
                <a:cs typeface="Noto Sans SC"/>
              </a:defRPr>
            </a:defPPr>
            <a:lvl1pPr algn="l">
              <a:defRPr sz="1650" b="1">
                <a:solidFill>
                  <a:srgbClr val="26343C"/>
                </a:solidFill>
                <a:latin typeface="Noto Sans SC"/>
                <a:ea typeface="Noto Sans SC"/>
                <a:cs typeface="Noto Sans SC"/>
              </a:defRPr>
            </a:lvl1pPr>
            <a:lvl2pPr algn="l">
              <a:defRPr sz="1650" b="1">
                <a:solidFill>
                  <a:srgbClr val="26343C"/>
                </a:solidFill>
                <a:latin typeface="Noto Sans SC"/>
                <a:ea typeface="Noto Sans SC"/>
                <a:cs typeface="Noto Sans SC"/>
              </a:defRPr>
            </a:lvl2pPr>
            <a:lvl3pPr algn="l">
              <a:defRPr sz="1650" b="1">
                <a:solidFill>
                  <a:srgbClr val="26343C"/>
                </a:solidFill>
                <a:latin typeface="Noto Sans SC"/>
                <a:ea typeface="Noto Sans SC"/>
                <a:cs typeface="Noto Sans SC"/>
              </a:defRPr>
            </a:lvl3pPr>
            <a:lvl4pPr algn="l">
              <a:defRPr sz="1650" b="1">
                <a:solidFill>
                  <a:srgbClr val="26343C"/>
                </a:solidFill>
                <a:latin typeface="Noto Sans SC"/>
                <a:ea typeface="Noto Sans SC"/>
                <a:cs typeface="Noto Sans SC"/>
              </a:defRPr>
            </a:lvl4pPr>
            <a:lvl5pPr algn="l">
              <a:defRPr sz="1650" b="1">
                <a:solidFill>
                  <a:srgbClr val="26343C"/>
                </a:solidFill>
                <a:latin typeface="Noto Sans SC"/>
                <a:ea typeface="Noto Sans SC"/>
                <a:cs typeface="Noto Sans SC"/>
              </a:defRPr>
            </a:lvl5pPr>
            <a:lvl6pPr algn="l">
              <a:defRPr sz="1650" b="1">
                <a:solidFill>
                  <a:srgbClr val="26343C"/>
                </a:solidFill>
                <a:latin typeface="Noto Sans SC"/>
                <a:ea typeface="Noto Sans SC"/>
                <a:cs typeface="Noto Sans SC"/>
              </a:defRPr>
            </a:lvl6pPr>
            <a:lvl7pPr algn="l">
              <a:defRPr sz="1650" b="1">
                <a:solidFill>
                  <a:srgbClr val="26343C"/>
                </a:solidFill>
                <a:latin typeface="Noto Sans SC"/>
                <a:ea typeface="Noto Sans SC"/>
                <a:cs typeface="Noto Sans SC"/>
              </a:defRPr>
            </a:lvl7pPr>
            <a:lvl8pPr algn="l">
              <a:defRPr sz="1650" b="1">
                <a:solidFill>
                  <a:srgbClr val="26343C"/>
                </a:solidFill>
                <a:latin typeface="Noto Sans SC"/>
                <a:ea typeface="Noto Sans SC"/>
                <a:cs typeface="Noto Sans SC"/>
              </a:defRPr>
            </a:lvl8pPr>
            <a:lvl9pPr algn="l">
              <a:defRPr sz="1650" b="1">
                <a:solidFill>
                  <a:srgbClr val="26343C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l">
              <a:lnSpc>
                <a:spcPct val="100000"/>
              </a:lnSpc>
              <a:buNone/>
              <a:defRPr sz="1650" b="1">
                <a:solidFill>
                  <a:srgbClr val="26343C"/>
                </a:solidFill>
                <a:latin typeface="Noto Sans SC"/>
                <a:ea typeface="Noto Sans SC"/>
                <a:cs typeface="Noto Sans SC"/>
              </a:defRPr>
            </a:pPr>
            <a:r>
              <a:rPr sz="1650" b="1">
                <a:solidFill>
                  <a:srgbClr val="26343C"/>
                </a:solidFill>
                <a:latin typeface="Noto Sans SC"/>
                <a:ea typeface="Noto Sans SC"/>
                <a:cs typeface="Noto Sans SC"/>
              </a:rPr>
              <a:t>位置预览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6578A759-A846-4362-92A7-473CA35C459B}"/>
              </a:ext>
            </a:extLst>
          </p:cNvPr>
          <p:cNvSpPr>
            <a:spLocks noGrp="1"/>
          </p:cNvSpPr>
          <p:nvPr/>
        </p:nvSpPr>
        <p:spPr>
          <a:xfrm>
            <a:off x="3981450" y="4514850"/>
            <a:ext cx="7477125" cy="647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425" b="0">
                <a:solidFill>
                  <a:srgbClr val="5F7078"/>
                </a:solidFill>
                <a:latin typeface="Noto Sans SC"/>
                <a:ea typeface="Noto Sans SC"/>
                <a:cs typeface="Noto Sans SC"/>
              </a:defRPr>
            </a:defPPr>
            <a:lvl1pPr algn="l">
              <a:defRPr sz="1425" b="0">
                <a:solidFill>
                  <a:srgbClr val="5F7078"/>
                </a:solidFill>
                <a:latin typeface="Noto Sans SC"/>
                <a:ea typeface="Noto Sans SC"/>
                <a:cs typeface="Noto Sans SC"/>
              </a:defRPr>
            </a:lvl1pPr>
            <a:lvl2pPr algn="l">
              <a:defRPr sz="1425" b="0">
                <a:solidFill>
                  <a:srgbClr val="5F7078"/>
                </a:solidFill>
                <a:latin typeface="Noto Sans SC"/>
                <a:ea typeface="Noto Sans SC"/>
                <a:cs typeface="Noto Sans SC"/>
              </a:defRPr>
            </a:lvl2pPr>
            <a:lvl3pPr algn="l">
              <a:defRPr sz="1425" b="0">
                <a:solidFill>
                  <a:srgbClr val="5F7078"/>
                </a:solidFill>
                <a:latin typeface="Noto Sans SC"/>
                <a:ea typeface="Noto Sans SC"/>
                <a:cs typeface="Noto Sans SC"/>
              </a:defRPr>
            </a:lvl3pPr>
            <a:lvl4pPr algn="l">
              <a:defRPr sz="1425" b="0">
                <a:solidFill>
                  <a:srgbClr val="5F7078"/>
                </a:solidFill>
                <a:latin typeface="Noto Sans SC"/>
                <a:ea typeface="Noto Sans SC"/>
                <a:cs typeface="Noto Sans SC"/>
              </a:defRPr>
            </a:lvl4pPr>
            <a:lvl5pPr algn="l">
              <a:defRPr sz="1425" b="0">
                <a:solidFill>
                  <a:srgbClr val="5F7078"/>
                </a:solidFill>
                <a:latin typeface="Noto Sans SC"/>
                <a:ea typeface="Noto Sans SC"/>
                <a:cs typeface="Noto Sans SC"/>
              </a:defRPr>
            </a:lvl5pPr>
            <a:lvl6pPr algn="l">
              <a:defRPr sz="1425" b="0">
                <a:solidFill>
                  <a:srgbClr val="5F7078"/>
                </a:solidFill>
                <a:latin typeface="Noto Sans SC"/>
                <a:ea typeface="Noto Sans SC"/>
                <a:cs typeface="Noto Sans SC"/>
              </a:defRPr>
            </a:lvl6pPr>
            <a:lvl7pPr algn="l">
              <a:defRPr sz="1425" b="0">
                <a:solidFill>
                  <a:srgbClr val="5F7078"/>
                </a:solidFill>
                <a:latin typeface="Noto Sans SC"/>
                <a:ea typeface="Noto Sans SC"/>
                <a:cs typeface="Noto Sans SC"/>
              </a:defRPr>
            </a:lvl7pPr>
            <a:lvl8pPr algn="l">
              <a:defRPr sz="1425" b="0">
                <a:solidFill>
                  <a:srgbClr val="5F7078"/>
                </a:solidFill>
                <a:latin typeface="Noto Sans SC"/>
                <a:ea typeface="Noto Sans SC"/>
                <a:cs typeface="Noto Sans SC"/>
              </a:defRPr>
            </a:lvl8pPr>
            <a:lvl9pPr algn="l">
              <a:defRPr sz="1425" b="0">
                <a:solidFill>
                  <a:srgbClr val="5F7078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l">
              <a:lnSpc>
                <a:spcPct val="100000"/>
              </a:lnSpc>
              <a:buNone/>
              <a:defRPr sz="1425" b="0">
                <a:solidFill>
                  <a:srgbClr val="5F7078"/>
                </a:solidFill>
                <a:latin typeface="Noto Sans SC"/>
                <a:ea typeface="Noto Sans SC"/>
                <a:cs typeface="Noto Sans SC"/>
              </a:defRPr>
            </a:pPr>
            <a:r>
              <a:rPr sz="1425" b="0">
                <a:solidFill>
                  <a:srgbClr val="5F7078"/>
                </a:solidFill>
                <a:latin typeface="Noto Sans SC"/>
                <a:ea typeface="Noto Sans SC"/>
                <a:cs typeface="Noto Sans SC"/>
              </a:rPr>
              <a:t>审核通过后投影预测框到墙平面，输出 JSON、OBJ 和预览图。</a:t>
            </a: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7801D4CC-A671-4B1A-9A35-7054E862704A}"/>
              </a:ext>
            </a:extLst>
          </p:cNvPr>
          <p:cNvSpPr>
            <a:spLocks noGrp="1"/>
          </p:cNvSpPr>
          <p:nvPr/>
        </p:nvSpPr>
        <p:spPr>
          <a:xfrm>
            <a:off x="1390650" y="5210175"/>
            <a:ext cx="9953625" cy="9525"/>
          </a:xfrm>
          <a:prstGeom prst="rect">
            <a:avLst/>
          </a:prstGeom>
          <a:solidFill>
            <a:srgbClr val="B8C8CC"/>
          </a:solidFill>
          <a:ln w="0">
            <a:noFill/>
            <a:prstDash val="solid"/>
          </a:ln>
        </p:spPr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5D27ED15-A815-4E62-A232-17E67619E4BF}"/>
              </a:ext>
            </a:extLst>
          </p:cNvPr>
          <p:cNvSpPr>
            <a:spLocks noGrp="1"/>
          </p:cNvSpPr>
          <p:nvPr/>
        </p:nvSpPr>
        <p:spPr>
          <a:xfrm>
            <a:off x="647700" y="5343525"/>
            <a:ext cx="10820400" cy="666750"/>
          </a:xfrm>
          <a:prstGeom prst="rect">
            <a:avLst/>
          </a:prstGeom>
          <a:solidFill>
            <a:srgbClr val="E8EFEE"/>
          </a:solidFill>
          <a:ln w="0">
            <a:noFill/>
            <a:prstDash val="solid"/>
          </a:ln>
        </p:spPr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D911C914-45F0-464E-8AB1-59618FF7021B}"/>
              </a:ext>
            </a:extLst>
          </p:cNvPr>
          <p:cNvSpPr>
            <a:spLocks noGrp="1"/>
          </p:cNvSpPr>
          <p:nvPr/>
        </p:nvSpPr>
        <p:spPr>
          <a:xfrm>
            <a:off x="790575" y="5514975"/>
            <a:ext cx="1457325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500" b="1">
                <a:solidFill>
                  <a:srgbClr val="9C6759"/>
                </a:solidFill>
                <a:latin typeface="Noto Sans SC"/>
                <a:ea typeface="Noto Sans SC"/>
                <a:cs typeface="Noto Sans SC"/>
              </a:defRPr>
            </a:defPPr>
            <a:lvl1pPr algn="l">
              <a:defRPr sz="1500" b="1">
                <a:solidFill>
                  <a:srgbClr val="9C6759"/>
                </a:solidFill>
                <a:latin typeface="Noto Sans SC"/>
                <a:ea typeface="Noto Sans SC"/>
                <a:cs typeface="Noto Sans SC"/>
              </a:defRPr>
            </a:lvl1pPr>
            <a:lvl2pPr algn="l">
              <a:defRPr sz="1500" b="1">
                <a:solidFill>
                  <a:srgbClr val="9C6759"/>
                </a:solidFill>
                <a:latin typeface="Noto Sans SC"/>
                <a:ea typeface="Noto Sans SC"/>
                <a:cs typeface="Noto Sans SC"/>
              </a:defRPr>
            </a:lvl2pPr>
            <a:lvl3pPr algn="l">
              <a:defRPr sz="1500" b="1">
                <a:solidFill>
                  <a:srgbClr val="9C6759"/>
                </a:solidFill>
                <a:latin typeface="Noto Sans SC"/>
                <a:ea typeface="Noto Sans SC"/>
                <a:cs typeface="Noto Sans SC"/>
              </a:defRPr>
            </a:lvl3pPr>
            <a:lvl4pPr algn="l">
              <a:defRPr sz="1500" b="1">
                <a:solidFill>
                  <a:srgbClr val="9C6759"/>
                </a:solidFill>
                <a:latin typeface="Noto Sans SC"/>
                <a:ea typeface="Noto Sans SC"/>
                <a:cs typeface="Noto Sans SC"/>
              </a:defRPr>
            </a:lvl4pPr>
            <a:lvl5pPr algn="l">
              <a:defRPr sz="1500" b="1">
                <a:solidFill>
                  <a:srgbClr val="9C6759"/>
                </a:solidFill>
                <a:latin typeface="Noto Sans SC"/>
                <a:ea typeface="Noto Sans SC"/>
                <a:cs typeface="Noto Sans SC"/>
              </a:defRPr>
            </a:lvl5pPr>
            <a:lvl6pPr algn="l">
              <a:defRPr sz="1500" b="1">
                <a:solidFill>
                  <a:srgbClr val="9C6759"/>
                </a:solidFill>
                <a:latin typeface="Noto Sans SC"/>
                <a:ea typeface="Noto Sans SC"/>
                <a:cs typeface="Noto Sans SC"/>
              </a:defRPr>
            </a:lvl6pPr>
            <a:lvl7pPr algn="l">
              <a:defRPr sz="1500" b="1">
                <a:solidFill>
                  <a:srgbClr val="9C6759"/>
                </a:solidFill>
                <a:latin typeface="Noto Sans SC"/>
                <a:ea typeface="Noto Sans SC"/>
                <a:cs typeface="Noto Sans SC"/>
              </a:defRPr>
            </a:lvl7pPr>
            <a:lvl8pPr algn="l">
              <a:defRPr sz="1500" b="1">
                <a:solidFill>
                  <a:srgbClr val="9C6759"/>
                </a:solidFill>
                <a:latin typeface="Noto Sans SC"/>
                <a:ea typeface="Noto Sans SC"/>
                <a:cs typeface="Noto Sans SC"/>
              </a:defRPr>
            </a:lvl8pPr>
            <a:lvl9pPr algn="l">
              <a:defRPr sz="1500" b="1">
                <a:solidFill>
                  <a:srgbClr val="9C6759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l">
              <a:lnSpc>
                <a:spcPct val="100000"/>
              </a:lnSpc>
              <a:buNone/>
              <a:defRPr sz="1500" b="1">
                <a:solidFill>
                  <a:srgbClr val="9C6759"/>
                </a:solidFill>
                <a:latin typeface="Noto Sans SC"/>
                <a:ea typeface="Noto Sans SC"/>
                <a:cs typeface="Noto Sans SC"/>
              </a:defRPr>
            </a:pPr>
            <a:r>
              <a:rPr sz="1500" b="1">
                <a:solidFill>
                  <a:srgbClr val="9C6759"/>
                </a:solidFill>
                <a:latin typeface="Noto Sans SC"/>
                <a:ea typeface="Noto Sans SC"/>
                <a:cs typeface="Noto Sans SC"/>
              </a:rPr>
              <a:t>误差传递</a:t>
            </a: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671F9012-F870-4E64-97BA-C61EE56D8A28}"/>
              </a:ext>
            </a:extLst>
          </p:cNvPr>
          <p:cNvSpPr>
            <a:spLocks noGrp="1"/>
          </p:cNvSpPr>
          <p:nvPr/>
        </p:nvSpPr>
        <p:spPr>
          <a:xfrm>
            <a:off x="2305050" y="5505450"/>
            <a:ext cx="8943975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575" b="0">
                <a:solidFill>
                  <a:srgbClr val="26343C"/>
                </a:solidFill>
                <a:latin typeface="Noto Sans SC"/>
                <a:ea typeface="Noto Sans SC"/>
                <a:cs typeface="Noto Sans SC"/>
              </a:defRPr>
            </a:defPPr>
            <a:lvl1pPr algn="l">
              <a:defRPr sz="1575" b="0">
                <a:solidFill>
                  <a:srgbClr val="26343C"/>
                </a:solidFill>
                <a:latin typeface="Noto Sans SC"/>
                <a:ea typeface="Noto Sans SC"/>
                <a:cs typeface="Noto Sans SC"/>
              </a:defRPr>
            </a:lvl1pPr>
            <a:lvl2pPr algn="l">
              <a:defRPr sz="1575" b="0">
                <a:solidFill>
                  <a:srgbClr val="26343C"/>
                </a:solidFill>
                <a:latin typeface="Noto Sans SC"/>
                <a:ea typeface="Noto Sans SC"/>
                <a:cs typeface="Noto Sans SC"/>
              </a:defRPr>
            </a:lvl2pPr>
            <a:lvl3pPr algn="l">
              <a:defRPr sz="1575" b="0">
                <a:solidFill>
                  <a:srgbClr val="26343C"/>
                </a:solidFill>
                <a:latin typeface="Noto Sans SC"/>
                <a:ea typeface="Noto Sans SC"/>
                <a:cs typeface="Noto Sans SC"/>
              </a:defRPr>
            </a:lvl3pPr>
            <a:lvl4pPr algn="l">
              <a:defRPr sz="1575" b="0">
                <a:solidFill>
                  <a:srgbClr val="26343C"/>
                </a:solidFill>
                <a:latin typeface="Noto Sans SC"/>
                <a:ea typeface="Noto Sans SC"/>
                <a:cs typeface="Noto Sans SC"/>
              </a:defRPr>
            </a:lvl4pPr>
            <a:lvl5pPr algn="l">
              <a:defRPr sz="1575" b="0">
                <a:solidFill>
                  <a:srgbClr val="26343C"/>
                </a:solidFill>
                <a:latin typeface="Noto Sans SC"/>
                <a:ea typeface="Noto Sans SC"/>
                <a:cs typeface="Noto Sans SC"/>
              </a:defRPr>
            </a:lvl5pPr>
            <a:lvl6pPr algn="l">
              <a:defRPr sz="1575" b="0">
                <a:solidFill>
                  <a:srgbClr val="26343C"/>
                </a:solidFill>
                <a:latin typeface="Noto Sans SC"/>
                <a:ea typeface="Noto Sans SC"/>
                <a:cs typeface="Noto Sans SC"/>
              </a:defRPr>
            </a:lvl6pPr>
            <a:lvl7pPr algn="l">
              <a:defRPr sz="1575" b="0">
                <a:solidFill>
                  <a:srgbClr val="26343C"/>
                </a:solidFill>
                <a:latin typeface="Noto Sans SC"/>
                <a:ea typeface="Noto Sans SC"/>
                <a:cs typeface="Noto Sans SC"/>
              </a:defRPr>
            </a:lvl7pPr>
            <a:lvl8pPr algn="l">
              <a:defRPr sz="1575" b="0">
                <a:solidFill>
                  <a:srgbClr val="26343C"/>
                </a:solidFill>
                <a:latin typeface="Noto Sans SC"/>
                <a:ea typeface="Noto Sans SC"/>
                <a:cs typeface="Noto Sans SC"/>
              </a:defRPr>
            </a:lvl8pPr>
            <a:lvl9pPr algn="l">
              <a:defRPr sz="1575" b="0">
                <a:solidFill>
                  <a:srgbClr val="26343C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l">
              <a:lnSpc>
                <a:spcPct val="100000"/>
              </a:lnSpc>
              <a:buNone/>
              <a:defRPr sz="1575" b="0">
                <a:solidFill>
                  <a:srgbClr val="26343C"/>
                </a:solidFill>
                <a:latin typeface="Noto Sans SC"/>
                <a:ea typeface="Noto Sans SC"/>
                <a:cs typeface="Noto Sans SC"/>
              </a:defRPr>
            </a:pPr>
            <a:r>
              <a:rPr sz="1575" b="0">
                <a:solidFill>
                  <a:srgbClr val="26343C"/>
                </a:solidFill>
                <a:latin typeface="Noto Sans SC"/>
                <a:ea typeface="Noto Sans SC"/>
                <a:cs typeface="Noto Sans SC"/>
              </a:rPr>
              <a:t>检测框偏移  →  窗中心错配  →  对齐变换偏移  →  三维位置与尺寸偏移</a:t>
            </a:r>
          </a:p>
        </p:txBody>
      </p:sp>
    </p:spTree>
    <p:extLst>
      <p:ext uri="{BB962C8B-B14F-4D97-AF65-F5344CB8AC3E}">
        <p14:creationId xmlns:p14="http://schemas.microsoft.com/office/powerpoint/2010/main" val="125080564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>
            <a:extLst>
              <a:ext uri="{FF2B5EF4-FFF2-40B4-BE49-F238E27FC236}">
                <a16:creationId xmlns:a16="http://schemas.microsoft.com/office/drawing/2014/main" id="{15C85AE6-75CF-4114-95B6-4C1B36659005}"/>
              </a:ext>
            </a:extLst>
          </p:cNvPr>
          <p:cNvSpPr>
            <a:spLocks noGrp="1"/>
          </p:cNvSpPr>
          <p:nvPr/>
        </p:nvSpPr>
        <p:spPr>
          <a:xfrm>
            <a:off x="361950" y="219075"/>
            <a:ext cx="10382250" cy="2952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725" b="1">
                <a:solidFill>
                  <a:srgbClr val="26343C"/>
                </a:solidFill>
                <a:latin typeface="Noto Sans SC"/>
                <a:ea typeface="Noto Sans SC"/>
                <a:cs typeface="Noto Sans SC"/>
              </a:defRPr>
            </a:defPPr>
            <a:lvl1pPr algn="l">
              <a:defRPr sz="1725" b="1">
                <a:solidFill>
                  <a:srgbClr val="26343C"/>
                </a:solidFill>
                <a:latin typeface="Noto Sans SC"/>
                <a:ea typeface="Noto Sans SC"/>
                <a:cs typeface="Noto Sans SC"/>
              </a:defRPr>
            </a:lvl1pPr>
            <a:lvl2pPr algn="l">
              <a:defRPr sz="1725" b="1">
                <a:solidFill>
                  <a:srgbClr val="26343C"/>
                </a:solidFill>
                <a:latin typeface="Noto Sans SC"/>
                <a:ea typeface="Noto Sans SC"/>
                <a:cs typeface="Noto Sans SC"/>
              </a:defRPr>
            </a:lvl2pPr>
            <a:lvl3pPr algn="l">
              <a:defRPr sz="1725" b="1">
                <a:solidFill>
                  <a:srgbClr val="26343C"/>
                </a:solidFill>
                <a:latin typeface="Noto Sans SC"/>
                <a:ea typeface="Noto Sans SC"/>
                <a:cs typeface="Noto Sans SC"/>
              </a:defRPr>
            </a:lvl3pPr>
            <a:lvl4pPr algn="l">
              <a:defRPr sz="1725" b="1">
                <a:solidFill>
                  <a:srgbClr val="26343C"/>
                </a:solidFill>
                <a:latin typeface="Noto Sans SC"/>
                <a:ea typeface="Noto Sans SC"/>
                <a:cs typeface="Noto Sans SC"/>
              </a:defRPr>
            </a:lvl4pPr>
            <a:lvl5pPr algn="l">
              <a:defRPr sz="1725" b="1">
                <a:solidFill>
                  <a:srgbClr val="26343C"/>
                </a:solidFill>
                <a:latin typeface="Noto Sans SC"/>
                <a:ea typeface="Noto Sans SC"/>
                <a:cs typeface="Noto Sans SC"/>
              </a:defRPr>
            </a:lvl5pPr>
            <a:lvl6pPr algn="l">
              <a:defRPr sz="1725" b="1">
                <a:solidFill>
                  <a:srgbClr val="26343C"/>
                </a:solidFill>
                <a:latin typeface="Noto Sans SC"/>
                <a:ea typeface="Noto Sans SC"/>
                <a:cs typeface="Noto Sans SC"/>
              </a:defRPr>
            </a:lvl6pPr>
            <a:lvl7pPr algn="l">
              <a:defRPr sz="1725" b="1">
                <a:solidFill>
                  <a:srgbClr val="26343C"/>
                </a:solidFill>
                <a:latin typeface="Noto Sans SC"/>
                <a:ea typeface="Noto Sans SC"/>
                <a:cs typeface="Noto Sans SC"/>
              </a:defRPr>
            </a:lvl7pPr>
            <a:lvl8pPr algn="l">
              <a:defRPr sz="1725" b="1">
                <a:solidFill>
                  <a:srgbClr val="26343C"/>
                </a:solidFill>
                <a:latin typeface="Noto Sans SC"/>
                <a:ea typeface="Noto Sans SC"/>
                <a:cs typeface="Noto Sans SC"/>
              </a:defRPr>
            </a:lvl8pPr>
            <a:lvl9pPr algn="l">
              <a:defRPr sz="1725" b="1">
                <a:solidFill>
                  <a:srgbClr val="26343C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l">
              <a:lnSpc>
                <a:spcPct val="100000"/>
              </a:lnSpc>
              <a:buNone/>
              <a:defRPr sz="1725" b="1">
                <a:solidFill>
                  <a:srgbClr val="26343C"/>
                </a:solidFill>
                <a:latin typeface="Noto Sans SC"/>
                <a:ea typeface="Noto Sans SC"/>
                <a:cs typeface="Noto Sans SC"/>
              </a:defRPr>
            </a:pPr>
            <a:r>
              <a:rPr sz="1725" b="1">
                <a:solidFill>
                  <a:srgbClr val="26343C"/>
                </a:solidFill>
                <a:latin typeface="Noto Sans SC"/>
                <a:ea typeface="Noto Sans SC"/>
                <a:cs typeface="Noto Sans SC"/>
              </a:rPr>
              <a:t>07  /  17 张开发照片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A226A195-A4F6-49F8-BB9E-CC82E8D8C38E}"/>
              </a:ext>
            </a:extLst>
          </p:cNvPr>
          <p:cNvSpPr>
            <a:spLocks noGrp="1"/>
          </p:cNvSpPr>
          <p:nvPr/>
        </p:nvSpPr>
        <p:spPr>
          <a:xfrm>
            <a:off x="361950" y="609600"/>
            <a:ext cx="11468100" cy="66675"/>
          </a:xfrm>
          <a:prstGeom prst="rect">
            <a:avLst/>
          </a:prstGeom>
          <a:solidFill>
            <a:srgbClr val="A9BCC2"/>
          </a:solidFill>
          <a:ln w="0">
            <a:noFill/>
            <a:prstDash val="solid"/>
          </a:ln>
        </p:spPr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E11DA022-674C-4EF5-B9AB-F6BE9E82B6C7}"/>
              </a:ext>
            </a:extLst>
          </p:cNvPr>
          <p:cNvSpPr>
            <a:spLocks noGrp="1"/>
          </p:cNvSpPr>
          <p:nvPr/>
        </p:nvSpPr>
        <p:spPr>
          <a:xfrm>
            <a:off x="609600" y="866775"/>
            <a:ext cx="10972800" cy="5429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775" b="1">
                <a:solidFill>
                  <a:srgbClr val="26343C"/>
                </a:solidFill>
                <a:latin typeface="Noto Sans SC"/>
                <a:ea typeface="Noto Sans SC"/>
                <a:cs typeface="Noto Sans SC"/>
              </a:defRPr>
            </a:defPPr>
            <a:lvl1pPr algn="l">
              <a:defRPr sz="2775" b="1">
                <a:solidFill>
                  <a:srgbClr val="26343C"/>
                </a:solidFill>
                <a:latin typeface="Noto Sans SC"/>
                <a:ea typeface="Noto Sans SC"/>
                <a:cs typeface="Noto Sans SC"/>
              </a:defRPr>
            </a:lvl1pPr>
            <a:lvl2pPr algn="l">
              <a:defRPr sz="2775" b="1">
                <a:solidFill>
                  <a:srgbClr val="26343C"/>
                </a:solidFill>
                <a:latin typeface="Noto Sans SC"/>
                <a:ea typeface="Noto Sans SC"/>
                <a:cs typeface="Noto Sans SC"/>
              </a:defRPr>
            </a:lvl2pPr>
            <a:lvl3pPr algn="l">
              <a:defRPr sz="2775" b="1">
                <a:solidFill>
                  <a:srgbClr val="26343C"/>
                </a:solidFill>
                <a:latin typeface="Noto Sans SC"/>
                <a:ea typeface="Noto Sans SC"/>
                <a:cs typeface="Noto Sans SC"/>
              </a:defRPr>
            </a:lvl3pPr>
            <a:lvl4pPr algn="l">
              <a:defRPr sz="2775" b="1">
                <a:solidFill>
                  <a:srgbClr val="26343C"/>
                </a:solidFill>
                <a:latin typeface="Noto Sans SC"/>
                <a:ea typeface="Noto Sans SC"/>
                <a:cs typeface="Noto Sans SC"/>
              </a:defRPr>
            </a:lvl4pPr>
            <a:lvl5pPr algn="l">
              <a:defRPr sz="2775" b="1">
                <a:solidFill>
                  <a:srgbClr val="26343C"/>
                </a:solidFill>
                <a:latin typeface="Noto Sans SC"/>
                <a:ea typeface="Noto Sans SC"/>
                <a:cs typeface="Noto Sans SC"/>
              </a:defRPr>
            </a:lvl5pPr>
            <a:lvl6pPr algn="l">
              <a:defRPr sz="2775" b="1">
                <a:solidFill>
                  <a:srgbClr val="26343C"/>
                </a:solidFill>
                <a:latin typeface="Noto Sans SC"/>
                <a:ea typeface="Noto Sans SC"/>
                <a:cs typeface="Noto Sans SC"/>
              </a:defRPr>
            </a:lvl6pPr>
            <a:lvl7pPr algn="l">
              <a:defRPr sz="2775" b="1">
                <a:solidFill>
                  <a:srgbClr val="26343C"/>
                </a:solidFill>
                <a:latin typeface="Noto Sans SC"/>
                <a:ea typeface="Noto Sans SC"/>
                <a:cs typeface="Noto Sans SC"/>
              </a:defRPr>
            </a:lvl7pPr>
            <a:lvl8pPr algn="l">
              <a:defRPr sz="2775" b="1">
                <a:solidFill>
                  <a:srgbClr val="26343C"/>
                </a:solidFill>
                <a:latin typeface="Noto Sans SC"/>
                <a:ea typeface="Noto Sans SC"/>
                <a:cs typeface="Noto Sans SC"/>
              </a:defRPr>
            </a:lvl8pPr>
            <a:lvl9pPr algn="l">
              <a:defRPr sz="2775" b="1">
                <a:solidFill>
                  <a:srgbClr val="26343C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l">
              <a:lnSpc>
                <a:spcPct val="100000"/>
              </a:lnSpc>
              <a:buNone/>
              <a:defRPr sz="2775" b="1">
                <a:solidFill>
                  <a:srgbClr val="26343C"/>
                </a:solidFill>
                <a:latin typeface="Noto Sans SC"/>
                <a:ea typeface="Noto Sans SC"/>
                <a:cs typeface="Noto Sans SC"/>
              </a:defRPr>
            </a:pPr>
            <a:r>
              <a:rPr sz="2775" b="1">
                <a:solidFill>
                  <a:srgbClr val="26343C"/>
                </a:solidFill>
                <a:latin typeface="Noto Sans SC"/>
                <a:ea typeface="Noto Sans SC"/>
                <a:cs typeface="Noto Sans SC"/>
              </a:rPr>
              <a:t>窗中心复核批次接受 10 张，其中 9 张建筑 ID 正确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D6C98850-EEA2-4638-98A4-3D36DF59935B}"/>
              </a:ext>
            </a:extLst>
          </p:cNvPr>
          <p:cNvSpPr>
            <a:spLocks noGrp="1"/>
          </p:cNvSpPr>
          <p:nvPr/>
        </p:nvSpPr>
        <p:spPr>
          <a:xfrm>
            <a:off x="628650" y="1438275"/>
            <a:ext cx="108966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275" b="0">
                <a:solidFill>
                  <a:srgbClr val="5F7078"/>
                </a:solidFill>
                <a:latin typeface="Noto Sans SC"/>
                <a:ea typeface="Noto Sans SC"/>
                <a:cs typeface="Noto Sans SC"/>
              </a:defRPr>
            </a:defPPr>
            <a:lvl1pPr algn="l">
              <a:defRPr sz="1275" b="0">
                <a:solidFill>
                  <a:srgbClr val="5F7078"/>
                </a:solidFill>
                <a:latin typeface="Noto Sans SC"/>
                <a:ea typeface="Noto Sans SC"/>
                <a:cs typeface="Noto Sans SC"/>
              </a:defRPr>
            </a:lvl1pPr>
            <a:lvl2pPr algn="l">
              <a:defRPr sz="1275" b="0">
                <a:solidFill>
                  <a:srgbClr val="5F7078"/>
                </a:solidFill>
                <a:latin typeface="Noto Sans SC"/>
                <a:ea typeface="Noto Sans SC"/>
                <a:cs typeface="Noto Sans SC"/>
              </a:defRPr>
            </a:lvl2pPr>
            <a:lvl3pPr algn="l">
              <a:defRPr sz="1275" b="0">
                <a:solidFill>
                  <a:srgbClr val="5F7078"/>
                </a:solidFill>
                <a:latin typeface="Noto Sans SC"/>
                <a:ea typeface="Noto Sans SC"/>
                <a:cs typeface="Noto Sans SC"/>
              </a:defRPr>
            </a:lvl3pPr>
            <a:lvl4pPr algn="l">
              <a:defRPr sz="1275" b="0">
                <a:solidFill>
                  <a:srgbClr val="5F7078"/>
                </a:solidFill>
                <a:latin typeface="Noto Sans SC"/>
                <a:ea typeface="Noto Sans SC"/>
                <a:cs typeface="Noto Sans SC"/>
              </a:defRPr>
            </a:lvl4pPr>
            <a:lvl5pPr algn="l">
              <a:defRPr sz="1275" b="0">
                <a:solidFill>
                  <a:srgbClr val="5F7078"/>
                </a:solidFill>
                <a:latin typeface="Noto Sans SC"/>
                <a:ea typeface="Noto Sans SC"/>
                <a:cs typeface="Noto Sans SC"/>
              </a:defRPr>
            </a:lvl5pPr>
            <a:lvl6pPr algn="l">
              <a:defRPr sz="1275" b="0">
                <a:solidFill>
                  <a:srgbClr val="5F7078"/>
                </a:solidFill>
                <a:latin typeface="Noto Sans SC"/>
                <a:ea typeface="Noto Sans SC"/>
                <a:cs typeface="Noto Sans SC"/>
              </a:defRPr>
            </a:lvl6pPr>
            <a:lvl7pPr algn="l">
              <a:defRPr sz="1275" b="0">
                <a:solidFill>
                  <a:srgbClr val="5F7078"/>
                </a:solidFill>
                <a:latin typeface="Noto Sans SC"/>
                <a:ea typeface="Noto Sans SC"/>
                <a:cs typeface="Noto Sans SC"/>
              </a:defRPr>
            </a:lvl7pPr>
            <a:lvl8pPr algn="l">
              <a:defRPr sz="1275" b="0">
                <a:solidFill>
                  <a:srgbClr val="5F7078"/>
                </a:solidFill>
                <a:latin typeface="Noto Sans SC"/>
                <a:ea typeface="Noto Sans SC"/>
                <a:cs typeface="Noto Sans SC"/>
              </a:defRPr>
            </a:lvl8pPr>
            <a:lvl9pPr algn="l">
              <a:defRPr sz="1275" b="0">
                <a:solidFill>
                  <a:srgbClr val="5F7078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l">
              <a:lnSpc>
                <a:spcPct val="100000"/>
              </a:lnSpc>
              <a:buNone/>
              <a:defRPr sz="1275" b="0">
                <a:solidFill>
                  <a:srgbClr val="5F7078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0">
                <a:solidFill>
                  <a:srgbClr val="5F7078"/>
                </a:solidFill>
                <a:latin typeface="Noto Sans SC"/>
                <a:ea typeface="Noto Sans SC"/>
                <a:cs typeface="Noto Sans SC"/>
              </a:rPr>
              <a:t>同一组 17 张照片和 0° 图库。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8AC09AD3-A8BE-44E5-8380-3E732797CA08}"/>
              </a:ext>
            </a:extLst>
          </p:cNvPr>
          <p:cNvSpPr>
            <a:spLocks noGrp="1"/>
          </p:cNvSpPr>
          <p:nvPr/>
        </p:nvSpPr>
        <p:spPr>
          <a:xfrm>
            <a:off x="609600" y="6410325"/>
            <a:ext cx="10972800" cy="9525"/>
          </a:xfrm>
          <a:prstGeom prst="rect">
            <a:avLst/>
          </a:prstGeom>
          <a:solidFill>
            <a:srgbClr val="B8C8CC"/>
          </a:solidFill>
          <a:ln w="0">
            <a:noFill/>
            <a:prstDash val="solid"/>
          </a:ln>
        </p:spPr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40F3FE6C-9943-4CD5-9F95-BA4B741ED46E}"/>
              </a:ext>
            </a:extLst>
          </p:cNvPr>
          <p:cNvSpPr>
            <a:spLocks noGrp="1"/>
          </p:cNvSpPr>
          <p:nvPr/>
        </p:nvSpPr>
        <p:spPr>
          <a:xfrm>
            <a:off x="11163300" y="6515100"/>
            <a:ext cx="409575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r">
              <a:defRPr sz="1050" b="0">
                <a:solidFill>
                  <a:srgbClr val="567F8B"/>
                </a:solidFill>
                <a:latin typeface="Georgia"/>
                <a:ea typeface="Georgia"/>
                <a:cs typeface="Georgia"/>
              </a:defRPr>
            </a:defPPr>
            <a:lvl1pPr algn="r">
              <a:defRPr sz="1050" b="0">
                <a:solidFill>
                  <a:srgbClr val="567F8B"/>
                </a:solidFill>
                <a:latin typeface="Georgia"/>
                <a:ea typeface="Georgia"/>
                <a:cs typeface="Georgia"/>
              </a:defRPr>
            </a:lvl1pPr>
            <a:lvl2pPr algn="r">
              <a:defRPr sz="1050" b="0">
                <a:solidFill>
                  <a:srgbClr val="567F8B"/>
                </a:solidFill>
                <a:latin typeface="Georgia"/>
                <a:ea typeface="Georgia"/>
                <a:cs typeface="Georgia"/>
              </a:defRPr>
            </a:lvl2pPr>
            <a:lvl3pPr algn="r">
              <a:defRPr sz="1050" b="0">
                <a:solidFill>
                  <a:srgbClr val="567F8B"/>
                </a:solidFill>
                <a:latin typeface="Georgia"/>
                <a:ea typeface="Georgia"/>
                <a:cs typeface="Georgia"/>
              </a:defRPr>
            </a:lvl3pPr>
            <a:lvl4pPr algn="r">
              <a:defRPr sz="1050" b="0">
                <a:solidFill>
                  <a:srgbClr val="567F8B"/>
                </a:solidFill>
                <a:latin typeface="Georgia"/>
                <a:ea typeface="Georgia"/>
                <a:cs typeface="Georgia"/>
              </a:defRPr>
            </a:lvl4pPr>
            <a:lvl5pPr algn="r">
              <a:defRPr sz="1050" b="0">
                <a:solidFill>
                  <a:srgbClr val="567F8B"/>
                </a:solidFill>
                <a:latin typeface="Georgia"/>
                <a:ea typeface="Georgia"/>
                <a:cs typeface="Georgia"/>
              </a:defRPr>
            </a:lvl5pPr>
            <a:lvl6pPr algn="r">
              <a:defRPr sz="1050" b="0">
                <a:solidFill>
                  <a:srgbClr val="567F8B"/>
                </a:solidFill>
                <a:latin typeface="Georgia"/>
                <a:ea typeface="Georgia"/>
                <a:cs typeface="Georgia"/>
              </a:defRPr>
            </a:lvl6pPr>
            <a:lvl7pPr algn="r">
              <a:defRPr sz="1050" b="0">
                <a:solidFill>
                  <a:srgbClr val="567F8B"/>
                </a:solidFill>
                <a:latin typeface="Georgia"/>
                <a:ea typeface="Georgia"/>
                <a:cs typeface="Georgia"/>
              </a:defRPr>
            </a:lvl7pPr>
            <a:lvl8pPr algn="r">
              <a:defRPr sz="1050" b="0">
                <a:solidFill>
                  <a:srgbClr val="567F8B"/>
                </a:solidFill>
                <a:latin typeface="Georgia"/>
                <a:ea typeface="Georgia"/>
                <a:cs typeface="Georgia"/>
              </a:defRPr>
            </a:lvl8pPr>
            <a:lvl9pPr algn="r">
              <a:defRPr sz="1050" b="0">
                <a:solidFill>
                  <a:srgbClr val="567F8B"/>
                </a:solidFill>
                <a:latin typeface="Georgia"/>
                <a:ea typeface="Georgia"/>
                <a:cs typeface="Georgia"/>
              </a:defRPr>
            </a:lvl9pPr>
          </a:lstStyle>
          <a:p>
            <a:pPr algn="r">
              <a:lnSpc>
                <a:spcPct val="100000"/>
              </a:lnSpc>
              <a:buNone/>
              <a:defRPr sz="1050" b="0">
                <a:solidFill>
                  <a:srgbClr val="567F8B"/>
                </a:solidFill>
                <a:latin typeface="Georgia"/>
                <a:ea typeface="Georgia"/>
                <a:cs typeface="Georgia"/>
              </a:defRPr>
            </a:pPr>
            <a:r>
              <a:rPr lang="en-US" altLang="zh-CN" sz="1050" b="0">
                <a:solidFill>
                  <a:srgbClr val="567F8B"/>
                </a:solidFill>
                <a:latin typeface="Georgia"/>
                <a:ea typeface="Georgia"/>
                <a:cs typeface="Georgia"/>
              </a:rPr>
              <a:t>09</a:t>
            </a:r>
            <a:endParaRPr sz="1050" b="0">
              <a:solidFill>
                <a:srgbClr val="567F8B"/>
              </a:solidFill>
              <a:latin typeface="Georgia"/>
              <a:ea typeface="Georgia"/>
              <a:cs typeface="Georgia"/>
            </a:endParaRPr>
          </a:p>
        </p:txBody>
      </p:sp>
      <p:graphicFrame>
        <p:nvGraphicFramePr>
          <p:cNvPr id="7" name="表格 6">
            <a:extLst>
              <a:ext uri="{FF2B5EF4-FFF2-40B4-BE49-F238E27FC236}">
                <a16:creationId xmlns:a16="http://schemas.microsoft.com/office/drawing/2014/main" id="{BC81AB7C-91ED-4494-916C-15E442532B4B}"/>
              </a:ext>
            </a:extLst>
          </p:cNvPr>
          <p:cNvGraphicFramePr/>
          <p:nvPr/>
        </p:nvGraphicFramePr>
        <p:xfrm>
          <a:off x="647700" y="2028825"/>
          <a:ext cx="10820400" cy="3171828"/>
        </p:xfrm>
        <a:graphic>
          <a:graphicData uri="http://schemas.openxmlformats.org/drawingml/2006/table">
            <a:tbl>
              <a:tblPr/>
              <a:tblGrid>
                <a:gridCol w="11144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4767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669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7240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6383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528638"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26343C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批次</a:t>
                      </a:r>
                    </a:p>
                  </a:txBody>
                  <a:tcPr anchor="ctr">
                    <a:lnL w="5715">
                      <a:solidFill>
                        <a:srgbClr val="B8C8CC"/>
                      </a:solidFill>
                      <a:prstDash val="solid"/>
                    </a:lnL>
                    <a:lnR w="5715">
                      <a:solidFill>
                        <a:srgbClr val="B8C8CC"/>
                      </a:solidFill>
                      <a:prstDash val="solid"/>
                    </a:lnR>
                    <a:lnT w="5715">
                      <a:solidFill>
                        <a:srgbClr val="B8C8CC"/>
                      </a:solidFill>
                      <a:prstDash val="solid"/>
                    </a:lnT>
                    <a:lnB w="5715">
                      <a:solidFill>
                        <a:srgbClr val="B8C8CC"/>
                      </a:solidFill>
                      <a:prstDash val="solid"/>
                    </a:lnB>
                    <a:solidFill>
                      <a:srgbClr val="D7E5E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26343C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配置</a:t>
                      </a:r>
                    </a:p>
                  </a:txBody>
                  <a:tcPr anchor="ctr">
                    <a:lnL w="5715" cap="flat" cmpd="sng" algn="ctr">
                      <a:solidFill>
                        <a:srgbClr val="B8C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B8C8CC"/>
                      </a:solidFill>
                      <a:prstDash val="solid"/>
                    </a:lnR>
                    <a:lnT w="5715">
                      <a:solidFill>
                        <a:srgbClr val="B8C8CC"/>
                      </a:solidFill>
                      <a:prstDash val="solid"/>
                    </a:lnT>
                    <a:lnB w="5715">
                      <a:solidFill>
                        <a:srgbClr val="B8C8CC"/>
                      </a:solidFill>
                      <a:prstDash val="solid"/>
                    </a:lnB>
                    <a:solidFill>
                      <a:srgbClr val="D7E5E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26343C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正确建筑 ID</a:t>
                      </a:r>
                    </a:p>
                  </a:txBody>
                  <a:tcPr anchor="ctr">
                    <a:lnL w="5715" cap="flat" cmpd="sng" algn="ctr">
                      <a:solidFill>
                        <a:srgbClr val="B8C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B8C8CC"/>
                      </a:solidFill>
                      <a:prstDash val="solid"/>
                    </a:lnR>
                    <a:lnT w="5715">
                      <a:solidFill>
                        <a:srgbClr val="B8C8CC"/>
                      </a:solidFill>
                      <a:prstDash val="solid"/>
                    </a:lnT>
                    <a:lnB w="5715">
                      <a:solidFill>
                        <a:srgbClr val="B8C8CC"/>
                      </a:solidFill>
                      <a:prstDash val="solid"/>
                    </a:lnB>
                    <a:solidFill>
                      <a:srgbClr val="D7E5E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26343C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错建筑 ID</a:t>
                      </a:r>
                    </a:p>
                  </a:txBody>
                  <a:tcPr anchor="ctr">
                    <a:lnL w="5715" cap="flat" cmpd="sng" algn="ctr">
                      <a:solidFill>
                        <a:srgbClr val="B8C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B8C8CC"/>
                      </a:solidFill>
                      <a:prstDash val="solid"/>
                    </a:lnR>
                    <a:lnT w="5715">
                      <a:solidFill>
                        <a:srgbClr val="B8C8CC"/>
                      </a:solidFill>
                      <a:prstDash val="solid"/>
                    </a:lnT>
                    <a:lnB w="5715">
                      <a:solidFill>
                        <a:srgbClr val="B8C8CC"/>
                      </a:solidFill>
                      <a:prstDash val="solid"/>
                    </a:lnB>
                    <a:solidFill>
                      <a:srgbClr val="D7E5E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26343C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待复核</a:t>
                      </a:r>
                    </a:p>
                  </a:txBody>
                  <a:tcPr anchor="ctr">
                    <a:lnL w="5715" cap="flat" cmpd="sng" algn="ctr">
                      <a:solidFill>
                        <a:srgbClr val="B8C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B8C8CC"/>
                      </a:solidFill>
                      <a:prstDash val="solid"/>
                    </a:lnR>
                    <a:lnT w="5715">
                      <a:solidFill>
                        <a:srgbClr val="B8C8CC"/>
                      </a:solidFill>
                      <a:prstDash val="solid"/>
                    </a:lnT>
                    <a:lnB w="5715">
                      <a:solidFill>
                        <a:srgbClr val="B8C8CC"/>
                      </a:solidFill>
                      <a:prstDash val="solid"/>
                    </a:lnB>
                    <a:solidFill>
                      <a:srgbClr val="D7E5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28638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26343C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原始</a:t>
                      </a:r>
                    </a:p>
                  </a:txBody>
                  <a:tcPr anchor="ctr">
                    <a:lnL w="5715">
                      <a:solidFill>
                        <a:srgbClr val="B8C8CC"/>
                      </a:solidFill>
                      <a:prstDash val="solid"/>
                    </a:lnL>
                    <a:lnR w="5715">
                      <a:solidFill>
                        <a:srgbClr val="B8C8CC"/>
                      </a:solidFill>
                      <a:prstDash val="solid"/>
                    </a:lnR>
                    <a:lnT w="5715" cap="flat" cmpd="sng" algn="ctr">
                      <a:solidFill>
                        <a:srgbClr val="B8C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B8C8CC"/>
                      </a:solidFill>
                      <a:prstDash val="solid"/>
                    </a:lnB>
                    <a:solidFill>
                      <a:srgbClr val="E8EF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26343C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RoMa v2</a:t>
                      </a:r>
                    </a:p>
                  </a:txBody>
                  <a:tcPr anchor="ctr">
                    <a:lnL w="5715" cap="flat" cmpd="sng" algn="ctr">
                      <a:solidFill>
                        <a:srgbClr val="B8C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B8C8CC"/>
                      </a:solidFill>
                      <a:prstDash val="solid"/>
                    </a:lnR>
                    <a:lnT w="5715" cap="flat" cmpd="sng" algn="ctr">
                      <a:solidFill>
                        <a:srgbClr val="B8C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B8C8CC"/>
                      </a:solidFill>
                      <a:prstDash val="solid"/>
                    </a:lnB>
                    <a:solidFill>
                      <a:srgbClr val="E8EF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26343C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5</a:t>
                      </a:r>
                    </a:p>
                  </a:txBody>
                  <a:tcPr anchor="ctr">
                    <a:lnL w="5715" cap="flat" cmpd="sng" algn="ctr">
                      <a:solidFill>
                        <a:srgbClr val="B8C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B8C8CC"/>
                      </a:solidFill>
                      <a:prstDash val="solid"/>
                    </a:lnR>
                    <a:lnT w="5715" cap="flat" cmpd="sng" algn="ctr">
                      <a:solidFill>
                        <a:srgbClr val="B8C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B8C8CC"/>
                      </a:solidFill>
                      <a:prstDash val="solid"/>
                    </a:lnB>
                    <a:solidFill>
                      <a:srgbClr val="E8EF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26343C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0</a:t>
                      </a:r>
                    </a:p>
                  </a:txBody>
                  <a:tcPr anchor="ctr">
                    <a:lnL w="5715" cap="flat" cmpd="sng" algn="ctr">
                      <a:solidFill>
                        <a:srgbClr val="B8C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B8C8CC"/>
                      </a:solidFill>
                      <a:prstDash val="solid"/>
                    </a:lnR>
                    <a:lnT w="5715" cap="flat" cmpd="sng" algn="ctr">
                      <a:solidFill>
                        <a:srgbClr val="B8C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B8C8CC"/>
                      </a:solidFill>
                      <a:prstDash val="solid"/>
                    </a:lnB>
                    <a:solidFill>
                      <a:srgbClr val="E8EF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26343C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12</a:t>
                      </a:r>
                    </a:p>
                  </a:txBody>
                  <a:tcPr anchor="ctr">
                    <a:lnL w="5715" cap="flat" cmpd="sng" algn="ctr">
                      <a:solidFill>
                        <a:srgbClr val="B8C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B8C8CC"/>
                      </a:solidFill>
                      <a:prstDash val="solid"/>
                    </a:lnR>
                    <a:lnT w="5715" cap="flat" cmpd="sng" algn="ctr">
                      <a:solidFill>
                        <a:srgbClr val="B8C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B8C8CC"/>
                      </a:solidFill>
                      <a:prstDash val="solid"/>
                    </a:lnB>
                    <a:solidFill>
                      <a:srgbClr val="E8EF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28638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26343C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原始</a:t>
                      </a:r>
                    </a:p>
                  </a:txBody>
                  <a:tcPr anchor="ctr">
                    <a:lnL w="5715">
                      <a:solidFill>
                        <a:srgbClr val="B8C8CC"/>
                      </a:solidFill>
                      <a:prstDash val="solid"/>
                    </a:lnL>
                    <a:lnR w="5715">
                      <a:solidFill>
                        <a:srgbClr val="B8C8CC"/>
                      </a:solidFill>
                      <a:prstDash val="solid"/>
                    </a:lnR>
                    <a:lnT w="5715" cap="flat" cmpd="sng" algn="ctr">
                      <a:solidFill>
                        <a:srgbClr val="B8C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B8C8CC"/>
                      </a:solidFill>
                      <a:prstDash val="solid"/>
                    </a:lnB>
                    <a:solidFill>
                      <a:srgbClr val="F3F6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26343C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MINIMA-RoMa</a:t>
                      </a:r>
                    </a:p>
                  </a:txBody>
                  <a:tcPr anchor="ctr">
                    <a:lnL w="5715" cap="flat" cmpd="sng" algn="ctr">
                      <a:solidFill>
                        <a:srgbClr val="B8C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B8C8CC"/>
                      </a:solidFill>
                      <a:prstDash val="solid"/>
                    </a:lnR>
                    <a:lnT w="5715" cap="flat" cmpd="sng" algn="ctr">
                      <a:solidFill>
                        <a:srgbClr val="B8C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B8C8CC"/>
                      </a:solidFill>
                      <a:prstDash val="solid"/>
                    </a:lnB>
                    <a:solidFill>
                      <a:srgbClr val="F3F6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26343C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7</a:t>
                      </a:r>
                    </a:p>
                  </a:txBody>
                  <a:tcPr anchor="ctr">
                    <a:lnL w="5715" cap="flat" cmpd="sng" algn="ctr">
                      <a:solidFill>
                        <a:srgbClr val="B8C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B8C8CC"/>
                      </a:solidFill>
                      <a:prstDash val="solid"/>
                    </a:lnR>
                    <a:lnT w="5715" cap="flat" cmpd="sng" algn="ctr">
                      <a:solidFill>
                        <a:srgbClr val="B8C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B8C8CC"/>
                      </a:solidFill>
                      <a:prstDash val="solid"/>
                    </a:lnB>
                    <a:solidFill>
                      <a:srgbClr val="F3F6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26343C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1</a:t>
                      </a:r>
                    </a:p>
                  </a:txBody>
                  <a:tcPr anchor="ctr">
                    <a:lnL w="5715" cap="flat" cmpd="sng" algn="ctr">
                      <a:solidFill>
                        <a:srgbClr val="B8C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B8C8CC"/>
                      </a:solidFill>
                      <a:prstDash val="solid"/>
                    </a:lnR>
                    <a:lnT w="5715" cap="flat" cmpd="sng" algn="ctr">
                      <a:solidFill>
                        <a:srgbClr val="B8C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B8C8CC"/>
                      </a:solidFill>
                      <a:prstDash val="solid"/>
                    </a:lnB>
                    <a:solidFill>
                      <a:srgbClr val="F3F6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26343C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9</a:t>
                      </a:r>
                    </a:p>
                  </a:txBody>
                  <a:tcPr anchor="ctr">
                    <a:lnL w="5715" cap="flat" cmpd="sng" algn="ctr">
                      <a:solidFill>
                        <a:srgbClr val="B8C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B8C8CC"/>
                      </a:solidFill>
                      <a:prstDash val="solid"/>
                    </a:lnR>
                    <a:lnT w="5715" cap="flat" cmpd="sng" algn="ctr">
                      <a:solidFill>
                        <a:srgbClr val="B8C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B8C8CC"/>
                      </a:solidFill>
                      <a:prstDash val="solid"/>
                    </a:lnB>
                    <a:solidFill>
                      <a:srgbClr val="F3F6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28638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26343C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探索</a:t>
                      </a:r>
                    </a:p>
                  </a:txBody>
                  <a:tcPr anchor="ctr">
                    <a:lnL w="5715">
                      <a:solidFill>
                        <a:srgbClr val="B8C8CC"/>
                      </a:solidFill>
                      <a:prstDash val="solid"/>
                    </a:lnL>
                    <a:lnR w="5715">
                      <a:solidFill>
                        <a:srgbClr val="B8C8CC"/>
                      </a:solidFill>
                      <a:prstDash val="solid"/>
                    </a:lnR>
                    <a:lnT w="5715" cap="flat" cmpd="sng" algn="ctr">
                      <a:solidFill>
                        <a:srgbClr val="B8C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B8C8CC"/>
                      </a:solidFill>
                      <a:prstDash val="solid"/>
                    </a:lnB>
                    <a:solidFill>
                      <a:srgbClr val="E8EF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26343C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RoMa + 窗中心</a:t>
                      </a:r>
                    </a:p>
                  </a:txBody>
                  <a:tcPr anchor="ctr">
                    <a:lnL w="5715" cap="flat" cmpd="sng" algn="ctr">
                      <a:solidFill>
                        <a:srgbClr val="B8C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B8C8CC"/>
                      </a:solidFill>
                      <a:prstDash val="solid"/>
                    </a:lnR>
                    <a:lnT w="5715" cap="flat" cmpd="sng" algn="ctr">
                      <a:solidFill>
                        <a:srgbClr val="B8C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B8C8CC"/>
                      </a:solidFill>
                      <a:prstDash val="solid"/>
                    </a:lnB>
                    <a:solidFill>
                      <a:srgbClr val="E8EF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26343C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5</a:t>
                      </a:r>
                    </a:p>
                  </a:txBody>
                  <a:tcPr anchor="ctr">
                    <a:lnL w="5715" cap="flat" cmpd="sng" algn="ctr">
                      <a:solidFill>
                        <a:srgbClr val="B8C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B8C8CC"/>
                      </a:solidFill>
                      <a:prstDash val="solid"/>
                    </a:lnR>
                    <a:lnT w="5715" cap="flat" cmpd="sng" algn="ctr">
                      <a:solidFill>
                        <a:srgbClr val="B8C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B8C8CC"/>
                      </a:solidFill>
                      <a:prstDash val="solid"/>
                    </a:lnB>
                    <a:solidFill>
                      <a:srgbClr val="E8EF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26343C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0</a:t>
                      </a:r>
                    </a:p>
                  </a:txBody>
                  <a:tcPr anchor="ctr">
                    <a:lnL w="5715" cap="flat" cmpd="sng" algn="ctr">
                      <a:solidFill>
                        <a:srgbClr val="B8C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B8C8CC"/>
                      </a:solidFill>
                      <a:prstDash val="solid"/>
                    </a:lnR>
                    <a:lnT w="5715" cap="flat" cmpd="sng" algn="ctr">
                      <a:solidFill>
                        <a:srgbClr val="B8C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B8C8CC"/>
                      </a:solidFill>
                      <a:prstDash val="solid"/>
                    </a:lnB>
                    <a:solidFill>
                      <a:srgbClr val="E8EF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26343C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12</a:t>
                      </a:r>
                    </a:p>
                  </a:txBody>
                  <a:tcPr anchor="ctr">
                    <a:lnL w="5715" cap="flat" cmpd="sng" algn="ctr">
                      <a:solidFill>
                        <a:srgbClr val="B8C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B8C8CC"/>
                      </a:solidFill>
                      <a:prstDash val="solid"/>
                    </a:lnR>
                    <a:lnT w="5715" cap="flat" cmpd="sng" algn="ctr">
                      <a:solidFill>
                        <a:srgbClr val="B8C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B8C8CC"/>
                      </a:solidFill>
                      <a:prstDash val="solid"/>
                    </a:lnB>
                    <a:solidFill>
                      <a:srgbClr val="E8EF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28638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26343C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探索</a:t>
                      </a:r>
                    </a:p>
                  </a:txBody>
                  <a:tcPr anchor="ctr">
                    <a:lnL w="5715">
                      <a:solidFill>
                        <a:srgbClr val="B8C8CC"/>
                      </a:solidFill>
                      <a:prstDash val="solid"/>
                    </a:lnL>
                    <a:lnR w="5715">
                      <a:solidFill>
                        <a:srgbClr val="B8C8CC"/>
                      </a:solidFill>
                      <a:prstDash val="solid"/>
                    </a:lnR>
                    <a:lnT w="5715" cap="flat" cmpd="sng" algn="ctr">
                      <a:solidFill>
                        <a:srgbClr val="B8C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B8C8CC"/>
                      </a:solidFill>
                      <a:prstDash val="solid"/>
                    </a:lnB>
                    <a:solidFill>
                      <a:srgbClr val="F3F6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26343C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MINIMA + 窗中心</a:t>
                      </a:r>
                    </a:p>
                  </a:txBody>
                  <a:tcPr anchor="ctr">
                    <a:lnL w="5715" cap="flat" cmpd="sng" algn="ctr">
                      <a:solidFill>
                        <a:srgbClr val="B8C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B8C8CC"/>
                      </a:solidFill>
                      <a:prstDash val="solid"/>
                    </a:lnR>
                    <a:lnT w="5715" cap="flat" cmpd="sng" algn="ctr">
                      <a:solidFill>
                        <a:srgbClr val="B8C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B8C8CC"/>
                      </a:solidFill>
                      <a:prstDash val="solid"/>
                    </a:lnB>
                    <a:solidFill>
                      <a:srgbClr val="F3F6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26343C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8</a:t>
                      </a:r>
                    </a:p>
                  </a:txBody>
                  <a:tcPr anchor="ctr">
                    <a:lnL w="5715" cap="flat" cmpd="sng" algn="ctr">
                      <a:solidFill>
                        <a:srgbClr val="B8C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B8C8CC"/>
                      </a:solidFill>
                      <a:prstDash val="solid"/>
                    </a:lnR>
                    <a:lnT w="5715" cap="flat" cmpd="sng" algn="ctr">
                      <a:solidFill>
                        <a:srgbClr val="B8C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B8C8CC"/>
                      </a:solidFill>
                      <a:prstDash val="solid"/>
                    </a:lnB>
                    <a:solidFill>
                      <a:srgbClr val="F3F6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26343C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1</a:t>
                      </a:r>
                    </a:p>
                  </a:txBody>
                  <a:tcPr anchor="ctr">
                    <a:lnL w="5715" cap="flat" cmpd="sng" algn="ctr">
                      <a:solidFill>
                        <a:srgbClr val="B8C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B8C8CC"/>
                      </a:solidFill>
                      <a:prstDash val="solid"/>
                    </a:lnR>
                    <a:lnT w="5715" cap="flat" cmpd="sng" algn="ctr">
                      <a:solidFill>
                        <a:srgbClr val="B8C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B8C8CC"/>
                      </a:solidFill>
                      <a:prstDash val="solid"/>
                    </a:lnB>
                    <a:solidFill>
                      <a:srgbClr val="F3F6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26343C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8</a:t>
                      </a:r>
                    </a:p>
                  </a:txBody>
                  <a:tcPr anchor="ctr">
                    <a:lnL w="5715" cap="flat" cmpd="sng" algn="ctr">
                      <a:solidFill>
                        <a:srgbClr val="B8C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B8C8CC"/>
                      </a:solidFill>
                      <a:prstDash val="solid"/>
                    </a:lnR>
                    <a:lnT w="5715" cap="flat" cmpd="sng" algn="ctr">
                      <a:solidFill>
                        <a:srgbClr val="B8C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B8C8CC"/>
                      </a:solidFill>
                      <a:prstDash val="solid"/>
                    </a:lnB>
                    <a:solidFill>
                      <a:srgbClr val="F3F6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28638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26343C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探索</a:t>
                      </a:r>
                    </a:p>
                  </a:txBody>
                  <a:tcPr anchor="ctr">
                    <a:lnL w="5715">
                      <a:solidFill>
                        <a:srgbClr val="B8C8CC"/>
                      </a:solidFill>
                      <a:prstDash val="solid"/>
                    </a:lnL>
                    <a:lnR w="5715">
                      <a:solidFill>
                        <a:srgbClr val="B8C8CC"/>
                      </a:solidFill>
                      <a:prstDash val="solid"/>
                    </a:lnR>
                    <a:lnT w="5715" cap="flat" cmpd="sng" algn="ctr">
                      <a:solidFill>
                        <a:srgbClr val="B8C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B8C8CC"/>
                      </a:solidFill>
                      <a:prstDash val="solid"/>
                    </a:lnB>
                    <a:solidFill>
                      <a:srgbClr val="E8EF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26343C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MINIMA + 窗中心；轻度放宽</a:t>
                      </a:r>
                    </a:p>
                  </a:txBody>
                  <a:tcPr anchor="ctr">
                    <a:lnL w="5715" cap="flat" cmpd="sng" algn="ctr">
                      <a:solidFill>
                        <a:srgbClr val="B8C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B8C8CC"/>
                      </a:solidFill>
                      <a:prstDash val="solid"/>
                    </a:lnR>
                    <a:lnT w="5715" cap="flat" cmpd="sng" algn="ctr">
                      <a:solidFill>
                        <a:srgbClr val="B8C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B8C8CC"/>
                      </a:solidFill>
                      <a:prstDash val="solid"/>
                    </a:lnB>
                    <a:solidFill>
                      <a:srgbClr val="E8EF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26343C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9</a:t>
                      </a:r>
                    </a:p>
                  </a:txBody>
                  <a:tcPr anchor="ctr">
                    <a:lnL w="5715" cap="flat" cmpd="sng" algn="ctr">
                      <a:solidFill>
                        <a:srgbClr val="B8C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B8C8CC"/>
                      </a:solidFill>
                      <a:prstDash val="solid"/>
                    </a:lnR>
                    <a:lnT w="5715" cap="flat" cmpd="sng" algn="ctr">
                      <a:solidFill>
                        <a:srgbClr val="B8C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B8C8CC"/>
                      </a:solidFill>
                      <a:prstDash val="solid"/>
                    </a:lnB>
                    <a:solidFill>
                      <a:srgbClr val="E8EF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26343C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1</a:t>
                      </a:r>
                    </a:p>
                  </a:txBody>
                  <a:tcPr anchor="ctr">
                    <a:lnL w="5715" cap="flat" cmpd="sng" algn="ctr">
                      <a:solidFill>
                        <a:srgbClr val="B8C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B8C8CC"/>
                      </a:solidFill>
                      <a:prstDash val="solid"/>
                    </a:lnR>
                    <a:lnT w="5715" cap="flat" cmpd="sng" algn="ctr">
                      <a:solidFill>
                        <a:srgbClr val="B8C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B8C8CC"/>
                      </a:solidFill>
                      <a:prstDash val="solid"/>
                    </a:lnB>
                    <a:solidFill>
                      <a:srgbClr val="E8EF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26343C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7</a:t>
                      </a:r>
                    </a:p>
                  </a:txBody>
                  <a:tcPr anchor="ctr">
                    <a:lnL w="5715" cap="flat" cmpd="sng" algn="ctr">
                      <a:solidFill>
                        <a:srgbClr val="B8C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B8C8CC"/>
                      </a:solidFill>
                      <a:prstDash val="solid"/>
                    </a:lnR>
                    <a:lnT w="5715" cap="flat" cmpd="sng" algn="ctr">
                      <a:solidFill>
                        <a:srgbClr val="B8C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B8C8CC"/>
                      </a:solidFill>
                      <a:prstDash val="solid"/>
                    </a:lnB>
                    <a:solidFill>
                      <a:srgbClr val="E8EF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8" name="矩形 7">
            <a:extLst>
              <a:ext uri="{FF2B5EF4-FFF2-40B4-BE49-F238E27FC236}">
                <a16:creationId xmlns:a16="http://schemas.microsoft.com/office/drawing/2014/main" id="{1D7D3151-3248-4045-AC62-4511ACC87F76}"/>
              </a:ext>
            </a:extLst>
          </p:cNvPr>
          <p:cNvSpPr>
            <a:spLocks noGrp="1"/>
          </p:cNvSpPr>
          <p:nvPr/>
        </p:nvSpPr>
        <p:spPr>
          <a:xfrm>
            <a:off x="695325" y="5410200"/>
            <a:ext cx="10429875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500" b="0">
                <a:solidFill>
                  <a:srgbClr val="567F8B"/>
                </a:solidFill>
                <a:latin typeface="Noto Sans SC"/>
                <a:ea typeface="Noto Sans SC"/>
                <a:cs typeface="Noto Sans SC"/>
              </a:defRPr>
            </a:defPPr>
            <a:lvl1pPr algn="l">
              <a:defRPr sz="1500" b="0">
                <a:solidFill>
                  <a:srgbClr val="567F8B"/>
                </a:solidFill>
                <a:latin typeface="Noto Sans SC"/>
                <a:ea typeface="Noto Sans SC"/>
                <a:cs typeface="Noto Sans SC"/>
              </a:defRPr>
            </a:lvl1pPr>
            <a:lvl2pPr algn="l">
              <a:defRPr sz="1500" b="0">
                <a:solidFill>
                  <a:srgbClr val="567F8B"/>
                </a:solidFill>
                <a:latin typeface="Noto Sans SC"/>
                <a:ea typeface="Noto Sans SC"/>
                <a:cs typeface="Noto Sans SC"/>
              </a:defRPr>
            </a:lvl2pPr>
            <a:lvl3pPr algn="l">
              <a:defRPr sz="1500" b="0">
                <a:solidFill>
                  <a:srgbClr val="567F8B"/>
                </a:solidFill>
                <a:latin typeface="Noto Sans SC"/>
                <a:ea typeface="Noto Sans SC"/>
                <a:cs typeface="Noto Sans SC"/>
              </a:defRPr>
            </a:lvl3pPr>
            <a:lvl4pPr algn="l">
              <a:defRPr sz="1500" b="0">
                <a:solidFill>
                  <a:srgbClr val="567F8B"/>
                </a:solidFill>
                <a:latin typeface="Noto Sans SC"/>
                <a:ea typeface="Noto Sans SC"/>
                <a:cs typeface="Noto Sans SC"/>
              </a:defRPr>
            </a:lvl4pPr>
            <a:lvl5pPr algn="l">
              <a:defRPr sz="1500" b="0">
                <a:solidFill>
                  <a:srgbClr val="567F8B"/>
                </a:solidFill>
                <a:latin typeface="Noto Sans SC"/>
                <a:ea typeface="Noto Sans SC"/>
                <a:cs typeface="Noto Sans SC"/>
              </a:defRPr>
            </a:lvl5pPr>
            <a:lvl6pPr algn="l">
              <a:defRPr sz="1500" b="0">
                <a:solidFill>
                  <a:srgbClr val="567F8B"/>
                </a:solidFill>
                <a:latin typeface="Noto Sans SC"/>
                <a:ea typeface="Noto Sans SC"/>
                <a:cs typeface="Noto Sans SC"/>
              </a:defRPr>
            </a:lvl6pPr>
            <a:lvl7pPr algn="l">
              <a:defRPr sz="1500" b="0">
                <a:solidFill>
                  <a:srgbClr val="567F8B"/>
                </a:solidFill>
                <a:latin typeface="Noto Sans SC"/>
                <a:ea typeface="Noto Sans SC"/>
                <a:cs typeface="Noto Sans SC"/>
              </a:defRPr>
            </a:lvl7pPr>
            <a:lvl8pPr algn="l">
              <a:defRPr sz="1500" b="0">
                <a:solidFill>
                  <a:srgbClr val="567F8B"/>
                </a:solidFill>
                <a:latin typeface="Noto Sans SC"/>
                <a:ea typeface="Noto Sans SC"/>
                <a:cs typeface="Noto Sans SC"/>
              </a:defRPr>
            </a:lvl8pPr>
            <a:lvl9pPr algn="l">
              <a:defRPr sz="1500" b="0">
                <a:solidFill>
                  <a:srgbClr val="567F8B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l">
              <a:lnSpc>
                <a:spcPct val="100000"/>
              </a:lnSpc>
              <a:buNone/>
              <a:defRPr sz="1500" b="0">
                <a:solidFill>
                  <a:srgbClr val="567F8B"/>
                </a:solidFill>
                <a:latin typeface="Noto Sans SC"/>
                <a:ea typeface="Noto Sans SC"/>
                <a:cs typeface="Noto Sans SC"/>
              </a:defRPr>
            </a:pPr>
            <a:r>
              <a:rPr sz="1500" b="0">
                <a:solidFill>
                  <a:srgbClr val="567F8B"/>
                </a:solidFill>
                <a:latin typeface="Noto Sans SC"/>
                <a:ea typeface="Noto Sans SC"/>
                <a:cs typeface="Noto Sans SC"/>
              </a:rPr>
              <a:t>分段结果与错配案例见后两页。</a:t>
            </a:r>
          </a:p>
        </p:txBody>
      </p:sp>
    </p:spTree>
    <p:extLst>
      <p:ext uri="{BB962C8B-B14F-4D97-AF65-F5344CB8AC3E}">
        <p14:creationId xmlns:p14="http://schemas.microsoft.com/office/powerpoint/2010/main" val="200221350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矩形 21">
            <a:extLst>
              <a:ext uri="{FF2B5EF4-FFF2-40B4-BE49-F238E27FC236}">
                <a16:creationId xmlns:a16="http://schemas.microsoft.com/office/drawing/2014/main" id="{AC24D05F-D249-4761-835B-7001207E7519}"/>
              </a:ext>
            </a:extLst>
          </p:cNvPr>
          <p:cNvSpPr>
            <a:spLocks noGrp="1"/>
          </p:cNvSpPr>
          <p:nvPr/>
        </p:nvSpPr>
        <p:spPr>
          <a:xfrm>
            <a:off x="361950" y="219075"/>
            <a:ext cx="10382250" cy="2952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725" b="1">
                <a:solidFill>
                  <a:srgbClr val="26343C"/>
                </a:solidFill>
                <a:latin typeface="Noto Sans SC"/>
                <a:ea typeface="Noto Sans SC"/>
                <a:cs typeface="Noto Sans SC"/>
              </a:defRPr>
            </a:defPPr>
            <a:lvl1pPr algn="l">
              <a:defRPr sz="1725" b="1">
                <a:solidFill>
                  <a:srgbClr val="26343C"/>
                </a:solidFill>
                <a:latin typeface="Noto Sans SC"/>
                <a:ea typeface="Noto Sans SC"/>
                <a:cs typeface="Noto Sans SC"/>
              </a:defRPr>
            </a:lvl1pPr>
            <a:lvl2pPr algn="l">
              <a:defRPr sz="1725" b="1">
                <a:solidFill>
                  <a:srgbClr val="26343C"/>
                </a:solidFill>
                <a:latin typeface="Noto Sans SC"/>
                <a:ea typeface="Noto Sans SC"/>
                <a:cs typeface="Noto Sans SC"/>
              </a:defRPr>
            </a:lvl2pPr>
            <a:lvl3pPr algn="l">
              <a:defRPr sz="1725" b="1">
                <a:solidFill>
                  <a:srgbClr val="26343C"/>
                </a:solidFill>
                <a:latin typeface="Noto Sans SC"/>
                <a:ea typeface="Noto Sans SC"/>
                <a:cs typeface="Noto Sans SC"/>
              </a:defRPr>
            </a:lvl3pPr>
            <a:lvl4pPr algn="l">
              <a:defRPr sz="1725" b="1">
                <a:solidFill>
                  <a:srgbClr val="26343C"/>
                </a:solidFill>
                <a:latin typeface="Noto Sans SC"/>
                <a:ea typeface="Noto Sans SC"/>
                <a:cs typeface="Noto Sans SC"/>
              </a:defRPr>
            </a:lvl4pPr>
            <a:lvl5pPr algn="l">
              <a:defRPr sz="1725" b="1">
                <a:solidFill>
                  <a:srgbClr val="26343C"/>
                </a:solidFill>
                <a:latin typeface="Noto Sans SC"/>
                <a:ea typeface="Noto Sans SC"/>
                <a:cs typeface="Noto Sans SC"/>
              </a:defRPr>
            </a:lvl5pPr>
            <a:lvl6pPr algn="l">
              <a:defRPr sz="1725" b="1">
                <a:solidFill>
                  <a:srgbClr val="26343C"/>
                </a:solidFill>
                <a:latin typeface="Noto Sans SC"/>
                <a:ea typeface="Noto Sans SC"/>
                <a:cs typeface="Noto Sans SC"/>
              </a:defRPr>
            </a:lvl6pPr>
            <a:lvl7pPr algn="l">
              <a:defRPr sz="1725" b="1">
                <a:solidFill>
                  <a:srgbClr val="26343C"/>
                </a:solidFill>
                <a:latin typeface="Noto Sans SC"/>
                <a:ea typeface="Noto Sans SC"/>
                <a:cs typeface="Noto Sans SC"/>
              </a:defRPr>
            </a:lvl7pPr>
            <a:lvl8pPr algn="l">
              <a:defRPr sz="1725" b="1">
                <a:solidFill>
                  <a:srgbClr val="26343C"/>
                </a:solidFill>
                <a:latin typeface="Noto Sans SC"/>
                <a:ea typeface="Noto Sans SC"/>
                <a:cs typeface="Noto Sans SC"/>
              </a:defRPr>
            </a:lvl8pPr>
            <a:lvl9pPr algn="l">
              <a:defRPr sz="1725" b="1">
                <a:solidFill>
                  <a:srgbClr val="26343C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l">
              <a:lnSpc>
                <a:spcPct val="100000"/>
              </a:lnSpc>
              <a:buNone/>
              <a:defRPr sz="1725" b="1">
                <a:solidFill>
                  <a:srgbClr val="26343C"/>
                </a:solidFill>
                <a:latin typeface="Noto Sans SC"/>
                <a:ea typeface="Noto Sans SC"/>
                <a:cs typeface="Noto Sans SC"/>
              </a:defRPr>
            </a:pPr>
            <a:r>
              <a:rPr sz="1725" b="1">
                <a:solidFill>
                  <a:srgbClr val="26343C"/>
                </a:solidFill>
                <a:latin typeface="Noto Sans SC"/>
                <a:ea typeface="Noto Sans SC"/>
                <a:cs typeface="Noto Sans SC"/>
              </a:rPr>
              <a:t>08  /  分段诊断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34A1E74F-4BF4-4313-AE2D-5B206BBE77B4}"/>
              </a:ext>
            </a:extLst>
          </p:cNvPr>
          <p:cNvSpPr>
            <a:spLocks noGrp="1"/>
          </p:cNvSpPr>
          <p:nvPr/>
        </p:nvSpPr>
        <p:spPr>
          <a:xfrm>
            <a:off x="361950" y="609600"/>
            <a:ext cx="11468100" cy="66675"/>
          </a:xfrm>
          <a:prstGeom prst="rect">
            <a:avLst/>
          </a:prstGeom>
          <a:solidFill>
            <a:srgbClr val="A9BCC2"/>
          </a:solidFill>
          <a:ln w="0">
            <a:noFill/>
            <a:prstDash val="solid"/>
          </a:ln>
        </p:spPr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A679C38F-1AA2-4EF3-A65F-8501F06E8B67}"/>
              </a:ext>
            </a:extLst>
          </p:cNvPr>
          <p:cNvSpPr>
            <a:spLocks noGrp="1"/>
          </p:cNvSpPr>
          <p:nvPr/>
        </p:nvSpPr>
        <p:spPr>
          <a:xfrm>
            <a:off x="609600" y="866775"/>
            <a:ext cx="10972800" cy="5429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775" b="1">
                <a:solidFill>
                  <a:srgbClr val="26343C"/>
                </a:solidFill>
                <a:latin typeface="Noto Sans SC"/>
                <a:ea typeface="Noto Sans SC"/>
                <a:cs typeface="Noto Sans SC"/>
              </a:defRPr>
            </a:defPPr>
            <a:lvl1pPr algn="l">
              <a:defRPr sz="2775" b="1">
                <a:solidFill>
                  <a:srgbClr val="26343C"/>
                </a:solidFill>
                <a:latin typeface="Noto Sans SC"/>
                <a:ea typeface="Noto Sans SC"/>
                <a:cs typeface="Noto Sans SC"/>
              </a:defRPr>
            </a:lvl1pPr>
            <a:lvl2pPr algn="l">
              <a:defRPr sz="2775" b="1">
                <a:solidFill>
                  <a:srgbClr val="26343C"/>
                </a:solidFill>
                <a:latin typeface="Noto Sans SC"/>
                <a:ea typeface="Noto Sans SC"/>
                <a:cs typeface="Noto Sans SC"/>
              </a:defRPr>
            </a:lvl2pPr>
            <a:lvl3pPr algn="l">
              <a:defRPr sz="2775" b="1">
                <a:solidFill>
                  <a:srgbClr val="26343C"/>
                </a:solidFill>
                <a:latin typeface="Noto Sans SC"/>
                <a:ea typeface="Noto Sans SC"/>
                <a:cs typeface="Noto Sans SC"/>
              </a:defRPr>
            </a:lvl3pPr>
            <a:lvl4pPr algn="l">
              <a:defRPr sz="2775" b="1">
                <a:solidFill>
                  <a:srgbClr val="26343C"/>
                </a:solidFill>
                <a:latin typeface="Noto Sans SC"/>
                <a:ea typeface="Noto Sans SC"/>
                <a:cs typeface="Noto Sans SC"/>
              </a:defRPr>
            </a:lvl4pPr>
            <a:lvl5pPr algn="l">
              <a:defRPr sz="2775" b="1">
                <a:solidFill>
                  <a:srgbClr val="26343C"/>
                </a:solidFill>
                <a:latin typeface="Noto Sans SC"/>
                <a:ea typeface="Noto Sans SC"/>
                <a:cs typeface="Noto Sans SC"/>
              </a:defRPr>
            </a:lvl5pPr>
            <a:lvl6pPr algn="l">
              <a:defRPr sz="2775" b="1">
                <a:solidFill>
                  <a:srgbClr val="26343C"/>
                </a:solidFill>
                <a:latin typeface="Noto Sans SC"/>
                <a:ea typeface="Noto Sans SC"/>
                <a:cs typeface="Noto Sans SC"/>
              </a:defRPr>
            </a:lvl6pPr>
            <a:lvl7pPr algn="l">
              <a:defRPr sz="2775" b="1">
                <a:solidFill>
                  <a:srgbClr val="26343C"/>
                </a:solidFill>
                <a:latin typeface="Noto Sans SC"/>
                <a:ea typeface="Noto Sans SC"/>
                <a:cs typeface="Noto Sans SC"/>
              </a:defRPr>
            </a:lvl7pPr>
            <a:lvl8pPr algn="l">
              <a:defRPr sz="2775" b="1">
                <a:solidFill>
                  <a:srgbClr val="26343C"/>
                </a:solidFill>
                <a:latin typeface="Noto Sans SC"/>
                <a:ea typeface="Noto Sans SC"/>
                <a:cs typeface="Noto Sans SC"/>
              </a:defRPr>
            </a:lvl8pPr>
            <a:lvl9pPr algn="l">
              <a:defRPr sz="2775" b="1">
                <a:solidFill>
                  <a:srgbClr val="26343C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l">
              <a:lnSpc>
                <a:spcPct val="100000"/>
              </a:lnSpc>
              <a:buNone/>
              <a:defRPr sz="2775" b="1">
                <a:solidFill>
                  <a:srgbClr val="26343C"/>
                </a:solidFill>
                <a:latin typeface="Noto Sans SC"/>
                <a:ea typeface="Noto Sans SC"/>
                <a:cs typeface="Noto Sans SC"/>
              </a:defRPr>
            </a:pPr>
            <a:r>
              <a:rPr sz="2775" b="1">
                <a:solidFill>
                  <a:srgbClr val="26343C"/>
                </a:solidFill>
                <a:latin typeface="Noto Sans SC"/>
                <a:ea typeface="Noto Sans SC"/>
                <a:cs typeface="Noto Sans SC"/>
              </a:rPr>
              <a:t>17 张照片在哪一步失去正确建筑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0476600F-A856-4E70-B6DE-70A79487187A}"/>
              </a:ext>
            </a:extLst>
          </p:cNvPr>
          <p:cNvSpPr>
            <a:spLocks noGrp="1"/>
          </p:cNvSpPr>
          <p:nvPr/>
        </p:nvSpPr>
        <p:spPr>
          <a:xfrm>
            <a:off x="628650" y="1438275"/>
            <a:ext cx="108966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275" b="0">
                <a:solidFill>
                  <a:srgbClr val="5F7078"/>
                </a:solidFill>
                <a:latin typeface="Noto Sans SC"/>
                <a:ea typeface="Noto Sans SC"/>
                <a:cs typeface="Noto Sans SC"/>
              </a:defRPr>
            </a:defPPr>
            <a:lvl1pPr algn="l">
              <a:defRPr sz="1275" b="0">
                <a:solidFill>
                  <a:srgbClr val="5F7078"/>
                </a:solidFill>
                <a:latin typeface="Noto Sans SC"/>
                <a:ea typeface="Noto Sans SC"/>
                <a:cs typeface="Noto Sans SC"/>
              </a:defRPr>
            </a:lvl1pPr>
            <a:lvl2pPr algn="l">
              <a:defRPr sz="1275" b="0">
                <a:solidFill>
                  <a:srgbClr val="5F7078"/>
                </a:solidFill>
                <a:latin typeface="Noto Sans SC"/>
                <a:ea typeface="Noto Sans SC"/>
                <a:cs typeface="Noto Sans SC"/>
              </a:defRPr>
            </a:lvl2pPr>
            <a:lvl3pPr algn="l">
              <a:defRPr sz="1275" b="0">
                <a:solidFill>
                  <a:srgbClr val="5F7078"/>
                </a:solidFill>
                <a:latin typeface="Noto Sans SC"/>
                <a:ea typeface="Noto Sans SC"/>
                <a:cs typeface="Noto Sans SC"/>
              </a:defRPr>
            </a:lvl3pPr>
            <a:lvl4pPr algn="l">
              <a:defRPr sz="1275" b="0">
                <a:solidFill>
                  <a:srgbClr val="5F7078"/>
                </a:solidFill>
                <a:latin typeface="Noto Sans SC"/>
                <a:ea typeface="Noto Sans SC"/>
                <a:cs typeface="Noto Sans SC"/>
              </a:defRPr>
            </a:lvl4pPr>
            <a:lvl5pPr algn="l">
              <a:defRPr sz="1275" b="0">
                <a:solidFill>
                  <a:srgbClr val="5F7078"/>
                </a:solidFill>
                <a:latin typeface="Noto Sans SC"/>
                <a:ea typeface="Noto Sans SC"/>
                <a:cs typeface="Noto Sans SC"/>
              </a:defRPr>
            </a:lvl5pPr>
            <a:lvl6pPr algn="l">
              <a:defRPr sz="1275" b="0">
                <a:solidFill>
                  <a:srgbClr val="5F7078"/>
                </a:solidFill>
                <a:latin typeface="Noto Sans SC"/>
                <a:ea typeface="Noto Sans SC"/>
                <a:cs typeface="Noto Sans SC"/>
              </a:defRPr>
            </a:lvl6pPr>
            <a:lvl7pPr algn="l">
              <a:defRPr sz="1275" b="0">
                <a:solidFill>
                  <a:srgbClr val="5F7078"/>
                </a:solidFill>
                <a:latin typeface="Noto Sans SC"/>
                <a:ea typeface="Noto Sans SC"/>
                <a:cs typeface="Noto Sans SC"/>
              </a:defRPr>
            </a:lvl7pPr>
            <a:lvl8pPr algn="l">
              <a:defRPr sz="1275" b="0">
                <a:solidFill>
                  <a:srgbClr val="5F7078"/>
                </a:solidFill>
                <a:latin typeface="Noto Sans SC"/>
                <a:ea typeface="Noto Sans SC"/>
                <a:cs typeface="Noto Sans SC"/>
              </a:defRPr>
            </a:lvl8pPr>
            <a:lvl9pPr algn="l">
              <a:defRPr sz="1275" b="0">
                <a:solidFill>
                  <a:srgbClr val="5F7078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l">
              <a:lnSpc>
                <a:spcPct val="100000"/>
              </a:lnSpc>
              <a:buNone/>
              <a:defRPr sz="1275" b="0">
                <a:solidFill>
                  <a:srgbClr val="5F7078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0">
                <a:solidFill>
                  <a:srgbClr val="5F7078"/>
                </a:solidFill>
                <a:latin typeface="Noto Sans SC"/>
                <a:ea typeface="Noto Sans SC"/>
                <a:cs typeface="Noto Sans SC"/>
              </a:rPr>
              <a:t>下面各数来自同一批 MINIMA + 窗中心、轻度放宽的完整运行。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92FB5F31-D135-4E6C-8650-8F6C75942BD1}"/>
              </a:ext>
            </a:extLst>
          </p:cNvPr>
          <p:cNvSpPr>
            <a:spLocks noGrp="1"/>
          </p:cNvSpPr>
          <p:nvPr/>
        </p:nvSpPr>
        <p:spPr>
          <a:xfrm>
            <a:off x="609600" y="6410325"/>
            <a:ext cx="10972800" cy="9525"/>
          </a:xfrm>
          <a:prstGeom prst="rect">
            <a:avLst/>
          </a:prstGeom>
          <a:solidFill>
            <a:srgbClr val="B8C8CC"/>
          </a:solidFill>
          <a:ln w="0">
            <a:noFill/>
            <a:prstDash val="solid"/>
          </a:ln>
        </p:spPr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89D19764-D9B6-417D-AB71-32F39709E490}"/>
              </a:ext>
            </a:extLst>
          </p:cNvPr>
          <p:cNvSpPr>
            <a:spLocks noGrp="1"/>
          </p:cNvSpPr>
          <p:nvPr/>
        </p:nvSpPr>
        <p:spPr>
          <a:xfrm>
            <a:off x="11163300" y="6515100"/>
            <a:ext cx="409575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r">
              <a:defRPr sz="1050" b="0">
                <a:solidFill>
                  <a:srgbClr val="567F8B"/>
                </a:solidFill>
                <a:latin typeface="Georgia"/>
                <a:ea typeface="Georgia"/>
                <a:cs typeface="Georgia"/>
              </a:defRPr>
            </a:defPPr>
            <a:lvl1pPr algn="r">
              <a:defRPr sz="1050" b="0">
                <a:solidFill>
                  <a:srgbClr val="567F8B"/>
                </a:solidFill>
                <a:latin typeface="Georgia"/>
                <a:ea typeface="Georgia"/>
                <a:cs typeface="Georgia"/>
              </a:defRPr>
            </a:lvl1pPr>
            <a:lvl2pPr algn="r">
              <a:defRPr sz="1050" b="0">
                <a:solidFill>
                  <a:srgbClr val="567F8B"/>
                </a:solidFill>
                <a:latin typeface="Georgia"/>
                <a:ea typeface="Georgia"/>
                <a:cs typeface="Georgia"/>
              </a:defRPr>
            </a:lvl2pPr>
            <a:lvl3pPr algn="r">
              <a:defRPr sz="1050" b="0">
                <a:solidFill>
                  <a:srgbClr val="567F8B"/>
                </a:solidFill>
                <a:latin typeface="Georgia"/>
                <a:ea typeface="Georgia"/>
                <a:cs typeface="Georgia"/>
              </a:defRPr>
            </a:lvl3pPr>
            <a:lvl4pPr algn="r">
              <a:defRPr sz="1050" b="0">
                <a:solidFill>
                  <a:srgbClr val="567F8B"/>
                </a:solidFill>
                <a:latin typeface="Georgia"/>
                <a:ea typeface="Georgia"/>
                <a:cs typeface="Georgia"/>
              </a:defRPr>
            </a:lvl4pPr>
            <a:lvl5pPr algn="r">
              <a:defRPr sz="1050" b="0">
                <a:solidFill>
                  <a:srgbClr val="567F8B"/>
                </a:solidFill>
                <a:latin typeface="Georgia"/>
                <a:ea typeface="Georgia"/>
                <a:cs typeface="Georgia"/>
              </a:defRPr>
            </a:lvl5pPr>
            <a:lvl6pPr algn="r">
              <a:defRPr sz="1050" b="0">
                <a:solidFill>
                  <a:srgbClr val="567F8B"/>
                </a:solidFill>
                <a:latin typeface="Georgia"/>
                <a:ea typeface="Georgia"/>
                <a:cs typeface="Georgia"/>
              </a:defRPr>
            </a:lvl6pPr>
            <a:lvl7pPr algn="r">
              <a:defRPr sz="1050" b="0">
                <a:solidFill>
                  <a:srgbClr val="567F8B"/>
                </a:solidFill>
                <a:latin typeface="Georgia"/>
                <a:ea typeface="Georgia"/>
                <a:cs typeface="Georgia"/>
              </a:defRPr>
            </a:lvl7pPr>
            <a:lvl8pPr algn="r">
              <a:defRPr sz="1050" b="0">
                <a:solidFill>
                  <a:srgbClr val="567F8B"/>
                </a:solidFill>
                <a:latin typeface="Georgia"/>
                <a:ea typeface="Georgia"/>
                <a:cs typeface="Georgia"/>
              </a:defRPr>
            </a:lvl8pPr>
            <a:lvl9pPr algn="r">
              <a:defRPr sz="1050" b="0">
                <a:solidFill>
                  <a:srgbClr val="567F8B"/>
                </a:solidFill>
                <a:latin typeface="Georgia"/>
                <a:ea typeface="Georgia"/>
                <a:cs typeface="Georgia"/>
              </a:defRPr>
            </a:lvl9pPr>
          </a:lstStyle>
          <a:p>
            <a:pPr algn="r">
              <a:lnSpc>
                <a:spcPct val="100000"/>
              </a:lnSpc>
              <a:buNone/>
              <a:defRPr sz="1050" b="0">
                <a:solidFill>
                  <a:srgbClr val="567F8B"/>
                </a:solidFill>
                <a:latin typeface="Georgia"/>
                <a:ea typeface="Georgia"/>
                <a:cs typeface="Georgia"/>
              </a:defRPr>
            </a:pPr>
            <a:r>
              <a:rPr lang="en-US" altLang="zh-CN" sz="1050" b="0">
                <a:solidFill>
                  <a:srgbClr val="567F8B"/>
                </a:solidFill>
                <a:latin typeface="Georgia"/>
                <a:ea typeface="Georgia"/>
                <a:cs typeface="Georgia"/>
              </a:rPr>
              <a:t>10</a:t>
            </a:r>
            <a:endParaRPr sz="1050" b="0">
              <a:solidFill>
                <a:srgbClr val="567F8B"/>
              </a:solidFill>
              <a:latin typeface="Georgia"/>
              <a:ea typeface="Georgia"/>
              <a:cs typeface="Georgia"/>
            </a:endParaRP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8A534EB7-3E22-4A0B-9928-40DA42982E1B}"/>
              </a:ext>
            </a:extLst>
          </p:cNvPr>
          <p:cNvSpPr>
            <a:spLocks noGrp="1"/>
          </p:cNvSpPr>
          <p:nvPr/>
        </p:nvSpPr>
        <p:spPr>
          <a:xfrm>
            <a:off x="685800" y="2314575"/>
            <a:ext cx="2266950" cy="838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4800" b="0">
                <a:solidFill>
                  <a:srgbClr val="26343C"/>
                </a:solidFill>
                <a:latin typeface="Georgia"/>
                <a:ea typeface="Georgia"/>
                <a:cs typeface="Georgia"/>
              </a:defRPr>
            </a:defPPr>
            <a:lvl1pPr algn="l">
              <a:defRPr sz="4800" b="0">
                <a:solidFill>
                  <a:srgbClr val="26343C"/>
                </a:solidFill>
                <a:latin typeface="Georgia"/>
                <a:ea typeface="Georgia"/>
                <a:cs typeface="Georgia"/>
              </a:defRPr>
            </a:lvl1pPr>
            <a:lvl2pPr algn="l">
              <a:defRPr sz="4800" b="0">
                <a:solidFill>
                  <a:srgbClr val="26343C"/>
                </a:solidFill>
                <a:latin typeface="Georgia"/>
                <a:ea typeface="Georgia"/>
                <a:cs typeface="Georgia"/>
              </a:defRPr>
            </a:lvl2pPr>
            <a:lvl3pPr algn="l">
              <a:defRPr sz="4800" b="0">
                <a:solidFill>
                  <a:srgbClr val="26343C"/>
                </a:solidFill>
                <a:latin typeface="Georgia"/>
                <a:ea typeface="Georgia"/>
                <a:cs typeface="Georgia"/>
              </a:defRPr>
            </a:lvl3pPr>
            <a:lvl4pPr algn="l">
              <a:defRPr sz="4800" b="0">
                <a:solidFill>
                  <a:srgbClr val="26343C"/>
                </a:solidFill>
                <a:latin typeface="Georgia"/>
                <a:ea typeface="Georgia"/>
                <a:cs typeface="Georgia"/>
              </a:defRPr>
            </a:lvl4pPr>
            <a:lvl5pPr algn="l">
              <a:defRPr sz="4800" b="0">
                <a:solidFill>
                  <a:srgbClr val="26343C"/>
                </a:solidFill>
                <a:latin typeface="Georgia"/>
                <a:ea typeface="Georgia"/>
                <a:cs typeface="Georgia"/>
              </a:defRPr>
            </a:lvl5pPr>
            <a:lvl6pPr algn="l">
              <a:defRPr sz="4800" b="0">
                <a:solidFill>
                  <a:srgbClr val="26343C"/>
                </a:solidFill>
                <a:latin typeface="Georgia"/>
                <a:ea typeface="Georgia"/>
                <a:cs typeface="Georgia"/>
              </a:defRPr>
            </a:lvl6pPr>
            <a:lvl7pPr algn="l">
              <a:defRPr sz="4800" b="0">
                <a:solidFill>
                  <a:srgbClr val="26343C"/>
                </a:solidFill>
                <a:latin typeface="Georgia"/>
                <a:ea typeface="Georgia"/>
                <a:cs typeface="Georgia"/>
              </a:defRPr>
            </a:lvl7pPr>
            <a:lvl8pPr algn="l">
              <a:defRPr sz="4800" b="0">
                <a:solidFill>
                  <a:srgbClr val="26343C"/>
                </a:solidFill>
                <a:latin typeface="Georgia"/>
                <a:ea typeface="Georgia"/>
                <a:cs typeface="Georgia"/>
              </a:defRPr>
            </a:lvl8pPr>
            <a:lvl9pPr algn="l">
              <a:defRPr sz="4800" b="0">
                <a:solidFill>
                  <a:srgbClr val="26343C"/>
                </a:solidFill>
                <a:latin typeface="Georgia"/>
                <a:ea typeface="Georgia"/>
                <a:cs typeface="Georgia"/>
              </a:defRPr>
            </a:lvl9pPr>
          </a:lstStyle>
          <a:p>
            <a:pPr algn="l">
              <a:lnSpc>
                <a:spcPct val="100000"/>
              </a:lnSpc>
              <a:buNone/>
              <a:defRPr sz="4800" b="0">
                <a:solidFill>
                  <a:srgbClr val="26343C"/>
                </a:solidFill>
                <a:latin typeface="Georgia"/>
                <a:ea typeface="Georgia"/>
                <a:cs typeface="Georgia"/>
              </a:defRPr>
            </a:pPr>
            <a:r>
              <a:rPr sz="4800" b="0">
                <a:solidFill>
                  <a:srgbClr val="26343C"/>
                </a:solidFill>
                <a:latin typeface="Georgia"/>
                <a:ea typeface="Georgia"/>
                <a:cs typeface="Georgia"/>
              </a:rPr>
              <a:t>17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20995746-A606-442A-8D09-1D796E3C8507}"/>
              </a:ext>
            </a:extLst>
          </p:cNvPr>
          <p:cNvSpPr>
            <a:spLocks noGrp="1"/>
          </p:cNvSpPr>
          <p:nvPr/>
        </p:nvSpPr>
        <p:spPr>
          <a:xfrm>
            <a:off x="685800" y="3295650"/>
            <a:ext cx="2333625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350" b="0">
                <a:solidFill>
                  <a:srgbClr val="5F7078"/>
                </a:solidFill>
                <a:latin typeface="Noto Sans SC"/>
                <a:ea typeface="Noto Sans SC"/>
                <a:cs typeface="Noto Sans SC"/>
              </a:defRPr>
            </a:defPPr>
            <a:lvl1pPr algn="l">
              <a:defRPr sz="1350" b="0">
                <a:solidFill>
                  <a:srgbClr val="5F7078"/>
                </a:solidFill>
                <a:latin typeface="Noto Sans SC"/>
                <a:ea typeface="Noto Sans SC"/>
                <a:cs typeface="Noto Sans SC"/>
              </a:defRPr>
            </a:lvl1pPr>
            <a:lvl2pPr algn="l">
              <a:defRPr sz="1350" b="0">
                <a:solidFill>
                  <a:srgbClr val="5F7078"/>
                </a:solidFill>
                <a:latin typeface="Noto Sans SC"/>
                <a:ea typeface="Noto Sans SC"/>
                <a:cs typeface="Noto Sans SC"/>
              </a:defRPr>
            </a:lvl2pPr>
            <a:lvl3pPr algn="l">
              <a:defRPr sz="1350" b="0">
                <a:solidFill>
                  <a:srgbClr val="5F7078"/>
                </a:solidFill>
                <a:latin typeface="Noto Sans SC"/>
                <a:ea typeface="Noto Sans SC"/>
                <a:cs typeface="Noto Sans SC"/>
              </a:defRPr>
            </a:lvl3pPr>
            <a:lvl4pPr algn="l">
              <a:defRPr sz="1350" b="0">
                <a:solidFill>
                  <a:srgbClr val="5F7078"/>
                </a:solidFill>
                <a:latin typeface="Noto Sans SC"/>
                <a:ea typeface="Noto Sans SC"/>
                <a:cs typeface="Noto Sans SC"/>
              </a:defRPr>
            </a:lvl4pPr>
            <a:lvl5pPr algn="l">
              <a:defRPr sz="1350" b="0">
                <a:solidFill>
                  <a:srgbClr val="5F7078"/>
                </a:solidFill>
                <a:latin typeface="Noto Sans SC"/>
                <a:ea typeface="Noto Sans SC"/>
                <a:cs typeface="Noto Sans SC"/>
              </a:defRPr>
            </a:lvl5pPr>
            <a:lvl6pPr algn="l">
              <a:defRPr sz="1350" b="0">
                <a:solidFill>
                  <a:srgbClr val="5F7078"/>
                </a:solidFill>
                <a:latin typeface="Noto Sans SC"/>
                <a:ea typeface="Noto Sans SC"/>
                <a:cs typeface="Noto Sans SC"/>
              </a:defRPr>
            </a:lvl6pPr>
            <a:lvl7pPr algn="l">
              <a:defRPr sz="1350" b="0">
                <a:solidFill>
                  <a:srgbClr val="5F7078"/>
                </a:solidFill>
                <a:latin typeface="Noto Sans SC"/>
                <a:ea typeface="Noto Sans SC"/>
                <a:cs typeface="Noto Sans SC"/>
              </a:defRPr>
            </a:lvl7pPr>
            <a:lvl8pPr algn="l">
              <a:defRPr sz="1350" b="0">
                <a:solidFill>
                  <a:srgbClr val="5F7078"/>
                </a:solidFill>
                <a:latin typeface="Noto Sans SC"/>
                <a:ea typeface="Noto Sans SC"/>
                <a:cs typeface="Noto Sans SC"/>
              </a:defRPr>
            </a:lvl8pPr>
            <a:lvl9pPr algn="l">
              <a:defRPr sz="1350" b="0">
                <a:solidFill>
                  <a:srgbClr val="5F7078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l">
              <a:lnSpc>
                <a:spcPct val="100000"/>
              </a:lnSpc>
              <a:buNone/>
              <a:defRPr sz="1350" b="0">
                <a:solidFill>
                  <a:srgbClr val="5F7078"/>
                </a:solidFill>
                <a:latin typeface="Noto Sans SC"/>
                <a:ea typeface="Noto Sans SC"/>
                <a:cs typeface="Noto Sans SC"/>
              </a:defRPr>
            </a:pPr>
            <a:r>
              <a:rPr sz="1350" b="0">
                <a:solidFill>
                  <a:srgbClr val="5F7078"/>
                </a:solidFill>
                <a:latin typeface="Noto Sans SC"/>
                <a:ea typeface="Noto Sans SC"/>
                <a:cs typeface="Noto Sans SC"/>
              </a:rPr>
              <a:t>输入照片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E99CE13A-1684-4519-A7D4-BE43EEFA12AC}"/>
              </a:ext>
            </a:extLst>
          </p:cNvPr>
          <p:cNvSpPr>
            <a:spLocks noGrp="1"/>
          </p:cNvSpPr>
          <p:nvPr/>
        </p:nvSpPr>
        <p:spPr>
          <a:xfrm>
            <a:off x="685800" y="3990975"/>
            <a:ext cx="2266950" cy="19050"/>
          </a:xfrm>
          <a:prstGeom prst="rect">
            <a:avLst/>
          </a:prstGeom>
          <a:solidFill>
            <a:srgbClr val="B8C8CC"/>
          </a:solidFill>
          <a:ln w="0">
            <a:noFill/>
            <a:prstDash val="solid"/>
          </a:ln>
        </p:spPr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8817BFF-9EF9-4148-8740-B2AB55E05FDA}"/>
              </a:ext>
            </a:extLst>
          </p:cNvPr>
          <p:cNvSpPr>
            <a:spLocks noGrp="1"/>
          </p:cNvSpPr>
          <p:nvPr/>
        </p:nvSpPr>
        <p:spPr>
          <a:xfrm>
            <a:off x="3562350" y="2314575"/>
            <a:ext cx="2266950" cy="838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4800" b="0">
                <a:solidFill>
                  <a:srgbClr val="26343C"/>
                </a:solidFill>
                <a:latin typeface="Georgia"/>
                <a:ea typeface="Georgia"/>
                <a:cs typeface="Georgia"/>
              </a:defRPr>
            </a:defPPr>
            <a:lvl1pPr algn="l">
              <a:defRPr sz="4800" b="0">
                <a:solidFill>
                  <a:srgbClr val="26343C"/>
                </a:solidFill>
                <a:latin typeface="Georgia"/>
                <a:ea typeface="Georgia"/>
                <a:cs typeface="Georgia"/>
              </a:defRPr>
            </a:lvl1pPr>
            <a:lvl2pPr algn="l">
              <a:defRPr sz="4800" b="0">
                <a:solidFill>
                  <a:srgbClr val="26343C"/>
                </a:solidFill>
                <a:latin typeface="Georgia"/>
                <a:ea typeface="Georgia"/>
                <a:cs typeface="Georgia"/>
              </a:defRPr>
            </a:lvl2pPr>
            <a:lvl3pPr algn="l">
              <a:defRPr sz="4800" b="0">
                <a:solidFill>
                  <a:srgbClr val="26343C"/>
                </a:solidFill>
                <a:latin typeface="Georgia"/>
                <a:ea typeface="Georgia"/>
                <a:cs typeface="Georgia"/>
              </a:defRPr>
            </a:lvl3pPr>
            <a:lvl4pPr algn="l">
              <a:defRPr sz="4800" b="0">
                <a:solidFill>
                  <a:srgbClr val="26343C"/>
                </a:solidFill>
                <a:latin typeface="Georgia"/>
                <a:ea typeface="Georgia"/>
                <a:cs typeface="Georgia"/>
              </a:defRPr>
            </a:lvl4pPr>
            <a:lvl5pPr algn="l">
              <a:defRPr sz="4800" b="0">
                <a:solidFill>
                  <a:srgbClr val="26343C"/>
                </a:solidFill>
                <a:latin typeface="Georgia"/>
                <a:ea typeface="Georgia"/>
                <a:cs typeface="Georgia"/>
              </a:defRPr>
            </a:lvl5pPr>
            <a:lvl6pPr algn="l">
              <a:defRPr sz="4800" b="0">
                <a:solidFill>
                  <a:srgbClr val="26343C"/>
                </a:solidFill>
                <a:latin typeface="Georgia"/>
                <a:ea typeface="Georgia"/>
                <a:cs typeface="Georgia"/>
              </a:defRPr>
            </a:lvl6pPr>
            <a:lvl7pPr algn="l">
              <a:defRPr sz="4800" b="0">
                <a:solidFill>
                  <a:srgbClr val="26343C"/>
                </a:solidFill>
                <a:latin typeface="Georgia"/>
                <a:ea typeface="Georgia"/>
                <a:cs typeface="Georgia"/>
              </a:defRPr>
            </a:lvl7pPr>
            <a:lvl8pPr algn="l">
              <a:defRPr sz="4800" b="0">
                <a:solidFill>
                  <a:srgbClr val="26343C"/>
                </a:solidFill>
                <a:latin typeface="Georgia"/>
                <a:ea typeface="Georgia"/>
                <a:cs typeface="Georgia"/>
              </a:defRPr>
            </a:lvl8pPr>
            <a:lvl9pPr algn="l">
              <a:defRPr sz="4800" b="0">
                <a:solidFill>
                  <a:srgbClr val="26343C"/>
                </a:solidFill>
                <a:latin typeface="Georgia"/>
                <a:ea typeface="Georgia"/>
                <a:cs typeface="Georgia"/>
              </a:defRPr>
            </a:lvl9pPr>
          </a:lstStyle>
          <a:p>
            <a:pPr algn="l">
              <a:lnSpc>
                <a:spcPct val="100000"/>
              </a:lnSpc>
              <a:buNone/>
              <a:defRPr sz="4800" b="0">
                <a:solidFill>
                  <a:srgbClr val="26343C"/>
                </a:solidFill>
                <a:latin typeface="Georgia"/>
                <a:ea typeface="Georgia"/>
                <a:cs typeface="Georgia"/>
              </a:defRPr>
            </a:pPr>
            <a:r>
              <a:rPr sz="4800" b="0">
                <a:solidFill>
                  <a:srgbClr val="26343C"/>
                </a:solidFill>
                <a:latin typeface="Georgia"/>
                <a:ea typeface="Georgia"/>
                <a:cs typeface="Georgia"/>
              </a:rPr>
              <a:t>14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CB558DEF-9B78-45D8-9656-80559DAA71B8}"/>
              </a:ext>
            </a:extLst>
          </p:cNvPr>
          <p:cNvSpPr>
            <a:spLocks noGrp="1"/>
          </p:cNvSpPr>
          <p:nvPr/>
        </p:nvSpPr>
        <p:spPr>
          <a:xfrm>
            <a:off x="3562350" y="3295650"/>
            <a:ext cx="2333625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350" b="0">
                <a:solidFill>
                  <a:srgbClr val="5F7078"/>
                </a:solidFill>
                <a:latin typeface="Noto Sans SC"/>
                <a:ea typeface="Noto Sans SC"/>
                <a:cs typeface="Noto Sans SC"/>
              </a:defRPr>
            </a:defPPr>
            <a:lvl1pPr algn="l">
              <a:defRPr sz="1350" b="0">
                <a:solidFill>
                  <a:srgbClr val="5F7078"/>
                </a:solidFill>
                <a:latin typeface="Noto Sans SC"/>
                <a:ea typeface="Noto Sans SC"/>
                <a:cs typeface="Noto Sans SC"/>
              </a:defRPr>
            </a:lvl1pPr>
            <a:lvl2pPr algn="l">
              <a:defRPr sz="1350" b="0">
                <a:solidFill>
                  <a:srgbClr val="5F7078"/>
                </a:solidFill>
                <a:latin typeface="Noto Sans SC"/>
                <a:ea typeface="Noto Sans SC"/>
                <a:cs typeface="Noto Sans SC"/>
              </a:defRPr>
            </a:lvl2pPr>
            <a:lvl3pPr algn="l">
              <a:defRPr sz="1350" b="0">
                <a:solidFill>
                  <a:srgbClr val="5F7078"/>
                </a:solidFill>
                <a:latin typeface="Noto Sans SC"/>
                <a:ea typeface="Noto Sans SC"/>
                <a:cs typeface="Noto Sans SC"/>
              </a:defRPr>
            </a:lvl3pPr>
            <a:lvl4pPr algn="l">
              <a:defRPr sz="1350" b="0">
                <a:solidFill>
                  <a:srgbClr val="5F7078"/>
                </a:solidFill>
                <a:latin typeface="Noto Sans SC"/>
                <a:ea typeface="Noto Sans SC"/>
                <a:cs typeface="Noto Sans SC"/>
              </a:defRPr>
            </a:lvl4pPr>
            <a:lvl5pPr algn="l">
              <a:defRPr sz="1350" b="0">
                <a:solidFill>
                  <a:srgbClr val="5F7078"/>
                </a:solidFill>
                <a:latin typeface="Noto Sans SC"/>
                <a:ea typeface="Noto Sans SC"/>
                <a:cs typeface="Noto Sans SC"/>
              </a:defRPr>
            </a:lvl5pPr>
            <a:lvl6pPr algn="l">
              <a:defRPr sz="1350" b="0">
                <a:solidFill>
                  <a:srgbClr val="5F7078"/>
                </a:solidFill>
                <a:latin typeface="Noto Sans SC"/>
                <a:ea typeface="Noto Sans SC"/>
                <a:cs typeface="Noto Sans SC"/>
              </a:defRPr>
            </a:lvl6pPr>
            <a:lvl7pPr algn="l">
              <a:defRPr sz="1350" b="0">
                <a:solidFill>
                  <a:srgbClr val="5F7078"/>
                </a:solidFill>
                <a:latin typeface="Noto Sans SC"/>
                <a:ea typeface="Noto Sans SC"/>
                <a:cs typeface="Noto Sans SC"/>
              </a:defRPr>
            </a:lvl7pPr>
            <a:lvl8pPr algn="l">
              <a:defRPr sz="1350" b="0">
                <a:solidFill>
                  <a:srgbClr val="5F7078"/>
                </a:solidFill>
                <a:latin typeface="Noto Sans SC"/>
                <a:ea typeface="Noto Sans SC"/>
                <a:cs typeface="Noto Sans SC"/>
              </a:defRPr>
            </a:lvl8pPr>
            <a:lvl9pPr algn="l">
              <a:defRPr sz="1350" b="0">
                <a:solidFill>
                  <a:srgbClr val="5F7078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l">
              <a:lnSpc>
                <a:spcPct val="100000"/>
              </a:lnSpc>
              <a:buNone/>
              <a:defRPr sz="1350" b="0">
                <a:solidFill>
                  <a:srgbClr val="5F7078"/>
                </a:solidFill>
                <a:latin typeface="Noto Sans SC"/>
                <a:ea typeface="Noto Sans SC"/>
                <a:cs typeface="Noto Sans SC"/>
              </a:defRPr>
            </a:pPr>
            <a:r>
              <a:rPr sz="1350" b="0">
                <a:solidFill>
                  <a:srgbClr val="5F7078"/>
                </a:solidFill>
                <a:latin typeface="Noto Sans SC"/>
                <a:ea typeface="Noto Sans SC"/>
                <a:cs typeface="Noto Sans SC"/>
              </a:rPr>
              <a:t>正确建筑进入候选集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B1F2C97F-5ADD-461F-8BA0-449BC929E868}"/>
              </a:ext>
            </a:extLst>
          </p:cNvPr>
          <p:cNvSpPr>
            <a:spLocks noGrp="1"/>
          </p:cNvSpPr>
          <p:nvPr/>
        </p:nvSpPr>
        <p:spPr>
          <a:xfrm>
            <a:off x="3562350" y="3990975"/>
            <a:ext cx="2266950" cy="19050"/>
          </a:xfrm>
          <a:prstGeom prst="rect">
            <a:avLst/>
          </a:prstGeom>
          <a:solidFill>
            <a:srgbClr val="B8C8CC"/>
          </a:solidFill>
          <a:ln w="0">
            <a:noFill/>
            <a:prstDash val="solid"/>
          </a:ln>
        </p:spPr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40EB0835-7A11-4A5D-B098-233EE835D5A6}"/>
              </a:ext>
            </a:extLst>
          </p:cNvPr>
          <p:cNvSpPr>
            <a:spLocks noGrp="1"/>
          </p:cNvSpPr>
          <p:nvPr/>
        </p:nvSpPr>
        <p:spPr>
          <a:xfrm>
            <a:off x="6438900" y="2314575"/>
            <a:ext cx="2266950" cy="838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4800" b="0">
                <a:solidFill>
                  <a:srgbClr val="26343C"/>
                </a:solidFill>
                <a:latin typeface="Georgia"/>
                <a:ea typeface="Georgia"/>
                <a:cs typeface="Georgia"/>
              </a:defRPr>
            </a:defPPr>
            <a:lvl1pPr algn="l">
              <a:defRPr sz="4800" b="0">
                <a:solidFill>
                  <a:srgbClr val="26343C"/>
                </a:solidFill>
                <a:latin typeface="Georgia"/>
                <a:ea typeface="Georgia"/>
                <a:cs typeface="Georgia"/>
              </a:defRPr>
            </a:lvl1pPr>
            <a:lvl2pPr algn="l">
              <a:defRPr sz="4800" b="0">
                <a:solidFill>
                  <a:srgbClr val="26343C"/>
                </a:solidFill>
                <a:latin typeface="Georgia"/>
                <a:ea typeface="Georgia"/>
                <a:cs typeface="Georgia"/>
              </a:defRPr>
            </a:lvl2pPr>
            <a:lvl3pPr algn="l">
              <a:defRPr sz="4800" b="0">
                <a:solidFill>
                  <a:srgbClr val="26343C"/>
                </a:solidFill>
                <a:latin typeface="Georgia"/>
                <a:ea typeface="Georgia"/>
                <a:cs typeface="Georgia"/>
              </a:defRPr>
            </a:lvl3pPr>
            <a:lvl4pPr algn="l">
              <a:defRPr sz="4800" b="0">
                <a:solidFill>
                  <a:srgbClr val="26343C"/>
                </a:solidFill>
                <a:latin typeface="Georgia"/>
                <a:ea typeface="Georgia"/>
                <a:cs typeface="Georgia"/>
              </a:defRPr>
            </a:lvl4pPr>
            <a:lvl5pPr algn="l">
              <a:defRPr sz="4800" b="0">
                <a:solidFill>
                  <a:srgbClr val="26343C"/>
                </a:solidFill>
                <a:latin typeface="Georgia"/>
                <a:ea typeface="Georgia"/>
                <a:cs typeface="Georgia"/>
              </a:defRPr>
            </a:lvl5pPr>
            <a:lvl6pPr algn="l">
              <a:defRPr sz="4800" b="0">
                <a:solidFill>
                  <a:srgbClr val="26343C"/>
                </a:solidFill>
                <a:latin typeface="Georgia"/>
                <a:ea typeface="Georgia"/>
                <a:cs typeface="Georgia"/>
              </a:defRPr>
            </a:lvl6pPr>
            <a:lvl7pPr algn="l">
              <a:defRPr sz="4800" b="0">
                <a:solidFill>
                  <a:srgbClr val="26343C"/>
                </a:solidFill>
                <a:latin typeface="Georgia"/>
                <a:ea typeface="Georgia"/>
                <a:cs typeface="Georgia"/>
              </a:defRPr>
            </a:lvl7pPr>
            <a:lvl8pPr algn="l">
              <a:defRPr sz="4800" b="0">
                <a:solidFill>
                  <a:srgbClr val="26343C"/>
                </a:solidFill>
                <a:latin typeface="Georgia"/>
                <a:ea typeface="Georgia"/>
                <a:cs typeface="Georgia"/>
              </a:defRPr>
            </a:lvl8pPr>
            <a:lvl9pPr algn="l">
              <a:defRPr sz="4800" b="0">
                <a:solidFill>
                  <a:srgbClr val="26343C"/>
                </a:solidFill>
                <a:latin typeface="Georgia"/>
                <a:ea typeface="Georgia"/>
                <a:cs typeface="Georgia"/>
              </a:defRPr>
            </a:lvl9pPr>
          </a:lstStyle>
          <a:p>
            <a:pPr algn="l">
              <a:lnSpc>
                <a:spcPct val="100000"/>
              </a:lnSpc>
              <a:buNone/>
              <a:defRPr sz="4800" b="0">
                <a:solidFill>
                  <a:srgbClr val="26343C"/>
                </a:solidFill>
                <a:latin typeface="Georgia"/>
                <a:ea typeface="Georgia"/>
                <a:cs typeface="Georgia"/>
              </a:defRPr>
            </a:pPr>
            <a:r>
              <a:rPr sz="4800" b="0">
                <a:solidFill>
                  <a:srgbClr val="26343C"/>
                </a:solidFill>
                <a:latin typeface="Georgia"/>
                <a:ea typeface="Georgia"/>
                <a:cs typeface="Georgia"/>
              </a:rPr>
              <a:t>10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CABB0108-B524-41A4-88A2-3EFF668EA9F8}"/>
              </a:ext>
            </a:extLst>
          </p:cNvPr>
          <p:cNvSpPr>
            <a:spLocks noGrp="1"/>
          </p:cNvSpPr>
          <p:nvPr/>
        </p:nvSpPr>
        <p:spPr>
          <a:xfrm>
            <a:off x="6438900" y="3295650"/>
            <a:ext cx="2333625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350" b="0">
                <a:solidFill>
                  <a:srgbClr val="5F7078"/>
                </a:solidFill>
                <a:latin typeface="Noto Sans SC"/>
                <a:ea typeface="Noto Sans SC"/>
                <a:cs typeface="Noto Sans SC"/>
              </a:defRPr>
            </a:defPPr>
            <a:lvl1pPr algn="l">
              <a:defRPr sz="1350" b="0">
                <a:solidFill>
                  <a:srgbClr val="5F7078"/>
                </a:solidFill>
                <a:latin typeface="Noto Sans SC"/>
                <a:ea typeface="Noto Sans SC"/>
                <a:cs typeface="Noto Sans SC"/>
              </a:defRPr>
            </a:lvl1pPr>
            <a:lvl2pPr algn="l">
              <a:defRPr sz="1350" b="0">
                <a:solidFill>
                  <a:srgbClr val="5F7078"/>
                </a:solidFill>
                <a:latin typeface="Noto Sans SC"/>
                <a:ea typeface="Noto Sans SC"/>
                <a:cs typeface="Noto Sans SC"/>
              </a:defRPr>
            </a:lvl2pPr>
            <a:lvl3pPr algn="l">
              <a:defRPr sz="1350" b="0">
                <a:solidFill>
                  <a:srgbClr val="5F7078"/>
                </a:solidFill>
                <a:latin typeface="Noto Sans SC"/>
                <a:ea typeface="Noto Sans SC"/>
                <a:cs typeface="Noto Sans SC"/>
              </a:defRPr>
            </a:lvl3pPr>
            <a:lvl4pPr algn="l">
              <a:defRPr sz="1350" b="0">
                <a:solidFill>
                  <a:srgbClr val="5F7078"/>
                </a:solidFill>
                <a:latin typeface="Noto Sans SC"/>
                <a:ea typeface="Noto Sans SC"/>
                <a:cs typeface="Noto Sans SC"/>
              </a:defRPr>
            </a:lvl4pPr>
            <a:lvl5pPr algn="l">
              <a:defRPr sz="1350" b="0">
                <a:solidFill>
                  <a:srgbClr val="5F7078"/>
                </a:solidFill>
                <a:latin typeface="Noto Sans SC"/>
                <a:ea typeface="Noto Sans SC"/>
                <a:cs typeface="Noto Sans SC"/>
              </a:defRPr>
            </a:lvl5pPr>
            <a:lvl6pPr algn="l">
              <a:defRPr sz="1350" b="0">
                <a:solidFill>
                  <a:srgbClr val="5F7078"/>
                </a:solidFill>
                <a:latin typeface="Noto Sans SC"/>
                <a:ea typeface="Noto Sans SC"/>
                <a:cs typeface="Noto Sans SC"/>
              </a:defRPr>
            </a:lvl6pPr>
            <a:lvl7pPr algn="l">
              <a:defRPr sz="1350" b="0">
                <a:solidFill>
                  <a:srgbClr val="5F7078"/>
                </a:solidFill>
                <a:latin typeface="Noto Sans SC"/>
                <a:ea typeface="Noto Sans SC"/>
                <a:cs typeface="Noto Sans SC"/>
              </a:defRPr>
            </a:lvl7pPr>
            <a:lvl8pPr algn="l">
              <a:defRPr sz="1350" b="0">
                <a:solidFill>
                  <a:srgbClr val="5F7078"/>
                </a:solidFill>
                <a:latin typeface="Noto Sans SC"/>
                <a:ea typeface="Noto Sans SC"/>
                <a:cs typeface="Noto Sans SC"/>
              </a:defRPr>
            </a:lvl8pPr>
            <a:lvl9pPr algn="l">
              <a:defRPr sz="1350" b="0">
                <a:solidFill>
                  <a:srgbClr val="5F7078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l">
              <a:lnSpc>
                <a:spcPct val="100000"/>
              </a:lnSpc>
              <a:buNone/>
              <a:defRPr sz="1350" b="0">
                <a:solidFill>
                  <a:srgbClr val="5F7078"/>
                </a:solidFill>
                <a:latin typeface="Noto Sans SC"/>
                <a:ea typeface="Noto Sans SC"/>
                <a:cs typeface="Noto Sans SC"/>
              </a:defRPr>
            </a:pPr>
            <a:r>
              <a:rPr sz="1350" b="0">
                <a:solidFill>
                  <a:srgbClr val="5F7078"/>
                </a:solidFill>
                <a:latin typeface="Noto Sans SC"/>
                <a:ea typeface="Noto Sans SC"/>
                <a:cs typeface="Noto Sans SC"/>
              </a:rPr>
              <a:t>正确建筑通过窗中心检查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C8492076-1F45-430C-A709-85C19CD6FAA2}"/>
              </a:ext>
            </a:extLst>
          </p:cNvPr>
          <p:cNvSpPr>
            <a:spLocks noGrp="1"/>
          </p:cNvSpPr>
          <p:nvPr/>
        </p:nvSpPr>
        <p:spPr>
          <a:xfrm>
            <a:off x="6438900" y="3990975"/>
            <a:ext cx="2266950" cy="19050"/>
          </a:xfrm>
          <a:prstGeom prst="rect">
            <a:avLst/>
          </a:prstGeom>
          <a:solidFill>
            <a:srgbClr val="B8C8CC"/>
          </a:solidFill>
          <a:ln w="0">
            <a:noFill/>
            <a:prstDash val="solid"/>
          </a:ln>
        </p:spPr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C27CE3BD-A71F-4778-871E-A812D5F195F4}"/>
              </a:ext>
            </a:extLst>
          </p:cNvPr>
          <p:cNvSpPr>
            <a:spLocks noGrp="1"/>
          </p:cNvSpPr>
          <p:nvPr/>
        </p:nvSpPr>
        <p:spPr>
          <a:xfrm>
            <a:off x="9315450" y="2314575"/>
            <a:ext cx="2266950" cy="838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4800" b="0">
                <a:solidFill>
                  <a:srgbClr val="567F8B"/>
                </a:solidFill>
                <a:latin typeface="Georgia"/>
                <a:ea typeface="Georgia"/>
                <a:cs typeface="Georgia"/>
              </a:defRPr>
            </a:defPPr>
            <a:lvl1pPr algn="l">
              <a:defRPr sz="4800" b="0">
                <a:solidFill>
                  <a:srgbClr val="567F8B"/>
                </a:solidFill>
                <a:latin typeface="Georgia"/>
                <a:ea typeface="Georgia"/>
                <a:cs typeface="Georgia"/>
              </a:defRPr>
            </a:lvl1pPr>
            <a:lvl2pPr algn="l">
              <a:defRPr sz="4800" b="0">
                <a:solidFill>
                  <a:srgbClr val="567F8B"/>
                </a:solidFill>
                <a:latin typeface="Georgia"/>
                <a:ea typeface="Georgia"/>
                <a:cs typeface="Georgia"/>
              </a:defRPr>
            </a:lvl2pPr>
            <a:lvl3pPr algn="l">
              <a:defRPr sz="4800" b="0">
                <a:solidFill>
                  <a:srgbClr val="567F8B"/>
                </a:solidFill>
                <a:latin typeface="Georgia"/>
                <a:ea typeface="Georgia"/>
                <a:cs typeface="Georgia"/>
              </a:defRPr>
            </a:lvl3pPr>
            <a:lvl4pPr algn="l">
              <a:defRPr sz="4800" b="0">
                <a:solidFill>
                  <a:srgbClr val="567F8B"/>
                </a:solidFill>
                <a:latin typeface="Georgia"/>
                <a:ea typeface="Georgia"/>
                <a:cs typeface="Georgia"/>
              </a:defRPr>
            </a:lvl4pPr>
            <a:lvl5pPr algn="l">
              <a:defRPr sz="4800" b="0">
                <a:solidFill>
                  <a:srgbClr val="567F8B"/>
                </a:solidFill>
                <a:latin typeface="Georgia"/>
                <a:ea typeface="Georgia"/>
                <a:cs typeface="Georgia"/>
              </a:defRPr>
            </a:lvl5pPr>
            <a:lvl6pPr algn="l">
              <a:defRPr sz="4800" b="0">
                <a:solidFill>
                  <a:srgbClr val="567F8B"/>
                </a:solidFill>
                <a:latin typeface="Georgia"/>
                <a:ea typeface="Georgia"/>
                <a:cs typeface="Georgia"/>
              </a:defRPr>
            </a:lvl6pPr>
            <a:lvl7pPr algn="l">
              <a:defRPr sz="4800" b="0">
                <a:solidFill>
                  <a:srgbClr val="567F8B"/>
                </a:solidFill>
                <a:latin typeface="Georgia"/>
                <a:ea typeface="Georgia"/>
                <a:cs typeface="Georgia"/>
              </a:defRPr>
            </a:lvl7pPr>
            <a:lvl8pPr algn="l">
              <a:defRPr sz="4800" b="0">
                <a:solidFill>
                  <a:srgbClr val="567F8B"/>
                </a:solidFill>
                <a:latin typeface="Georgia"/>
                <a:ea typeface="Georgia"/>
                <a:cs typeface="Georgia"/>
              </a:defRPr>
            </a:lvl8pPr>
            <a:lvl9pPr algn="l">
              <a:defRPr sz="4800" b="0">
                <a:solidFill>
                  <a:srgbClr val="567F8B"/>
                </a:solidFill>
                <a:latin typeface="Georgia"/>
                <a:ea typeface="Georgia"/>
                <a:cs typeface="Georgia"/>
              </a:defRPr>
            </a:lvl9pPr>
          </a:lstStyle>
          <a:p>
            <a:pPr algn="l">
              <a:lnSpc>
                <a:spcPct val="100000"/>
              </a:lnSpc>
              <a:buNone/>
              <a:defRPr sz="4800" b="0">
                <a:solidFill>
                  <a:srgbClr val="567F8B"/>
                </a:solidFill>
                <a:latin typeface="Georgia"/>
                <a:ea typeface="Georgia"/>
                <a:cs typeface="Georgia"/>
              </a:defRPr>
            </a:pPr>
            <a:r>
              <a:rPr sz="4800" b="0">
                <a:solidFill>
                  <a:srgbClr val="567F8B"/>
                </a:solidFill>
                <a:latin typeface="Georgia"/>
                <a:ea typeface="Georgia"/>
                <a:cs typeface="Georgia"/>
              </a:rPr>
              <a:t>9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475A1863-D898-4B38-A81E-0287058E71BA}"/>
              </a:ext>
            </a:extLst>
          </p:cNvPr>
          <p:cNvSpPr>
            <a:spLocks noGrp="1"/>
          </p:cNvSpPr>
          <p:nvPr/>
        </p:nvSpPr>
        <p:spPr>
          <a:xfrm>
            <a:off x="9315450" y="3295650"/>
            <a:ext cx="2333625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350" b="0">
                <a:solidFill>
                  <a:srgbClr val="5F7078"/>
                </a:solidFill>
                <a:latin typeface="Noto Sans SC"/>
                <a:ea typeface="Noto Sans SC"/>
                <a:cs typeface="Noto Sans SC"/>
              </a:defRPr>
            </a:defPPr>
            <a:lvl1pPr algn="l">
              <a:defRPr sz="1350" b="0">
                <a:solidFill>
                  <a:srgbClr val="5F7078"/>
                </a:solidFill>
                <a:latin typeface="Noto Sans SC"/>
                <a:ea typeface="Noto Sans SC"/>
                <a:cs typeface="Noto Sans SC"/>
              </a:defRPr>
            </a:lvl1pPr>
            <a:lvl2pPr algn="l">
              <a:defRPr sz="1350" b="0">
                <a:solidFill>
                  <a:srgbClr val="5F7078"/>
                </a:solidFill>
                <a:latin typeface="Noto Sans SC"/>
                <a:ea typeface="Noto Sans SC"/>
                <a:cs typeface="Noto Sans SC"/>
              </a:defRPr>
            </a:lvl2pPr>
            <a:lvl3pPr algn="l">
              <a:defRPr sz="1350" b="0">
                <a:solidFill>
                  <a:srgbClr val="5F7078"/>
                </a:solidFill>
                <a:latin typeface="Noto Sans SC"/>
                <a:ea typeface="Noto Sans SC"/>
                <a:cs typeface="Noto Sans SC"/>
              </a:defRPr>
            </a:lvl3pPr>
            <a:lvl4pPr algn="l">
              <a:defRPr sz="1350" b="0">
                <a:solidFill>
                  <a:srgbClr val="5F7078"/>
                </a:solidFill>
                <a:latin typeface="Noto Sans SC"/>
                <a:ea typeface="Noto Sans SC"/>
                <a:cs typeface="Noto Sans SC"/>
              </a:defRPr>
            </a:lvl4pPr>
            <a:lvl5pPr algn="l">
              <a:defRPr sz="1350" b="0">
                <a:solidFill>
                  <a:srgbClr val="5F7078"/>
                </a:solidFill>
                <a:latin typeface="Noto Sans SC"/>
                <a:ea typeface="Noto Sans SC"/>
                <a:cs typeface="Noto Sans SC"/>
              </a:defRPr>
            </a:lvl5pPr>
            <a:lvl6pPr algn="l">
              <a:defRPr sz="1350" b="0">
                <a:solidFill>
                  <a:srgbClr val="5F7078"/>
                </a:solidFill>
                <a:latin typeface="Noto Sans SC"/>
                <a:ea typeface="Noto Sans SC"/>
                <a:cs typeface="Noto Sans SC"/>
              </a:defRPr>
            </a:lvl6pPr>
            <a:lvl7pPr algn="l">
              <a:defRPr sz="1350" b="0">
                <a:solidFill>
                  <a:srgbClr val="5F7078"/>
                </a:solidFill>
                <a:latin typeface="Noto Sans SC"/>
                <a:ea typeface="Noto Sans SC"/>
                <a:cs typeface="Noto Sans SC"/>
              </a:defRPr>
            </a:lvl7pPr>
            <a:lvl8pPr algn="l">
              <a:defRPr sz="1350" b="0">
                <a:solidFill>
                  <a:srgbClr val="5F7078"/>
                </a:solidFill>
                <a:latin typeface="Noto Sans SC"/>
                <a:ea typeface="Noto Sans SC"/>
                <a:cs typeface="Noto Sans SC"/>
              </a:defRPr>
            </a:lvl8pPr>
            <a:lvl9pPr algn="l">
              <a:defRPr sz="1350" b="0">
                <a:solidFill>
                  <a:srgbClr val="5F7078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l">
              <a:lnSpc>
                <a:spcPct val="100000"/>
              </a:lnSpc>
              <a:buNone/>
              <a:defRPr sz="1350" b="0">
                <a:solidFill>
                  <a:srgbClr val="5F7078"/>
                </a:solidFill>
                <a:latin typeface="Noto Sans SC"/>
                <a:ea typeface="Noto Sans SC"/>
                <a:cs typeface="Noto Sans SC"/>
              </a:defRPr>
            </a:pPr>
            <a:r>
              <a:rPr sz="1350" b="0">
                <a:solidFill>
                  <a:srgbClr val="5F7078"/>
                </a:solidFill>
                <a:latin typeface="Noto Sans SC"/>
                <a:ea typeface="Noto Sans SC"/>
                <a:cs typeface="Noto Sans SC"/>
              </a:rPr>
              <a:t>最终接受且建筑 ID 正确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E57D5D05-439F-421E-85A2-3C9CAB01514B}"/>
              </a:ext>
            </a:extLst>
          </p:cNvPr>
          <p:cNvSpPr>
            <a:spLocks noGrp="1"/>
          </p:cNvSpPr>
          <p:nvPr/>
        </p:nvSpPr>
        <p:spPr>
          <a:xfrm>
            <a:off x="9315450" y="3990975"/>
            <a:ext cx="2266950" cy="19050"/>
          </a:xfrm>
          <a:prstGeom prst="rect">
            <a:avLst/>
          </a:prstGeom>
          <a:solidFill>
            <a:srgbClr val="B8C8CC"/>
          </a:solidFill>
          <a:ln w="0">
            <a:noFill/>
            <a:prstDash val="solid"/>
          </a:ln>
        </p:spPr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BEA6821B-CCA9-4909-8789-0CA6F66C75B3}"/>
              </a:ext>
            </a:extLst>
          </p:cNvPr>
          <p:cNvSpPr>
            <a:spLocks noGrp="1"/>
          </p:cNvSpPr>
          <p:nvPr/>
        </p:nvSpPr>
        <p:spPr>
          <a:xfrm>
            <a:off x="685800" y="4543425"/>
            <a:ext cx="10753725" cy="9525"/>
          </a:xfrm>
          <a:prstGeom prst="rect">
            <a:avLst/>
          </a:prstGeom>
          <a:solidFill>
            <a:srgbClr val="B8C8CC"/>
          </a:solidFill>
          <a:ln w="0">
            <a:noFill/>
            <a:prstDash val="solid"/>
          </a:ln>
        </p:spPr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C5DC09C5-7845-4034-9C33-34C876F8F8C0}"/>
              </a:ext>
            </a:extLst>
          </p:cNvPr>
          <p:cNvSpPr>
            <a:spLocks noGrp="1"/>
          </p:cNvSpPr>
          <p:nvPr/>
        </p:nvSpPr>
        <p:spPr>
          <a:xfrm>
            <a:off x="685800" y="4743450"/>
            <a:ext cx="4286250" cy="3905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875" b="0">
                <a:solidFill>
                  <a:srgbClr val="26343C"/>
                </a:solidFill>
                <a:latin typeface="Noto Sans SC"/>
                <a:ea typeface="Noto Sans SC"/>
                <a:cs typeface="Noto Sans SC"/>
              </a:defRPr>
            </a:defPPr>
            <a:lvl1pPr algn="l">
              <a:defRPr sz="1875" b="0">
                <a:solidFill>
                  <a:srgbClr val="26343C"/>
                </a:solidFill>
                <a:latin typeface="Noto Sans SC"/>
                <a:ea typeface="Noto Sans SC"/>
                <a:cs typeface="Noto Sans SC"/>
              </a:defRPr>
            </a:lvl1pPr>
            <a:lvl2pPr algn="l">
              <a:defRPr sz="1875" b="0">
                <a:solidFill>
                  <a:srgbClr val="26343C"/>
                </a:solidFill>
                <a:latin typeface="Noto Sans SC"/>
                <a:ea typeface="Noto Sans SC"/>
                <a:cs typeface="Noto Sans SC"/>
              </a:defRPr>
            </a:lvl2pPr>
            <a:lvl3pPr algn="l">
              <a:defRPr sz="1875" b="0">
                <a:solidFill>
                  <a:srgbClr val="26343C"/>
                </a:solidFill>
                <a:latin typeface="Noto Sans SC"/>
                <a:ea typeface="Noto Sans SC"/>
                <a:cs typeface="Noto Sans SC"/>
              </a:defRPr>
            </a:lvl3pPr>
            <a:lvl4pPr algn="l">
              <a:defRPr sz="1875" b="0">
                <a:solidFill>
                  <a:srgbClr val="26343C"/>
                </a:solidFill>
                <a:latin typeface="Noto Sans SC"/>
                <a:ea typeface="Noto Sans SC"/>
                <a:cs typeface="Noto Sans SC"/>
              </a:defRPr>
            </a:lvl4pPr>
            <a:lvl5pPr algn="l">
              <a:defRPr sz="1875" b="0">
                <a:solidFill>
                  <a:srgbClr val="26343C"/>
                </a:solidFill>
                <a:latin typeface="Noto Sans SC"/>
                <a:ea typeface="Noto Sans SC"/>
                <a:cs typeface="Noto Sans SC"/>
              </a:defRPr>
            </a:lvl5pPr>
            <a:lvl6pPr algn="l">
              <a:defRPr sz="1875" b="0">
                <a:solidFill>
                  <a:srgbClr val="26343C"/>
                </a:solidFill>
                <a:latin typeface="Noto Sans SC"/>
                <a:ea typeface="Noto Sans SC"/>
                <a:cs typeface="Noto Sans SC"/>
              </a:defRPr>
            </a:lvl6pPr>
            <a:lvl7pPr algn="l">
              <a:defRPr sz="1875" b="0">
                <a:solidFill>
                  <a:srgbClr val="26343C"/>
                </a:solidFill>
                <a:latin typeface="Noto Sans SC"/>
                <a:ea typeface="Noto Sans SC"/>
                <a:cs typeface="Noto Sans SC"/>
              </a:defRPr>
            </a:lvl7pPr>
            <a:lvl8pPr algn="l">
              <a:defRPr sz="1875" b="0">
                <a:solidFill>
                  <a:srgbClr val="26343C"/>
                </a:solidFill>
                <a:latin typeface="Noto Sans SC"/>
                <a:ea typeface="Noto Sans SC"/>
                <a:cs typeface="Noto Sans SC"/>
              </a:defRPr>
            </a:lvl8pPr>
            <a:lvl9pPr algn="l">
              <a:defRPr sz="1875" b="0">
                <a:solidFill>
                  <a:srgbClr val="26343C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l">
              <a:lnSpc>
                <a:spcPct val="100000"/>
              </a:lnSpc>
              <a:buNone/>
              <a:defRPr sz="1875" b="0">
                <a:solidFill>
                  <a:srgbClr val="26343C"/>
                </a:solidFill>
                <a:latin typeface="Noto Sans SC"/>
                <a:ea typeface="Noto Sans SC"/>
                <a:cs typeface="Noto Sans SC"/>
              </a:defRPr>
            </a:pPr>
            <a:r>
              <a:rPr sz="1875" b="0">
                <a:solidFill>
                  <a:srgbClr val="26343C"/>
                </a:solidFill>
                <a:latin typeface="Noto Sans SC"/>
                <a:ea typeface="Noto Sans SC"/>
                <a:cs typeface="Noto Sans SC"/>
              </a:rPr>
              <a:t>自动接受：10 / 17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0181C9A1-AD0E-4CF8-80CA-AF896A18872D}"/>
              </a:ext>
            </a:extLst>
          </p:cNvPr>
          <p:cNvSpPr>
            <a:spLocks noGrp="1"/>
          </p:cNvSpPr>
          <p:nvPr/>
        </p:nvSpPr>
        <p:spPr>
          <a:xfrm>
            <a:off x="685800" y="5181600"/>
            <a:ext cx="1000125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650" b="0">
                <a:solidFill>
                  <a:srgbClr val="9C6759"/>
                </a:solidFill>
                <a:latin typeface="Noto Sans SC"/>
                <a:ea typeface="Noto Sans SC"/>
                <a:cs typeface="Noto Sans SC"/>
              </a:defRPr>
            </a:defPPr>
            <a:lvl1pPr algn="l">
              <a:defRPr sz="1650" b="0">
                <a:solidFill>
                  <a:srgbClr val="9C6759"/>
                </a:solidFill>
                <a:latin typeface="Noto Sans SC"/>
                <a:ea typeface="Noto Sans SC"/>
                <a:cs typeface="Noto Sans SC"/>
              </a:defRPr>
            </a:lvl1pPr>
            <a:lvl2pPr algn="l">
              <a:defRPr sz="1650" b="0">
                <a:solidFill>
                  <a:srgbClr val="9C6759"/>
                </a:solidFill>
                <a:latin typeface="Noto Sans SC"/>
                <a:ea typeface="Noto Sans SC"/>
                <a:cs typeface="Noto Sans SC"/>
              </a:defRPr>
            </a:lvl2pPr>
            <a:lvl3pPr algn="l">
              <a:defRPr sz="1650" b="0">
                <a:solidFill>
                  <a:srgbClr val="9C6759"/>
                </a:solidFill>
                <a:latin typeface="Noto Sans SC"/>
                <a:ea typeface="Noto Sans SC"/>
                <a:cs typeface="Noto Sans SC"/>
              </a:defRPr>
            </a:lvl3pPr>
            <a:lvl4pPr algn="l">
              <a:defRPr sz="1650" b="0">
                <a:solidFill>
                  <a:srgbClr val="9C6759"/>
                </a:solidFill>
                <a:latin typeface="Noto Sans SC"/>
                <a:ea typeface="Noto Sans SC"/>
                <a:cs typeface="Noto Sans SC"/>
              </a:defRPr>
            </a:lvl4pPr>
            <a:lvl5pPr algn="l">
              <a:defRPr sz="1650" b="0">
                <a:solidFill>
                  <a:srgbClr val="9C6759"/>
                </a:solidFill>
                <a:latin typeface="Noto Sans SC"/>
                <a:ea typeface="Noto Sans SC"/>
                <a:cs typeface="Noto Sans SC"/>
              </a:defRPr>
            </a:lvl5pPr>
            <a:lvl6pPr algn="l">
              <a:defRPr sz="1650" b="0">
                <a:solidFill>
                  <a:srgbClr val="9C6759"/>
                </a:solidFill>
                <a:latin typeface="Noto Sans SC"/>
                <a:ea typeface="Noto Sans SC"/>
                <a:cs typeface="Noto Sans SC"/>
              </a:defRPr>
            </a:lvl6pPr>
            <a:lvl7pPr algn="l">
              <a:defRPr sz="1650" b="0">
                <a:solidFill>
                  <a:srgbClr val="9C6759"/>
                </a:solidFill>
                <a:latin typeface="Noto Sans SC"/>
                <a:ea typeface="Noto Sans SC"/>
                <a:cs typeface="Noto Sans SC"/>
              </a:defRPr>
            </a:lvl7pPr>
            <a:lvl8pPr algn="l">
              <a:defRPr sz="1650" b="0">
                <a:solidFill>
                  <a:srgbClr val="9C6759"/>
                </a:solidFill>
                <a:latin typeface="Noto Sans SC"/>
                <a:ea typeface="Noto Sans SC"/>
                <a:cs typeface="Noto Sans SC"/>
              </a:defRPr>
            </a:lvl8pPr>
            <a:lvl9pPr algn="l">
              <a:defRPr sz="1650" b="0">
                <a:solidFill>
                  <a:srgbClr val="9C6759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l">
              <a:lnSpc>
                <a:spcPct val="100000"/>
              </a:lnSpc>
              <a:buNone/>
              <a:defRPr sz="1650" b="0">
                <a:solidFill>
                  <a:srgbClr val="9C6759"/>
                </a:solidFill>
                <a:latin typeface="Noto Sans SC"/>
                <a:ea typeface="Noto Sans SC"/>
                <a:cs typeface="Noto Sans SC"/>
              </a:defRPr>
            </a:pPr>
            <a:r>
              <a:rPr sz="1650" b="0" dirty="0" err="1">
                <a:solidFill>
                  <a:srgbClr val="9C6759"/>
                </a:solidFill>
                <a:latin typeface="Noto Sans SC"/>
                <a:ea typeface="Noto Sans SC"/>
                <a:cs typeface="Noto Sans SC"/>
              </a:rPr>
              <a:t>其中</a:t>
            </a:r>
            <a:r>
              <a:rPr sz="1650" b="0" dirty="0">
                <a:solidFill>
                  <a:srgbClr val="9C6759"/>
                </a:solidFill>
                <a:latin typeface="Noto Sans SC"/>
                <a:ea typeface="Noto Sans SC"/>
                <a:cs typeface="Noto Sans SC"/>
              </a:rPr>
              <a:t> 9 </a:t>
            </a:r>
            <a:r>
              <a:rPr sz="1650" b="0" dirty="0" err="1">
                <a:solidFill>
                  <a:srgbClr val="9C6759"/>
                </a:solidFill>
                <a:latin typeface="Noto Sans SC"/>
                <a:ea typeface="Noto Sans SC"/>
                <a:cs typeface="Noto Sans SC"/>
              </a:rPr>
              <a:t>张建筑</a:t>
            </a:r>
            <a:r>
              <a:rPr sz="1650" b="0" dirty="0">
                <a:solidFill>
                  <a:srgbClr val="9C6759"/>
                </a:solidFill>
                <a:latin typeface="Noto Sans SC"/>
                <a:ea typeface="Noto Sans SC"/>
                <a:cs typeface="Noto Sans SC"/>
              </a:rPr>
              <a:t> ID 正确，1 </a:t>
            </a:r>
            <a:r>
              <a:rPr sz="1650" b="0" dirty="0" err="1">
                <a:solidFill>
                  <a:srgbClr val="9C6759"/>
                </a:solidFill>
                <a:latin typeface="Noto Sans SC"/>
                <a:ea typeface="Noto Sans SC"/>
                <a:cs typeface="Noto Sans SC"/>
              </a:rPr>
              <a:t>张错楼；另</a:t>
            </a:r>
            <a:r>
              <a:rPr sz="1650" b="0" dirty="0">
                <a:solidFill>
                  <a:srgbClr val="9C6759"/>
                </a:solidFill>
                <a:latin typeface="Noto Sans SC"/>
                <a:ea typeface="Noto Sans SC"/>
                <a:cs typeface="Noto Sans SC"/>
              </a:rPr>
              <a:t> 7 </a:t>
            </a:r>
            <a:r>
              <a:rPr sz="1650" b="0" dirty="0" err="1">
                <a:solidFill>
                  <a:srgbClr val="9C6759"/>
                </a:solidFill>
                <a:latin typeface="Noto Sans SC"/>
                <a:ea typeface="Noto Sans SC"/>
                <a:cs typeface="Noto Sans SC"/>
              </a:rPr>
              <a:t>张进入待复核</a:t>
            </a:r>
            <a:r>
              <a:rPr sz="1650" b="0" dirty="0">
                <a:solidFill>
                  <a:srgbClr val="9C6759"/>
                </a:solidFill>
                <a:latin typeface="Noto Sans SC"/>
                <a:ea typeface="Noto Sans SC"/>
                <a:cs typeface="Noto Sans SC"/>
              </a:rPr>
              <a:t>。</a:t>
            </a:r>
          </a:p>
        </p:txBody>
      </p:sp>
    </p:spTree>
    <p:extLst>
      <p:ext uri="{BB962C8B-B14F-4D97-AF65-F5344CB8AC3E}">
        <p14:creationId xmlns:p14="http://schemas.microsoft.com/office/powerpoint/2010/main" val="39212910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>
            <a:extLst>
              <a:ext uri="{FF2B5EF4-FFF2-40B4-BE49-F238E27FC236}">
                <a16:creationId xmlns:a16="http://schemas.microsoft.com/office/drawing/2014/main" id="{BA80D160-6FEE-4E25-B9DB-DA4403521F32}"/>
              </a:ext>
            </a:extLst>
          </p:cNvPr>
          <p:cNvSpPr>
            <a:spLocks noGrp="1"/>
          </p:cNvSpPr>
          <p:nvPr/>
        </p:nvSpPr>
        <p:spPr>
          <a:xfrm>
            <a:off x="361950" y="219075"/>
            <a:ext cx="10382250" cy="2952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725" b="1">
                <a:solidFill>
                  <a:srgbClr val="26343C"/>
                </a:solidFill>
                <a:latin typeface="Noto Sans SC"/>
                <a:ea typeface="Noto Sans SC"/>
                <a:cs typeface="Noto Sans SC"/>
              </a:defRPr>
            </a:defPPr>
            <a:lvl1pPr algn="l">
              <a:defRPr sz="1725" b="1">
                <a:solidFill>
                  <a:srgbClr val="26343C"/>
                </a:solidFill>
                <a:latin typeface="Noto Sans SC"/>
                <a:ea typeface="Noto Sans SC"/>
                <a:cs typeface="Noto Sans SC"/>
              </a:defRPr>
            </a:lvl1pPr>
            <a:lvl2pPr algn="l">
              <a:defRPr sz="1725" b="1">
                <a:solidFill>
                  <a:srgbClr val="26343C"/>
                </a:solidFill>
                <a:latin typeface="Noto Sans SC"/>
                <a:ea typeface="Noto Sans SC"/>
                <a:cs typeface="Noto Sans SC"/>
              </a:defRPr>
            </a:lvl2pPr>
            <a:lvl3pPr algn="l">
              <a:defRPr sz="1725" b="1">
                <a:solidFill>
                  <a:srgbClr val="26343C"/>
                </a:solidFill>
                <a:latin typeface="Noto Sans SC"/>
                <a:ea typeface="Noto Sans SC"/>
                <a:cs typeface="Noto Sans SC"/>
              </a:defRPr>
            </a:lvl3pPr>
            <a:lvl4pPr algn="l">
              <a:defRPr sz="1725" b="1">
                <a:solidFill>
                  <a:srgbClr val="26343C"/>
                </a:solidFill>
                <a:latin typeface="Noto Sans SC"/>
                <a:ea typeface="Noto Sans SC"/>
                <a:cs typeface="Noto Sans SC"/>
              </a:defRPr>
            </a:lvl4pPr>
            <a:lvl5pPr algn="l">
              <a:defRPr sz="1725" b="1">
                <a:solidFill>
                  <a:srgbClr val="26343C"/>
                </a:solidFill>
                <a:latin typeface="Noto Sans SC"/>
                <a:ea typeface="Noto Sans SC"/>
                <a:cs typeface="Noto Sans SC"/>
              </a:defRPr>
            </a:lvl5pPr>
            <a:lvl6pPr algn="l">
              <a:defRPr sz="1725" b="1">
                <a:solidFill>
                  <a:srgbClr val="26343C"/>
                </a:solidFill>
                <a:latin typeface="Noto Sans SC"/>
                <a:ea typeface="Noto Sans SC"/>
                <a:cs typeface="Noto Sans SC"/>
              </a:defRPr>
            </a:lvl6pPr>
            <a:lvl7pPr algn="l">
              <a:defRPr sz="1725" b="1">
                <a:solidFill>
                  <a:srgbClr val="26343C"/>
                </a:solidFill>
                <a:latin typeface="Noto Sans SC"/>
                <a:ea typeface="Noto Sans SC"/>
                <a:cs typeface="Noto Sans SC"/>
              </a:defRPr>
            </a:lvl7pPr>
            <a:lvl8pPr algn="l">
              <a:defRPr sz="1725" b="1">
                <a:solidFill>
                  <a:srgbClr val="26343C"/>
                </a:solidFill>
                <a:latin typeface="Noto Sans SC"/>
                <a:ea typeface="Noto Sans SC"/>
                <a:cs typeface="Noto Sans SC"/>
              </a:defRPr>
            </a:lvl8pPr>
            <a:lvl9pPr algn="l">
              <a:defRPr sz="1725" b="1">
                <a:solidFill>
                  <a:srgbClr val="26343C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l">
              <a:lnSpc>
                <a:spcPct val="100000"/>
              </a:lnSpc>
              <a:buNone/>
              <a:defRPr sz="1725" b="1">
                <a:solidFill>
                  <a:srgbClr val="26343C"/>
                </a:solidFill>
                <a:latin typeface="Noto Sans SC"/>
                <a:ea typeface="Noto Sans SC"/>
                <a:cs typeface="Noto Sans SC"/>
              </a:defRPr>
            </a:pPr>
            <a:r>
              <a:rPr sz="1725" b="1">
                <a:solidFill>
                  <a:srgbClr val="26343C"/>
                </a:solidFill>
                <a:latin typeface="Noto Sans SC"/>
                <a:ea typeface="Noto Sans SC"/>
                <a:cs typeface="Noto Sans SC"/>
              </a:rPr>
              <a:t>09  /  正确建筑 ID 案例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5EF955AF-3641-438C-84B1-7DBFB08E346B}"/>
              </a:ext>
            </a:extLst>
          </p:cNvPr>
          <p:cNvSpPr>
            <a:spLocks noGrp="1"/>
          </p:cNvSpPr>
          <p:nvPr/>
        </p:nvSpPr>
        <p:spPr>
          <a:xfrm>
            <a:off x="361950" y="609600"/>
            <a:ext cx="11468100" cy="66675"/>
          </a:xfrm>
          <a:prstGeom prst="rect">
            <a:avLst/>
          </a:prstGeom>
          <a:solidFill>
            <a:srgbClr val="A9BCC2"/>
          </a:solidFill>
          <a:ln w="0">
            <a:noFill/>
            <a:prstDash val="solid"/>
          </a:ln>
        </p:spPr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D8AADA9A-25B4-4778-8C0E-A67613686473}"/>
              </a:ext>
            </a:extLst>
          </p:cNvPr>
          <p:cNvSpPr>
            <a:spLocks noGrp="1"/>
          </p:cNvSpPr>
          <p:nvPr/>
        </p:nvSpPr>
        <p:spPr>
          <a:xfrm>
            <a:off x="609600" y="866775"/>
            <a:ext cx="10972800" cy="5429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775" b="1">
                <a:solidFill>
                  <a:srgbClr val="26343C"/>
                </a:solidFill>
                <a:latin typeface="Noto Sans SC"/>
                <a:ea typeface="Noto Sans SC"/>
                <a:cs typeface="Noto Sans SC"/>
              </a:defRPr>
            </a:defPPr>
            <a:lvl1pPr algn="l">
              <a:defRPr sz="2775" b="1">
                <a:solidFill>
                  <a:srgbClr val="26343C"/>
                </a:solidFill>
                <a:latin typeface="Noto Sans SC"/>
                <a:ea typeface="Noto Sans SC"/>
                <a:cs typeface="Noto Sans SC"/>
              </a:defRPr>
            </a:lvl1pPr>
            <a:lvl2pPr algn="l">
              <a:defRPr sz="2775" b="1">
                <a:solidFill>
                  <a:srgbClr val="26343C"/>
                </a:solidFill>
                <a:latin typeface="Noto Sans SC"/>
                <a:ea typeface="Noto Sans SC"/>
                <a:cs typeface="Noto Sans SC"/>
              </a:defRPr>
            </a:lvl2pPr>
            <a:lvl3pPr algn="l">
              <a:defRPr sz="2775" b="1">
                <a:solidFill>
                  <a:srgbClr val="26343C"/>
                </a:solidFill>
                <a:latin typeface="Noto Sans SC"/>
                <a:ea typeface="Noto Sans SC"/>
                <a:cs typeface="Noto Sans SC"/>
              </a:defRPr>
            </a:lvl3pPr>
            <a:lvl4pPr algn="l">
              <a:defRPr sz="2775" b="1">
                <a:solidFill>
                  <a:srgbClr val="26343C"/>
                </a:solidFill>
                <a:latin typeface="Noto Sans SC"/>
                <a:ea typeface="Noto Sans SC"/>
                <a:cs typeface="Noto Sans SC"/>
              </a:defRPr>
            </a:lvl4pPr>
            <a:lvl5pPr algn="l">
              <a:defRPr sz="2775" b="1">
                <a:solidFill>
                  <a:srgbClr val="26343C"/>
                </a:solidFill>
                <a:latin typeface="Noto Sans SC"/>
                <a:ea typeface="Noto Sans SC"/>
                <a:cs typeface="Noto Sans SC"/>
              </a:defRPr>
            </a:lvl5pPr>
            <a:lvl6pPr algn="l">
              <a:defRPr sz="2775" b="1">
                <a:solidFill>
                  <a:srgbClr val="26343C"/>
                </a:solidFill>
                <a:latin typeface="Noto Sans SC"/>
                <a:ea typeface="Noto Sans SC"/>
                <a:cs typeface="Noto Sans SC"/>
              </a:defRPr>
            </a:lvl6pPr>
            <a:lvl7pPr algn="l">
              <a:defRPr sz="2775" b="1">
                <a:solidFill>
                  <a:srgbClr val="26343C"/>
                </a:solidFill>
                <a:latin typeface="Noto Sans SC"/>
                <a:ea typeface="Noto Sans SC"/>
                <a:cs typeface="Noto Sans SC"/>
              </a:defRPr>
            </a:lvl7pPr>
            <a:lvl8pPr algn="l">
              <a:defRPr sz="2775" b="1">
                <a:solidFill>
                  <a:srgbClr val="26343C"/>
                </a:solidFill>
                <a:latin typeface="Noto Sans SC"/>
                <a:ea typeface="Noto Sans SC"/>
                <a:cs typeface="Noto Sans SC"/>
              </a:defRPr>
            </a:lvl8pPr>
            <a:lvl9pPr algn="l">
              <a:defRPr sz="2775" b="1">
                <a:solidFill>
                  <a:srgbClr val="26343C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l">
              <a:lnSpc>
                <a:spcPct val="100000"/>
              </a:lnSpc>
              <a:buNone/>
              <a:defRPr sz="2775" b="1">
                <a:solidFill>
                  <a:srgbClr val="26343C"/>
                </a:solidFill>
                <a:latin typeface="Noto Sans SC"/>
                <a:ea typeface="Noto Sans SC"/>
                <a:cs typeface="Noto Sans SC"/>
              </a:defRPr>
            </a:pPr>
            <a:r>
              <a:rPr sz="2775" b="1">
                <a:solidFill>
                  <a:srgbClr val="26343C"/>
                </a:solidFill>
                <a:latin typeface="Noto Sans SC"/>
                <a:ea typeface="Noto Sans SC"/>
                <a:cs typeface="Noto Sans SC"/>
              </a:rPr>
              <a:t>4959323_right：窗中心布局通过并生成三维位置预览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B18C6DB7-5141-438C-A7F9-1F0F15D7BAC3}"/>
              </a:ext>
            </a:extLst>
          </p:cNvPr>
          <p:cNvSpPr>
            <a:spLocks noGrp="1"/>
          </p:cNvSpPr>
          <p:nvPr/>
        </p:nvSpPr>
        <p:spPr>
          <a:xfrm>
            <a:off x="609600" y="6410325"/>
            <a:ext cx="10972800" cy="9525"/>
          </a:xfrm>
          <a:prstGeom prst="rect">
            <a:avLst/>
          </a:prstGeom>
          <a:solidFill>
            <a:srgbClr val="B8C8CC"/>
          </a:solidFill>
          <a:ln w="0">
            <a:noFill/>
            <a:prstDash val="solid"/>
          </a:ln>
        </p:spPr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CE86348-5B4E-48B3-8A00-D63F480D98F9}"/>
              </a:ext>
            </a:extLst>
          </p:cNvPr>
          <p:cNvSpPr>
            <a:spLocks noGrp="1"/>
          </p:cNvSpPr>
          <p:nvPr/>
        </p:nvSpPr>
        <p:spPr>
          <a:xfrm>
            <a:off x="11163300" y="6515100"/>
            <a:ext cx="409575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r">
              <a:defRPr sz="1050" b="0">
                <a:solidFill>
                  <a:srgbClr val="567F8B"/>
                </a:solidFill>
                <a:latin typeface="Georgia"/>
                <a:ea typeface="Georgia"/>
                <a:cs typeface="Georgia"/>
              </a:defRPr>
            </a:defPPr>
            <a:lvl1pPr algn="r">
              <a:defRPr sz="1050" b="0">
                <a:solidFill>
                  <a:srgbClr val="567F8B"/>
                </a:solidFill>
                <a:latin typeface="Georgia"/>
                <a:ea typeface="Georgia"/>
                <a:cs typeface="Georgia"/>
              </a:defRPr>
            </a:lvl1pPr>
            <a:lvl2pPr algn="r">
              <a:defRPr sz="1050" b="0">
                <a:solidFill>
                  <a:srgbClr val="567F8B"/>
                </a:solidFill>
                <a:latin typeface="Georgia"/>
                <a:ea typeface="Georgia"/>
                <a:cs typeface="Georgia"/>
              </a:defRPr>
            </a:lvl2pPr>
            <a:lvl3pPr algn="r">
              <a:defRPr sz="1050" b="0">
                <a:solidFill>
                  <a:srgbClr val="567F8B"/>
                </a:solidFill>
                <a:latin typeface="Georgia"/>
                <a:ea typeface="Georgia"/>
                <a:cs typeface="Georgia"/>
              </a:defRPr>
            </a:lvl3pPr>
            <a:lvl4pPr algn="r">
              <a:defRPr sz="1050" b="0">
                <a:solidFill>
                  <a:srgbClr val="567F8B"/>
                </a:solidFill>
                <a:latin typeface="Georgia"/>
                <a:ea typeface="Georgia"/>
                <a:cs typeface="Georgia"/>
              </a:defRPr>
            </a:lvl4pPr>
            <a:lvl5pPr algn="r">
              <a:defRPr sz="1050" b="0">
                <a:solidFill>
                  <a:srgbClr val="567F8B"/>
                </a:solidFill>
                <a:latin typeface="Georgia"/>
                <a:ea typeface="Georgia"/>
                <a:cs typeface="Georgia"/>
              </a:defRPr>
            </a:lvl5pPr>
            <a:lvl6pPr algn="r">
              <a:defRPr sz="1050" b="0">
                <a:solidFill>
                  <a:srgbClr val="567F8B"/>
                </a:solidFill>
                <a:latin typeface="Georgia"/>
                <a:ea typeface="Georgia"/>
                <a:cs typeface="Georgia"/>
              </a:defRPr>
            </a:lvl6pPr>
            <a:lvl7pPr algn="r">
              <a:defRPr sz="1050" b="0">
                <a:solidFill>
                  <a:srgbClr val="567F8B"/>
                </a:solidFill>
                <a:latin typeface="Georgia"/>
                <a:ea typeface="Georgia"/>
                <a:cs typeface="Georgia"/>
              </a:defRPr>
            </a:lvl7pPr>
            <a:lvl8pPr algn="r">
              <a:defRPr sz="1050" b="0">
                <a:solidFill>
                  <a:srgbClr val="567F8B"/>
                </a:solidFill>
                <a:latin typeface="Georgia"/>
                <a:ea typeface="Georgia"/>
                <a:cs typeface="Georgia"/>
              </a:defRPr>
            </a:lvl8pPr>
            <a:lvl9pPr algn="r">
              <a:defRPr sz="1050" b="0">
                <a:solidFill>
                  <a:srgbClr val="567F8B"/>
                </a:solidFill>
                <a:latin typeface="Georgia"/>
                <a:ea typeface="Georgia"/>
                <a:cs typeface="Georgia"/>
              </a:defRPr>
            </a:lvl9pPr>
          </a:lstStyle>
          <a:p>
            <a:pPr algn="r">
              <a:lnSpc>
                <a:spcPct val="100000"/>
              </a:lnSpc>
              <a:buNone/>
              <a:defRPr sz="1050" b="0">
                <a:solidFill>
                  <a:srgbClr val="567F8B"/>
                </a:solidFill>
                <a:latin typeface="Georgia"/>
                <a:ea typeface="Georgia"/>
                <a:cs typeface="Georgia"/>
              </a:defRPr>
            </a:pPr>
            <a:r>
              <a:rPr lang="en-US" altLang="zh-CN" sz="1050" b="0">
                <a:solidFill>
                  <a:srgbClr val="567F8B"/>
                </a:solidFill>
                <a:latin typeface="Georgia"/>
                <a:ea typeface="Georgia"/>
                <a:cs typeface="Georgia"/>
              </a:rPr>
              <a:t>11</a:t>
            </a:r>
            <a:endParaRPr sz="1050" b="0">
              <a:solidFill>
                <a:srgbClr val="567F8B"/>
              </a:solidFill>
              <a:latin typeface="Georgia"/>
              <a:ea typeface="Georgia"/>
              <a:cs typeface="Georgia"/>
            </a:endParaRP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3CEF009E-0B49-4938-B17F-4142F174039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379599" y="2009775"/>
            <a:ext cx="4051177" cy="3648075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C8FE2EA9-0E47-4ACD-82F2-115457165EF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6735025" y="2047875"/>
            <a:ext cx="4389324" cy="3562350"/>
          </a:xfrm>
          <a:prstGeom prst="rect">
            <a:avLst/>
          </a:prstGeom>
        </p:spPr>
      </p:pic>
      <p:sp>
        <p:nvSpPr>
          <p:cNvPr id="8" name="矩形 7">
            <a:extLst>
              <a:ext uri="{FF2B5EF4-FFF2-40B4-BE49-F238E27FC236}">
                <a16:creationId xmlns:a16="http://schemas.microsoft.com/office/drawing/2014/main" id="{0F4E2136-63DA-4156-BE87-765FF40ACC69}"/>
              </a:ext>
            </a:extLst>
          </p:cNvPr>
          <p:cNvSpPr>
            <a:spLocks noGrp="1"/>
          </p:cNvSpPr>
          <p:nvPr/>
        </p:nvSpPr>
        <p:spPr>
          <a:xfrm>
            <a:off x="1285875" y="5734050"/>
            <a:ext cx="4095750" cy="2952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350" b="0">
                <a:solidFill>
                  <a:srgbClr val="567F8B"/>
                </a:solidFill>
                <a:latin typeface="Noto Sans SC"/>
                <a:ea typeface="Noto Sans SC"/>
                <a:cs typeface="Noto Sans SC"/>
              </a:defRPr>
            </a:defPPr>
            <a:lvl1pPr algn="l">
              <a:defRPr sz="1350" b="0">
                <a:solidFill>
                  <a:srgbClr val="567F8B"/>
                </a:solidFill>
                <a:latin typeface="Noto Sans SC"/>
                <a:ea typeface="Noto Sans SC"/>
                <a:cs typeface="Noto Sans SC"/>
              </a:defRPr>
            </a:lvl1pPr>
            <a:lvl2pPr algn="l">
              <a:defRPr sz="1350" b="0">
                <a:solidFill>
                  <a:srgbClr val="567F8B"/>
                </a:solidFill>
                <a:latin typeface="Noto Sans SC"/>
                <a:ea typeface="Noto Sans SC"/>
                <a:cs typeface="Noto Sans SC"/>
              </a:defRPr>
            </a:lvl2pPr>
            <a:lvl3pPr algn="l">
              <a:defRPr sz="1350" b="0">
                <a:solidFill>
                  <a:srgbClr val="567F8B"/>
                </a:solidFill>
                <a:latin typeface="Noto Sans SC"/>
                <a:ea typeface="Noto Sans SC"/>
                <a:cs typeface="Noto Sans SC"/>
              </a:defRPr>
            </a:lvl3pPr>
            <a:lvl4pPr algn="l">
              <a:defRPr sz="1350" b="0">
                <a:solidFill>
                  <a:srgbClr val="567F8B"/>
                </a:solidFill>
                <a:latin typeface="Noto Sans SC"/>
                <a:ea typeface="Noto Sans SC"/>
                <a:cs typeface="Noto Sans SC"/>
              </a:defRPr>
            </a:lvl4pPr>
            <a:lvl5pPr algn="l">
              <a:defRPr sz="1350" b="0">
                <a:solidFill>
                  <a:srgbClr val="567F8B"/>
                </a:solidFill>
                <a:latin typeface="Noto Sans SC"/>
                <a:ea typeface="Noto Sans SC"/>
                <a:cs typeface="Noto Sans SC"/>
              </a:defRPr>
            </a:lvl5pPr>
            <a:lvl6pPr algn="l">
              <a:defRPr sz="1350" b="0">
                <a:solidFill>
                  <a:srgbClr val="567F8B"/>
                </a:solidFill>
                <a:latin typeface="Noto Sans SC"/>
                <a:ea typeface="Noto Sans SC"/>
                <a:cs typeface="Noto Sans SC"/>
              </a:defRPr>
            </a:lvl6pPr>
            <a:lvl7pPr algn="l">
              <a:defRPr sz="1350" b="0">
                <a:solidFill>
                  <a:srgbClr val="567F8B"/>
                </a:solidFill>
                <a:latin typeface="Noto Sans SC"/>
                <a:ea typeface="Noto Sans SC"/>
                <a:cs typeface="Noto Sans SC"/>
              </a:defRPr>
            </a:lvl7pPr>
            <a:lvl8pPr algn="l">
              <a:defRPr sz="1350" b="0">
                <a:solidFill>
                  <a:srgbClr val="567F8B"/>
                </a:solidFill>
                <a:latin typeface="Noto Sans SC"/>
                <a:ea typeface="Noto Sans SC"/>
                <a:cs typeface="Noto Sans SC"/>
              </a:defRPr>
            </a:lvl8pPr>
            <a:lvl9pPr algn="l">
              <a:defRPr sz="1350" b="0">
                <a:solidFill>
                  <a:srgbClr val="567F8B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l">
              <a:lnSpc>
                <a:spcPct val="100000"/>
              </a:lnSpc>
              <a:buNone/>
              <a:defRPr sz="1350" b="0">
                <a:solidFill>
                  <a:srgbClr val="567F8B"/>
                </a:solidFill>
                <a:latin typeface="Noto Sans SC"/>
                <a:ea typeface="Noto Sans SC"/>
                <a:cs typeface="Noto Sans SC"/>
              </a:defRPr>
            </a:pPr>
            <a:r>
              <a:rPr sz="1350" b="0">
                <a:solidFill>
                  <a:srgbClr val="567F8B"/>
                </a:solidFill>
                <a:latin typeface="Noto Sans SC"/>
                <a:ea typeface="Noto Sans SC"/>
                <a:cs typeface="Noto Sans SC"/>
              </a:rPr>
              <a:t>窗中心叠加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A9B88F84-FE76-4B27-9797-6A5F84ED4DD1}"/>
              </a:ext>
            </a:extLst>
          </p:cNvPr>
          <p:cNvSpPr>
            <a:spLocks noGrp="1"/>
          </p:cNvSpPr>
          <p:nvPr/>
        </p:nvSpPr>
        <p:spPr>
          <a:xfrm>
            <a:off x="7162800" y="5734050"/>
            <a:ext cx="3905250" cy="2952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350" b="0">
                <a:solidFill>
                  <a:srgbClr val="567F8B"/>
                </a:solidFill>
                <a:latin typeface="Noto Sans SC"/>
                <a:ea typeface="Noto Sans SC"/>
                <a:cs typeface="Noto Sans SC"/>
              </a:defRPr>
            </a:defPPr>
            <a:lvl1pPr algn="l">
              <a:defRPr sz="1350" b="0">
                <a:solidFill>
                  <a:srgbClr val="567F8B"/>
                </a:solidFill>
                <a:latin typeface="Noto Sans SC"/>
                <a:ea typeface="Noto Sans SC"/>
                <a:cs typeface="Noto Sans SC"/>
              </a:defRPr>
            </a:lvl1pPr>
            <a:lvl2pPr algn="l">
              <a:defRPr sz="1350" b="0">
                <a:solidFill>
                  <a:srgbClr val="567F8B"/>
                </a:solidFill>
                <a:latin typeface="Noto Sans SC"/>
                <a:ea typeface="Noto Sans SC"/>
                <a:cs typeface="Noto Sans SC"/>
              </a:defRPr>
            </a:lvl2pPr>
            <a:lvl3pPr algn="l">
              <a:defRPr sz="1350" b="0">
                <a:solidFill>
                  <a:srgbClr val="567F8B"/>
                </a:solidFill>
                <a:latin typeface="Noto Sans SC"/>
                <a:ea typeface="Noto Sans SC"/>
                <a:cs typeface="Noto Sans SC"/>
              </a:defRPr>
            </a:lvl3pPr>
            <a:lvl4pPr algn="l">
              <a:defRPr sz="1350" b="0">
                <a:solidFill>
                  <a:srgbClr val="567F8B"/>
                </a:solidFill>
                <a:latin typeface="Noto Sans SC"/>
                <a:ea typeface="Noto Sans SC"/>
                <a:cs typeface="Noto Sans SC"/>
              </a:defRPr>
            </a:lvl4pPr>
            <a:lvl5pPr algn="l">
              <a:defRPr sz="1350" b="0">
                <a:solidFill>
                  <a:srgbClr val="567F8B"/>
                </a:solidFill>
                <a:latin typeface="Noto Sans SC"/>
                <a:ea typeface="Noto Sans SC"/>
                <a:cs typeface="Noto Sans SC"/>
              </a:defRPr>
            </a:lvl5pPr>
            <a:lvl6pPr algn="l">
              <a:defRPr sz="1350" b="0">
                <a:solidFill>
                  <a:srgbClr val="567F8B"/>
                </a:solidFill>
                <a:latin typeface="Noto Sans SC"/>
                <a:ea typeface="Noto Sans SC"/>
                <a:cs typeface="Noto Sans SC"/>
              </a:defRPr>
            </a:lvl6pPr>
            <a:lvl7pPr algn="l">
              <a:defRPr sz="1350" b="0">
                <a:solidFill>
                  <a:srgbClr val="567F8B"/>
                </a:solidFill>
                <a:latin typeface="Noto Sans SC"/>
                <a:ea typeface="Noto Sans SC"/>
                <a:cs typeface="Noto Sans SC"/>
              </a:defRPr>
            </a:lvl7pPr>
            <a:lvl8pPr algn="l">
              <a:defRPr sz="1350" b="0">
                <a:solidFill>
                  <a:srgbClr val="567F8B"/>
                </a:solidFill>
                <a:latin typeface="Noto Sans SC"/>
                <a:ea typeface="Noto Sans SC"/>
                <a:cs typeface="Noto Sans SC"/>
              </a:defRPr>
            </a:lvl8pPr>
            <a:lvl9pPr algn="l">
              <a:defRPr sz="1350" b="0">
                <a:solidFill>
                  <a:srgbClr val="567F8B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l">
              <a:lnSpc>
                <a:spcPct val="100000"/>
              </a:lnSpc>
              <a:buNone/>
              <a:defRPr sz="1350" b="0">
                <a:solidFill>
                  <a:srgbClr val="567F8B"/>
                </a:solidFill>
                <a:latin typeface="Noto Sans SC"/>
                <a:ea typeface="Noto Sans SC"/>
                <a:cs typeface="Noto Sans SC"/>
              </a:defRPr>
            </a:pPr>
            <a:r>
              <a:rPr sz="1350" b="0">
                <a:solidFill>
                  <a:srgbClr val="567F8B"/>
                </a:solidFill>
                <a:latin typeface="Noto Sans SC"/>
                <a:ea typeface="Noto Sans SC"/>
                <a:cs typeface="Noto Sans SC"/>
              </a:rPr>
              <a:t>独立预测面预览</a:t>
            </a:r>
          </a:p>
        </p:txBody>
      </p:sp>
    </p:spTree>
    <p:extLst>
      <p:ext uri="{BB962C8B-B14F-4D97-AF65-F5344CB8AC3E}">
        <p14:creationId xmlns:p14="http://schemas.microsoft.com/office/powerpoint/2010/main" val="78159273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>
            <a:extLst>
              <a:ext uri="{FF2B5EF4-FFF2-40B4-BE49-F238E27FC236}">
                <a16:creationId xmlns:a16="http://schemas.microsoft.com/office/drawing/2014/main" id="{7B36F2F1-1B20-43C5-8821-04148541A512}"/>
              </a:ext>
            </a:extLst>
          </p:cNvPr>
          <p:cNvSpPr>
            <a:spLocks noGrp="1"/>
          </p:cNvSpPr>
          <p:nvPr/>
        </p:nvSpPr>
        <p:spPr>
          <a:xfrm>
            <a:off x="361950" y="219075"/>
            <a:ext cx="10382250" cy="2952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725" b="1">
                <a:solidFill>
                  <a:srgbClr val="26343C"/>
                </a:solidFill>
                <a:latin typeface="Noto Sans SC"/>
                <a:ea typeface="Noto Sans SC"/>
                <a:cs typeface="Noto Sans SC"/>
              </a:defRPr>
            </a:defPPr>
            <a:lvl1pPr algn="l">
              <a:defRPr sz="1725" b="1">
                <a:solidFill>
                  <a:srgbClr val="26343C"/>
                </a:solidFill>
                <a:latin typeface="Noto Sans SC"/>
                <a:ea typeface="Noto Sans SC"/>
                <a:cs typeface="Noto Sans SC"/>
              </a:defRPr>
            </a:lvl1pPr>
            <a:lvl2pPr algn="l">
              <a:defRPr sz="1725" b="1">
                <a:solidFill>
                  <a:srgbClr val="26343C"/>
                </a:solidFill>
                <a:latin typeface="Noto Sans SC"/>
                <a:ea typeface="Noto Sans SC"/>
                <a:cs typeface="Noto Sans SC"/>
              </a:defRPr>
            </a:lvl2pPr>
            <a:lvl3pPr algn="l">
              <a:defRPr sz="1725" b="1">
                <a:solidFill>
                  <a:srgbClr val="26343C"/>
                </a:solidFill>
                <a:latin typeface="Noto Sans SC"/>
                <a:ea typeface="Noto Sans SC"/>
                <a:cs typeface="Noto Sans SC"/>
              </a:defRPr>
            </a:lvl3pPr>
            <a:lvl4pPr algn="l">
              <a:defRPr sz="1725" b="1">
                <a:solidFill>
                  <a:srgbClr val="26343C"/>
                </a:solidFill>
                <a:latin typeface="Noto Sans SC"/>
                <a:ea typeface="Noto Sans SC"/>
                <a:cs typeface="Noto Sans SC"/>
              </a:defRPr>
            </a:lvl4pPr>
            <a:lvl5pPr algn="l">
              <a:defRPr sz="1725" b="1">
                <a:solidFill>
                  <a:srgbClr val="26343C"/>
                </a:solidFill>
                <a:latin typeface="Noto Sans SC"/>
                <a:ea typeface="Noto Sans SC"/>
                <a:cs typeface="Noto Sans SC"/>
              </a:defRPr>
            </a:lvl5pPr>
            <a:lvl6pPr algn="l">
              <a:defRPr sz="1725" b="1">
                <a:solidFill>
                  <a:srgbClr val="26343C"/>
                </a:solidFill>
                <a:latin typeface="Noto Sans SC"/>
                <a:ea typeface="Noto Sans SC"/>
                <a:cs typeface="Noto Sans SC"/>
              </a:defRPr>
            </a:lvl6pPr>
            <a:lvl7pPr algn="l">
              <a:defRPr sz="1725" b="1">
                <a:solidFill>
                  <a:srgbClr val="26343C"/>
                </a:solidFill>
                <a:latin typeface="Noto Sans SC"/>
                <a:ea typeface="Noto Sans SC"/>
                <a:cs typeface="Noto Sans SC"/>
              </a:defRPr>
            </a:lvl7pPr>
            <a:lvl8pPr algn="l">
              <a:defRPr sz="1725" b="1">
                <a:solidFill>
                  <a:srgbClr val="26343C"/>
                </a:solidFill>
                <a:latin typeface="Noto Sans SC"/>
                <a:ea typeface="Noto Sans SC"/>
                <a:cs typeface="Noto Sans SC"/>
              </a:defRPr>
            </a:lvl8pPr>
            <a:lvl9pPr algn="l">
              <a:defRPr sz="1725" b="1">
                <a:solidFill>
                  <a:srgbClr val="26343C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l">
              <a:lnSpc>
                <a:spcPct val="100000"/>
              </a:lnSpc>
              <a:buNone/>
              <a:defRPr sz="1725" b="1">
                <a:solidFill>
                  <a:srgbClr val="26343C"/>
                </a:solidFill>
                <a:latin typeface="Noto Sans SC"/>
                <a:ea typeface="Noto Sans SC"/>
                <a:cs typeface="Noto Sans SC"/>
              </a:defRPr>
            </a:pPr>
            <a:r>
              <a:rPr sz="1725" b="1">
                <a:solidFill>
                  <a:srgbClr val="26343C"/>
                </a:solidFill>
                <a:latin typeface="Noto Sans SC"/>
                <a:ea typeface="Noto Sans SC"/>
                <a:cs typeface="Noto Sans SC"/>
              </a:rPr>
              <a:t>10  /  反例：真实照片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A3169D78-A56C-49F9-8539-588254D26509}"/>
              </a:ext>
            </a:extLst>
          </p:cNvPr>
          <p:cNvSpPr>
            <a:spLocks noGrp="1"/>
          </p:cNvSpPr>
          <p:nvPr/>
        </p:nvSpPr>
        <p:spPr>
          <a:xfrm>
            <a:off x="361950" y="609600"/>
            <a:ext cx="11468100" cy="66675"/>
          </a:xfrm>
          <a:prstGeom prst="rect">
            <a:avLst/>
          </a:prstGeom>
          <a:solidFill>
            <a:srgbClr val="A9BCC2"/>
          </a:solidFill>
          <a:ln w="0">
            <a:noFill/>
            <a:prstDash val="solid"/>
          </a:ln>
        </p:spPr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549FA7C1-4006-4034-897E-4734868215FB}"/>
              </a:ext>
            </a:extLst>
          </p:cNvPr>
          <p:cNvSpPr>
            <a:spLocks noGrp="1"/>
          </p:cNvSpPr>
          <p:nvPr/>
        </p:nvSpPr>
        <p:spPr>
          <a:xfrm>
            <a:off x="609600" y="866775"/>
            <a:ext cx="10972800" cy="5429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775" b="1">
                <a:solidFill>
                  <a:srgbClr val="26343C"/>
                </a:solidFill>
                <a:latin typeface="Noto Sans SC"/>
                <a:ea typeface="Noto Sans SC"/>
                <a:cs typeface="Noto Sans SC"/>
              </a:defRPr>
            </a:defPPr>
            <a:lvl1pPr algn="l">
              <a:defRPr sz="2775" b="1">
                <a:solidFill>
                  <a:srgbClr val="26343C"/>
                </a:solidFill>
                <a:latin typeface="Noto Sans SC"/>
                <a:ea typeface="Noto Sans SC"/>
                <a:cs typeface="Noto Sans SC"/>
              </a:defRPr>
            </a:lvl1pPr>
            <a:lvl2pPr algn="l">
              <a:defRPr sz="2775" b="1">
                <a:solidFill>
                  <a:srgbClr val="26343C"/>
                </a:solidFill>
                <a:latin typeface="Noto Sans SC"/>
                <a:ea typeface="Noto Sans SC"/>
                <a:cs typeface="Noto Sans SC"/>
              </a:defRPr>
            </a:lvl2pPr>
            <a:lvl3pPr algn="l">
              <a:defRPr sz="2775" b="1">
                <a:solidFill>
                  <a:srgbClr val="26343C"/>
                </a:solidFill>
                <a:latin typeface="Noto Sans SC"/>
                <a:ea typeface="Noto Sans SC"/>
                <a:cs typeface="Noto Sans SC"/>
              </a:defRPr>
            </a:lvl3pPr>
            <a:lvl4pPr algn="l">
              <a:defRPr sz="2775" b="1">
                <a:solidFill>
                  <a:srgbClr val="26343C"/>
                </a:solidFill>
                <a:latin typeface="Noto Sans SC"/>
                <a:ea typeface="Noto Sans SC"/>
                <a:cs typeface="Noto Sans SC"/>
              </a:defRPr>
            </a:lvl4pPr>
            <a:lvl5pPr algn="l">
              <a:defRPr sz="2775" b="1">
                <a:solidFill>
                  <a:srgbClr val="26343C"/>
                </a:solidFill>
                <a:latin typeface="Noto Sans SC"/>
                <a:ea typeface="Noto Sans SC"/>
                <a:cs typeface="Noto Sans SC"/>
              </a:defRPr>
            </a:lvl5pPr>
            <a:lvl6pPr algn="l">
              <a:defRPr sz="2775" b="1">
                <a:solidFill>
                  <a:srgbClr val="26343C"/>
                </a:solidFill>
                <a:latin typeface="Noto Sans SC"/>
                <a:ea typeface="Noto Sans SC"/>
                <a:cs typeface="Noto Sans SC"/>
              </a:defRPr>
            </a:lvl6pPr>
            <a:lvl7pPr algn="l">
              <a:defRPr sz="2775" b="1">
                <a:solidFill>
                  <a:srgbClr val="26343C"/>
                </a:solidFill>
                <a:latin typeface="Noto Sans SC"/>
                <a:ea typeface="Noto Sans SC"/>
                <a:cs typeface="Noto Sans SC"/>
              </a:defRPr>
            </a:lvl7pPr>
            <a:lvl8pPr algn="l">
              <a:defRPr sz="2775" b="1">
                <a:solidFill>
                  <a:srgbClr val="26343C"/>
                </a:solidFill>
                <a:latin typeface="Noto Sans SC"/>
                <a:ea typeface="Noto Sans SC"/>
                <a:cs typeface="Noto Sans SC"/>
              </a:defRPr>
            </a:lvl8pPr>
            <a:lvl9pPr algn="l">
              <a:defRPr sz="2775" b="1">
                <a:solidFill>
                  <a:srgbClr val="26343C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l">
              <a:lnSpc>
                <a:spcPct val="100000"/>
              </a:lnSpc>
              <a:buNone/>
              <a:defRPr sz="2775" b="1">
                <a:solidFill>
                  <a:srgbClr val="26343C"/>
                </a:solidFill>
                <a:latin typeface="Noto Sans SC"/>
                <a:ea typeface="Noto Sans SC"/>
                <a:cs typeface="Noto Sans SC"/>
              </a:defRPr>
            </a:pPr>
            <a:r>
              <a:rPr sz="2775" b="1">
                <a:solidFill>
                  <a:srgbClr val="26343C"/>
                </a:solidFill>
                <a:latin typeface="Noto Sans SC"/>
                <a:ea typeface="Noto Sans SC"/>
                <a:cs typeface="Noto Sans SC"/>
              </a:rPr>
              <a:t>4906981 的正确建筑未进入候选集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4756C99A-924A-409A-80DA-4371F00B590C}"/>
              </a:ext>
            </a:extLst>
          </p:cNvPr>
          <p:cNvSpPr>
            <a:spLocks noGrp="1"/>
          </p:cNvSpPr>
          <p:nvPr/>
        </p:nvSpPr>
        <p:spPr>
          <a:xfrm>
            <a:off x="609600" y="6410325"/>
            <a:ext cx="10972800" cy="9525"/>
          </a:xfrm>
          <a:prstGeom prst="rect">
            <a:avLst/>
          </a:prstGeom>
          <a:solidFill>
            <a:srgbClr val="B8C8CC"/>
          </a:solidFill>
          <a:ln w="0">
            <a:noFill/>
            <a:prstDash val="solid"/>
          </a:ln>
        </p:spPr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76BA4E4A-1B5A-431B-94EA-AC330D5A9DB9}"/>
              </a:ext>
            </a:extLst>
          </p:cNvPr>
          <p:cNvSpPr>
            <a:spLocks noGrp="1"/>
          </p:cNvSpPr>
          <p:nvPr/>
        </p:nvSpPr>
        <p:spPr>
          <a:xfrm>
            <a:off x="11163300" y="6515100"/>
            <a:ext cx="409575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r">
              <a:defRPr sz="1050" b="0">
                <a:solidFill>
                  <a:srgbClr val="567F8B"/>
                </a:solidFill>
                <a:latin typeface="Georgia"/>
                <a:ea typeface="Georgia"/>
                <a:cs typeface="Georgia"/>
              </a:defRPr>
            </a:defPPr>
            <a:lvl1pPr algn="r">
              <a:defRPr sz="1050" b="0">
                <a:solidFill>
                  <a:srgbClr val="567F8B"/>
                </a:solidFill>
                <a:latin typeface="Georgia"/>
                <a:ea typeface="Georgia"/>
                <a:cs typeface="Georgia"/>
              </a:defRPr>
            </a:lvl1pPr>
            <a:lvl2pPr algn="r">
              <a:defRPr sz="1050" b="0">
                <a:solidFill>
                  <a:srgbClr val="567F8B"/>
                </a:solidFill>
                <a:latin typeface="Georgia"/>
                <a:ea typeface="Georgia"/>
                <a:cs typeface="Georgia"/>
              </a:defRPr>
            </a:lvl2pPr>
            <a:lvl3pPr algn="r">
              <a:defRPr sz="1050" b="0">
                <a:solidFill>
                  <a:srgbClr val="567F8B"/>
                </a:solidFill>
                <a:latin typeface="Georgia"/>
                <a:ea typeface="Georgia"/>
                <a:cs typeface="Georgia"/>
              </a:defRPr>
            </a:lvl3pPr>
            <a:lvl4pPr algn="r">
              <a:defRPr sz="1050" b="0">
                <a:solidFill>
                  <a:srgbClr val="567F8B"/>
                </a:solidFill>
                <a:latin typeface="Georgia"/>
                <a:ea typeface="Georgia"/>
                <a:cs typeface="Georgia"/>
              </a:defRPr>
            </a:lvl4pPr>
            <a:lvl5pPr algn="r">
              <a:defRPr sz="1050" b="0">
                <a:solidFill>
                  <a:srgbClr val="567F8B"/>
                </a:solidFill>
                <a:latin typeface="Georgia"/>
                <a:ea typeface="Georgia"/>
                <a:cs typeface="Georgia"/>
              </a:defRPr>
            </a:lvl5pPr>
            <a:lvl6pPr algn="r">
              <a:defRPr sz="1050" b="0">
                <a:solidFill>
                  <a:srgbClr val="567F8B"/>
                </a:solidFill>
                <a:latin typeface="Georgia"/>
                <a:ea typeface="Georgia"/>
                <a:cs typeface="Georgia"/>
              </a:defRPr>
            </a:lvl6pPr>
            <a:lvl7pPr algn="r">
              <a:defRPr sz="1050" b="0">
                <a:solidFill>
                  <a:srgbClr val="567F8B"/>
                </a:solidFill>
                <a:latin typeface="Georgia"/>
                <a:ea typeface="Georgia"/>
                <a:cs typeface="Georgia"/>
              </a:defRPr>
            </a:lvl7pPr>
            <a:lvl8pPr algn="r">
              <a:defRPr sz="1050" b="0">
                <a:solidFill>
                  <a:srgbClr val="567F8B"/>
                </a:solidFill>
                <a:latin typeface="Georgia"/>
                <a:ea typeface="Georgia"/>
                <a:cs typeface="Georgia"/>
              </a:defRPr>
            </a:lvl8pPr>
            <a:lvl9pPr algn="r">
              <a:defRPr sz="1050" b="0">
                <a:solidFill>
                  <a:srgbClr val="567F8B"/>
                </a:solidFill>
                <a:latin typeface="Georgia"/>
                <a:ea typeface="Georgia"/>
                <a:cs typeface="Georgia"/>
              </a:defRPr>
            </a:lvl9pPr>
          </a:lstStyle>
          <a:p>
            <a:pPr algn="r">
              <a:lnSpc>
                <a:spcPct val="100000"/>
              </a:lnSpc>
              <a:buNone/>
              <a:defRPr sz="1050" b="0">
                <a:solidFill>
                  <a:srgbClr val="567F8B"/>
                </a:solidFill>
                <a:latin typeface="Georgia"/>
                <a:ea typeface="Georgia"/>
                <a:cs typeface="Georgia"/>
              </a:defRPr>
            </a:pPr>
            <a:r>
              <a:rPr lang="en-US" altLang="zh-CN" sz="1050" b="0">
                <a:solidFill>
                  <a:srgbClr val="567F8B"/>
                </a:solidFill>
                <a:latin typeface="Georgia"/>
                <a:ea typeface="Georgia"/>
                <a:cs typeface="Georgia"/>
              </a:rPr>
              <a:t>12</a:t>
            </a:r>
            <a:endParaRPr sz="1050" b="0">
              <a:solidFill>
                <a:srgbClr val="567F8B"/>
              </a:solidFill>
              <a:latin typeface="Georgia"/>
              <a:ea typeface="Georgia"/>
              <a:cs typeface="Georgia"/>
            </a:endParaRP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2A6BDE8E-61B9-478F-AE71-93DC9804516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638175" y="2082490"/>
            <a:ext cx="10896600" cy="3121646"/>
          </a:xfrm>
          <a:prstGeom prst="rect">
            <a:avLst/>
          </a:prstGeom>
        </p:spPr>
      </p:pic>
      <p:sp>
        <p:nvSpPr>
          <p:cNvPr id="7" name="矩形 6">
            <a:extLst>
              <a:ext uri="{FF2B5EF4-FFF2-40B4-BE49-F238E27FC236}">
                <a16:creationId xmlns:a16="http://schemas.microsoft.com/office/drawing/2014/main" id="{9C8B8D36-BA4E-4E00-8049-F904125E90FE}"/>
              </a:ext>
            </a:extLst>
          </p:cNvPr>
          <p:cNvSpPr>
            <a:spLocks noGrp="1"/>
          </p:cNvSpPr>
          <p:nvPr/>
        </p:nvSpPr>
        <p:spPr>
          <a:xfrm>
            <a:off x="685800" y="5495925"/>
            <a:ext cx="1762125" cy="3524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800" b="0">
                <a:solidFill>
                  <a:srgbClr val="9C6759"/>
                </a:solidFill>
                <a:latin typeface="Noto Sans SC"/>
                <a:ea typeface="Noto Sans SC"/>
                <a:cs typeface="Noto Sans SC"/>
              </a:defRPr>
            </a:defPPr>
            <a:lvl1pPr algn="l">
              <a:defRPr sz="1800" b="0">
                <a:solidFill>
                  <a:srgbClr val="9C6759"/>
                </a:solidFill>
                <a:latin typeface="Noto Sans SC"/>
                <a:ea typeface="Noto Sans SC"/>
                <a:cs typeface="Noto Sans SC"/>
              </a:defRPr>
            </a:lvl1pPr>
            <a:lvl2pPr algn="l">
              <a:defRPr sz="1800" b="0">
                <a:solidFill>
                  <a:srgbClr val="9C6759"/>
                </a:solidFill>
                <a:latin typeface="Noto Sans SC"/>
                <a:ea typeface="Noto Sans SC"/>
                <a:cs typeface="Noto Sans SC"/>
              </a:defRPr>
            </a:lvl2pPr>
            <a:lvl3pPr algn="l">
              <a:defRPr sz="1800" b="0">
                <a:solidFill>
                  <a:srgbClr val="9C6759"/>
                </a:solidFill>
                <a:latin typeface="Noto Sans SC"/>
                <a:ea typeface="Noto Sans SC"/>
                <a:cs typeface="Noto Sans SC"/>
              </a:defRPr>
            </a:lvl3pPr>
            <a:lvl4pPr algn="l">
              <a:defRPr sz="1800" b="0">
                <a:solidFill>
                  <a:srgbClr val="9C6759"/>
                </a:solidFill>
                <a:latin typeface="Noto Sans SC"/>
                <a:ea typeface="Noto Sans SC"/>
                <a:cs typeface="Noto Sans SC"/>
              </a:defRPr>
            </a:lvl4pPr>
            <a:lvl5pPr algn="l">
              <a:defRPr sz="1800" b="0">
                <a:solidFill>
                  <a:srgbClr val="9C6759"/>
                </a:solidFill>
                <a:latin typeface="Noto Sans SC"/>
                <a:ea typeface="Noto Sans SC"/>
                <a:cs typeface="Noto Sans SC"/>
              </a:defRPr>
            </a:lvl5pPr>
            <a:lvl6pPr algn="l">
              <a:defRPr sz="1800" b="0">
                <a:solidFill>
                  <a:srgbClr val="9C6759"/>
                </a:solidFill>
                <a:latin typeface="Noto Sans SC"/>
                <a:ea typeface="Noto Sans SC"/>
                <a:cs typeface="Noto Sans SC"/>
              </a:defRPr>
            </a:lvl6pPr>
            <a:lvl7pPr algn="l">
              <a:defRPr sz="1800" b="0">
                <a:solidFill>
                  <a:srgbClr val="9C6759"/>
                </a:solidFill>
                <a:latin typeface="Noto Sans SC"/>
                <a:ea typeface="Noto Sans SC"/>
                <a:cs typeface="Noto Sans SC"/>
              </a:defRPr>
            </a:lvl7pPr>
            <a:lvl8pPr algn="l">
              <a:defRPr sz="1800" b="0">
                <a:solidFill>
                  <a:srgbClr val="9C6759"/>
                </a:solidFill>
                <a:latin typeface="Noto Sans SC"/>
                <a:ea typeface="Noto Sans SC"/>
                <a:cs typeface="Noto Sans SC"/>
              </a:defRPr>
            </a:lvl8pPr>
            <a:lvl9pPr algn="l">
              <a:defRPr sz="1800" b="0">
                <a:solidFill>
                  <a:srgbClr val="9C6759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l">
              <a:lnSpc>
                <a:spcPct val="100000"/>
              </a:lnSpc>
              <a:buNone/>
              <a:defRPr sz="1800" b="0">
                <a:solidFill>
                  <a:srgbClr val="9C6759"/>
                </a:solidFill>
                <a:latin typeface="Noto Sans SC"/>
                <a:ea typeface="Noto Sans SC"/>
                <a:cs typeface="Noto Sans SC"/>
              </a:defRPr>
            </a:pPr>
            <a:r>
              <a:rPr sz="1800" b="0">
                <a:solidFill>
                  <a:srgbClr val="9C6759"/>
                </a:solidFill>
                <a:latin typeface="Noto Sans SC"/>
                <a:ea typeface="Noto Sans SC"/>
                <a:cs typeface="Noto Sans SC"/>
              </a:rPr>
              <a:t>关键观察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08D3ED8E-C52B-4CA3-B10B-7D3FC2FFE7EA}"/>
              </a:ext>
            </a:extLst>
          </p:cNvPr>
          <p:cNvSpPr>
            <a:spLocks noGrp="1"/>
          </p:cNvSpPr>
          <p:nvPr/>
        </p:nvSpPr>
        <p:spPr>
          <a:xfrm>
            <a:off x="2333625" y="5514975"/>
            <a:ext cx="89916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500" b="0">
                <a:solidFill>
                  <a:srgbClr val="26343C"/>
                </a:solidFill>
                <a:latin typeface="Noto Sans SC"/>
                <a:ea typeface="Noto Sans SC"/>
                <a:cs typeface="Noto Sans SC"/>
              </a:defRPr>
            </a:defPPr>
            <a:lvl1pPr algn="l">
              <a:defRPr sz="1500" b="0">
                <a:solidFill>
                  <a:srgbClr val="26343C"/>
                </a:solidFill>
                <a:latin typeface="Noto Sans SC"/>
                <a:ea typeface="Noto Sans SC"/>
                <a:cs typeface="Noto Sans SC"/>
              </a:defRPr>
            </a:lvl1pPr>
            <a:lvl2pPr algn="l">
              <a:defRPr sz="1500" b="0">
                <a:solidFill>
                  <a:srgbClr val="26343C"/>
                </a:solidFill>
                <a:latin typeface="Noto Sans SC"/>
                <a:ea typeface="Noto Sans SC"/>
                <a:cs typeface="Noto Sans SC"/>
              </a:defRPr>
            </a:lvl2pPr>
            <a:lvl3pPr algn="l">
              <a:defRPr sz="1500" b="0">
                <a:solidFill>
                  <a:srgbClr val="26343C"/>
                </a:solidFill>
                <a:latin typeface="Noto Sans SC"/>
                <a:ea typeface="Noto Sans SC"/>
                <a:cs typeface="Noto Sans SC"/>
              </a:defRPr>
            </a:lvl3pPr>
            <a:lvl4pPr algn="l">
              <a:defRPr sz="1500" b="0">
                <a:solidFill>
                  <a:srgbClr val="26343C"/>
                </a:solidFill>
                <a:latin typeface="Noto Sans SC"/>
                <a:ea typeface="Noto Sans SC"/>
                <a:cs typeface="Noto Sans SC"/>
              </a:defRPr>
            </a:lvl4pPr>
            <a:lvl5pPr algn="l">
              <a:defRPr sz="1500" b="0">
                <a:solidFill>
                  <a:srgbClr val="26343C"/>
                </a:solidFill>
                <a:latin typeface="Noto Sans SC"/>
                <a:ea typeface="Noto Sans SC"/>
                <a:cs typeface="Noto Sans SC"/>
              </a:defRPr>
            </a:lvl5pPr>
            <a:lvl6pPr algn="l">
              <a:defRPr sz="1500" b="0">
                <a:solidFill>
                  <a:srgbClr val="26343C"/>
                </a:solidFill>
                <a:latin typeface="Noto Sans SC"/>
                <a:ea typeface="Noto Sans SC"/>
                <a:cs typeface="Noto Sans SC"/>
              </a:defRPr>
            </a:lvl6pPr>
            <a:lvl7pPr algn="l">
              <a:defRPr sz="1500" b="0">
                <a:solidFill>
                  <a:srgbClr val="26343C"/>
                </a:solidFill>
                <a:latin typeface="Noto Sans SC"/>
                <a:ea typeface="Noto Sans SC"/>
                <a:cs typeface="Noto Sans SC"/>
              </a:defRPr>
            </a:lvl7pPr>
            <a:lvl8pPr algn="l">
              <a:defRPr sz="1500" b="0">
                <a:solidFill>
                  <a:srgbClr val="26343C"/>
                </a:solidFill>
                <a:latin typeface="Noto Sans SC"/>
                <a:ea typeface="Noto Sans SC"/>
                <a:cs typeface="Noto Sans SC"/>
              </a:defRPr>
            </a:lvl8pPr>
            <a:lvl9pPr algn="l">
              <a:defRPr sz="1500" b="0">
                <a:solidFill>
                  <a:srgbClr val="26343C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l">
              <a:lnSpc>
                <a:spcPct val="100000"/>
              </a:lnSpc>
              <a:buNone/>
              <a:defRPr sz="1500" b="0">
                <a:solidFill>
                  <a:srgbClr val="26343C"/>
                </a:solidFill>
                <a:latin typeface="Noto Sans SC"/>
                <a:ea typeface="Noto Sans SC"/>
                <a:cs typeface="Noto Sans SC"/>
              </a:defRPr>
            </a:pPr>
            <a:r>
              <a:rPr sz="1500" b="0">
                <a:solidFill>
                  <a:srgbClr val="26343C"/>
                </a:solidFill>
                <a:latin typeface="Noto Sans SC"/>
                <a:ea typeface="Noto Sans SC"/>
                <a:cs typeface="Noto Sans SC"/>
              </a:rPr>
              <a:t>上层重复窗列容易形成局部相似性；正确建筑缺席时，下游仍可能接受另一栋楼。</a:t>
            </a:r>
          </a:p>
        </p:txBody>
      </p:sp>
    </p:spTree>
    <p:extLst>
      <p:ext uri="{BB962C8B-B14F-4D97-AF65-F5344CB8AC3E}">
        <p14:creationId xmlns:p14="http://schemas.microsoft.com/office/powerpoint/2010/main" val="99038490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矩形 11">
            <a:extLst>
              <a:ext uri="{FF2B5EF4-FFF2-40B4-BE49-F238E27FC236}">
                <a16:creationId xmlns:a16="http://schemas.microsoft.com/office/drawing/2014/main" id="{3C120DB8-5AFF-462B-84A5-9F72C285493D}"/>
              </a:ext>
            </a:extLst>
          </p:cNvPr>
          <p:cNvSpPr>
            <a:spLocks noGrp="1"/>
          </p:cNvSpPr>
          <p:nvPr/>
        </p:nvSpPr>
        <p:spPr>
          <a:xfrm>
            <a:off x="361950" y="219075"/>
            <a:ext cx="10382250" cy="2952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725" b="1">
                <a:solidFill>
                  <a:srgbClr val="26343C"/>
                </a:solidFill>
                <a:latin typeface="Noto Sans SC"/>
                <a:ea typeface="Noto Sans SC"/>
                <a:cs typeface="Noto Sans SC"/>
              </a:defRPr>
            </a:defPPr>
            <a:lvl1pPr algn="l">
              <a:defRPr sz="1725" b="1">
                <a:solidFill>
                  <a:srgbClr val="26343C"/>
                </a:solidFill>
                <a:latin typeface="Noto Sans SC"/>
                <a:ea typeface="Noto Sans SC"/>
                <a:cs typeface="Noto Sans SC"/>
              </a:defRPr>
            </a:lvl1pPr>
            <a:lvl2pPr algn="l">
              <a:defRPr sz="1725" b="1">
                <a:solidFill>
                  <a:srgbClr val="26343C"/>
                </a:solidFill>
                <a:latin typeface="Noto Sans SC"/>
                <a:ea typeface="Noto Sans SC"/>
                <a:cs typeface="Noto Sans SC"/>
              </a:defRPr>
            </a:lvl2pPr>
            <a:lvl3pPr algn="l">
              <a:defRPr sz="1725" b="1">
                <a:solidFill>
                  <a:srgbClr val="26343C"/>
                </a:solidFill>
                <a:latin typeface="Noto Sans SC"/>
                <a:ea typeface="Noto Sans SC"/>
                <a:cs typeface="Noto Sans SC"/>
              </a:defRPr>
            </a:lvl3pPr>
            <a:lvl4pPr algn="l">
              <a:defRPr sz="1725" b="1">
                <a:solidFill>
                  <a:srgbClr val="26343C"/>
                </a:solidFill>
                <a:latin typeface="Noto Sans SC"/>
                <a:ea typeface="Noto Sans SC"/>
                <a:cs typeface="Noto Sans SC"/>
              </a:defRPr>
            </a:lvl4pPr>
            <a:lvl5pPr algn="l">
              <a:defRPr sz="1725" b="1">
                <a:solidFill>
                  <a:srgbClr val="26343C"/>
                </a:solidFill>
                <a:latin typeface="Noto Sans SC"/>
                <a:ea typeface="Noto Sans SC"/>
                <a:cs typeface="Noto Sans SC"/>
              </a:defRPr>
            </a:lvl5pPr>
            <a:lvl6pPr algn="l">
              <a:defRPr sz="1725" b="1">
                <a:solidFill>
                  <a:srgbClr val="26343C"/>
                </a:solidFill>
                <a:latin typeface="Noto Sans SC"/>
                <a:ea typeface="Noto Sans SC"/>
                <a:cs typeface="Noto Sans SC"/>
              </a:defRPr>
            </a:lvl6pPr>
            <a:lvl7pPr algn="l">
              <a:defRPr sz="1725" b="1">
                <a:solidFill>
                  <a:srgbClr val="26343C"/>
                </a:solidFill>
                <a:latin typeface="Noto Sans SC"/>
                <a:ea typeface="Noto Sans SC"/>
                <a:cs typeface="Noto Sans SC"/>
              </a:defRPr>
            </a:lvl7pPr>
            <a:lvl8pPr algn="l">
              <a:defRPr sz="1725" b="1">
                <a:solidFill>
                  <a:srgbClr val="26343C"/>
                </a:solidFill>
                <a:latin typeface="Noto Sans SC"/>
                <a:ea typeface="Noto Sans SC"/>
                <a:cs typeface="Noto Sans SC"/>
              </a:defRPr>
            </a:lvl8pPr>
            <a:lvl9pPr algn="l">
              <a:defRPr sz="1725" b="1">
                <a:solidFill>
                  <a:srgbClr val="26343C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l">
              <a:lnSpc>
                <a:spcPct val="100000"/>
              </a:lnSpc>
              <a:buNone/>
              <a:defRPr sz="1725" b="1">
                <a:solidFill>
                  <a:srgbClr val="26343C"/>
                </a:solidFill>
                <a:latin typeface="Noto Sans SC"/>
                <a:ea typeface="Noto Sans SC"/>
                <a:cs typeface="Noto Sans SC"/>
              </a:defRPr>
            </a:pPr>
            <a:r>
              <a:rPr sz="1725" b="1">
                <a:solidFill>
                  <a:srgbClr val="26343C"/>
                </a:solidFill>
                <a:latin typeface="Noto Sans SC"/>
                <a:ea typeface="Noto Sans SC"/>
                <a:cs typeface="Noto Sans SC"/>
              </a:rPr>
              <a:t>11  /  反例：错误接受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9355E643-9D3A-4675-86E6-60403712510F}"/>
              </a:ext>
            </a:extLst>
          </p:cNvPr>
          <p:cNvSpPr>
            <a:spLocks noGrp="1"/>
          </p:cNvSpPr>
          <p:nvPr/>
        </p:nvSpPr>
        <p:spPr>
          <a:xfrm>
            <a:off x="361950" y="609600"/>
            <a:ext cx="11468100" cy="66675"/>
          </a:xfrm>
          <a:prstGeom prst="rect">
            <a:avLst/>
          </a:prstGeom>
          <a:solidFill>
            <a:srgbClr val="A9BCC2"/>
          </a:solidFill>
          <a:ln w="0">
            <a:noFill/>
            <a:prstDash val="solid"/>
          </a:ln>
        </p:spPr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03C8C1B8-6577-4712-A933-263714A6AA09}"/>
              </a:ext>
            </a:extLst>
          </p:cNvPr>
          <p:cNvSpPr>
            <a:spLocks noGrp="1"/>
          </p:cNvSpPr>
          <p:nvPr/>
        </p:nvSpPr>
        <p:spPr>
          <a:xfrm>
            <a:off x="609600" y="866775"/>
            <a:ext cx="10972800" cy="5429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775" b="1">
                <a:solidFill>
                  <a:srgbClr val="26343C"/>
                </a:solidFill>
                <a:latin typeface="Noto Sans SC"/>
                <a:ea typeface="Noto Sans SC"/>
                <a:cs typeface="Noto Sans SC"/>
              </a:defRPr>
            </a:defPPr>
            <a:lvl1pPr algn="l">
              <a:defRPr sz="2775" b="1">
                <a:solidFill>
                  <a:srgbClr val="26343C"/>
                </a:solidFill>
                <a:latin typeface="Noto Sans SC"/>
                <a:ea typeface="Noto Sans SC"/>
                <a:cs typeface="Noto Sans SC"/>
              </a:defRPr>
            </a:lvl1pPr>
            <a:lvl2pPr algn="l">
              <a:defRPr sz="2775" b="1">
                <a:solidFill>
                  <a:srgbClr val="26343C"/>
                </a:solidFill>
                <a:latin typeface="Noto Sans SC"/>
                <a:ea typeface="Noto Sans SC"/>
                <a:cs typeface="Noto Sans SC"/>
              </a:defRPr>
            </a:lvl2pPr>
            <a:lvl3pPr algn="l">
              <a:defRPr sz="2775" b="1">
                <a:solidFill>
                  <a:srgbClr val="26343C"/>
                </a:solidFill>
                <a:latin typeface="Noto Sans SC"/>
                <a:ea typeface="Noto Sans SC"/>
                <a:cs typeface="Noto Sans SC"/>
              </a:defRPr>
            </a:lvl3pPr>
            <a:lvl4pPr algn="l">
              <a:defRPr sz="2775" b="1">
                <a:solidFill>
                  <a:srgbClr val="26343C"/>
                </a:solidFill>
                <a:latin typeface="Noto Sans SC"/>
                <a:ea typeface="Noto Sans SC"/>
                <a:cs typeface="Noto Sans SC"/>
              </a:defRPr>
            </a:lvl4pPr>
            <a:lvl5pPr algn="l">
              <a:defRPr sz="2775" b="1">
                <a:solidFill>
                  <a:srgbClr val="26343C"/>
                </a:solidFill>
                <a:latin typeface="Noto Sans SC"/>
                <a:ea typeface="Noto Sans SC"/>
                <a:cs typeface="Noto Sans SC"/>
              </a:defRPr>
            </a:lvl5pPr>
            <a:lvl6pPr algn="l">
              <a:defRPr sz="2775" b="1">
                <a:solidFill>
                  <a:srgbClr val="26343C"/>
                </a:solidFill>
                <a:latin typeface="Noto Sans SC"/>
                <a:ea typeface="Noto Sans SC"/>
                <a:cs typeface="Noto Sans SC"/>
              </a:defRPr>
            </a:lvl6pPr>
            <a:lvl7pPr algn="l">
              <a:defRPr sz="2775" b="1">
                <a:solidFill>
                  <a:srgbClr val="26343C"/>
                </a:solidFill>
                <a:latin typeface="Noto Sans SC"/>
                <a:ea typeface="Noto Sans SC"/>
                <a:cs typeface="Noto Sans SC"/>
              </a:defRPr>
            </a:lvl7pPr>
            <a:lvl8pPr algn="l">
              <a:defRPr sz="2775" b="1">
                <a:solidFill>
                  <a:srgbClr val="26343C"/>
                </a:solidFill>
                <a:latin typeface="Noto Sans SC"/>
                <a:ea typeface="Noto Sans SC"/>
                <a:cs typeface="Noto Sans SC"/>
              </a:defRPr>
            </a:lvl8pPr>
            <a:lvl9pPr algn="l">
              <a:defRPr sz="2775" b="1">
                <a:solidFill>
                  <a:srgbClr val="26343C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l">
              <a:lnSpc>
                <a:spcPct val="100000"/>
              </a:lnSpc>
              <a:buNone/>
              <a:defRPr sz="2775" b="1">
                <a:solidFill>
                  <a:srgbClr val="26343C"/>
                </a:solidFill>
                <a:latin typeface="Noto Sans SC"/>
                <a:ea typeface="Noto Sans SC"/>
                <a:cs typeface="Noto Sans SC"/>
              </a:defRPr>
            </a:pPr>
            <a:r>
              <a:rPr sz="2775" b="1">
                <a:solidFill>
                  <a:srgbClr val="26343C"/>
                </a:solidFill>
                <a:latin typeface="Noto Sans SC"/>
                <a:ea typeface="Noto Sans SC"/>
                <a:cs typeface="Noto Sans SC"/>
              </a:rPr>
              <a:t>57 对窗中心可局部对齐，建筑身份仍然错误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740D3D84-D2FC-456D-9FA7-41D025E62C3A}"/>
              </a:ext>
            </a:extLst>
          </p:cNvPr>
          <p:cNvSpPr>
            <a:spLocks noGrp="1"/>
          </p:cNvSpPr>
          <p:nvPr/>
        </p:nvSpPr>
        <p:spPr>
          <a:xfrm>
            <a:off x="628650" y="1438275"/>
            <a:ext cx="108966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275" b="0">
                <a:solidFill>
                  <a:srgbClr val="5F7078"/>
                </a:solidFill>
                <a:latin typeface="Noto Sans SC"/>
                <a:ea typeface="Noto Sans SC"/>
                <a:cs typeface="Noto Sans SC"/>
              </a:defRPr>
            </a:defPPr>
            <a:lvl1pPr algn="l">
              <a:defRPr sz="1275" b="0">
                <a:solidFill>
                  <a:srgbClr val="5F7078"/>
                </a:solidFill>
                <a:latin typeface="Noto Sans SC"/>
                <a:ea typeface="Noto Sans SC"/>
                <a:cs typeface="Noto Sans SC"/>
              </a:defRPr>
            </a:lvl1pPr>
            <a:lvl2pPr algn="l">
              <a:defRPr sz="1275" b="0">
                <a:solidFill>
                  <a:srgbClr val="5F7078"/>
                </a:solidFill>
                <a:latin typeface="Noto Sans SC"/>
                <a:ea typeface="Noto Sans SC"/>
                <a:cs typeface="Noto Sans SC"/>
              </a:defRPr>
            </a:lvl2pPr>
            <a:lvl3pPr algn="l">
              <a:defRPr sz="1275" b="0">
                <a:solidFill>
                  <a:srgbClr val="5F7078"/>
                </a:solidFill>
                <a:latin typeface="Noto Sans SC"/>
                <a:ea typeface="Noto Sans SC"/>
                <a:cs typeface="Noto Sans SC"/>
              </a:defRPr>
            </a:lvl3pPr>
            <a:lvl4pPr algn="l">
              <a:defRPr sz="1275" b="0">
                <a:solidFill>
                  <a:srgbClr val="5F7078"/>
                </a:solidFill>
                <a:latin typeface="Noto Sans SC"/>
                <a:ea typeface="Noto Sans SC"/>
                <a:cs typeface="Noto Sans SC"/>
              </a:defRPr>
            </a:lvl4pPr>
            <a:lvl5pPr algn="l">
              <a:defRPr sz="1275" b="0">
                <a:solidFill>
                  <a:srgbClr val="5F7078"/>
                </a:solidFill>
                <a:latin typeface="Noto Sans SC"/>
                <a:ea typeface="Noto Sans SC"/>
                <a:cs typeface="Noto Sans SC"/>
              </a:defRPr>
            </a:lvl5pPr>
            <a:lvl6pPr algn="l">
              <a:defRPr sz="1275" b="0">
                <a:solidFill>
                  <a:srgbClr val="5F7078"/>
                </a:solidFill>
                <a:latin typeface="Noto Sans SC"/>
                <a:ea typeface="Noto Sans SC"/>
                <a:cs typeface="Noto Sans SC"/>
              </a:defRPr>
            </a:lvl6pPr>
            <a:lvl7pPr algn="l">
              <a:defRPr sz="1275" b="0">
                <a:solidFill>
                  <a:srgbClr val="5F7078"/>
                </a:solidFill>
                <a:latin typeface="Noto Sans SC"/>
                <a:ea typeface="Noto Sans SC"/>
                <a:cs typeface="Noto Sans SC"/>
              </a:defRPr>
            </a:lvl7pPr>
            <a:lvl8pPr algn="l">
              <a:defRPr sz="1275" b="0">
                <a:solidFill>
                  <a:srgbClr val="5F7078"/>
                </a:solidFill>
                <a:latin typeface="Noto Sans SC"/>
                <a:ea typeface="Noto Sans SC"/>
                <a:cs typeface="Noto Sans SC"/>
              </a:defRPr>
            </a:lvl8pPr>
            <a:lvl9pPr algn="l">
              <a:defRPr sz="1275" b="0">
                <a:solidFill>
                  <a:srgbClr val="5F7078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l">
              <a:lnSpc>
                <a:spcPct val="100000"/>
              </a:lnSpc>
              <a:buNone/>
              <a:defRPr sz="1275" b="0">
                <a:solidFill>
                  <a:srgbClr val="5F7078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0">
                <a:solidFill>
                  <a:srgbClr val="5F7078"/>
                </a:solidFill>
                <a:latin typeface="Noto Sans SC"/>
                <a:ea typeface="Noto Sans SC"/>
                <a:cs typeface="Noto Sans SC"/>
              </a:rPr>
              <a:t>系统接受 4959323，将 4906981 的 63 个预测面预览投到错误建筑。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863A33F7-C81C-461D-A152-1C777C2E9121}"/>
              </a:ext>
            </a:extLst>
          </p:cNvPr>
          <p:cNvSpPr>
            <a:spLocks noGrp="1"/>
          </p:cNvSpPr>
          <p:nvPr/>
        </p:nvSpPr>
        <p:spPr>
          <a:xfrm>
            <a:off x="609600" y="6410325"/>
            <a:ext cx="10972800" cy="9525"/>
          </a:xfrm>
          <a:prstGeom prst="rect">
            <a:avLst/>
          </a:prstGeom>
          <a:solidFill>
            <a:srgbClr val="B8C8CC"/>
          </a:solidFill>
          <a:ln w="0">
            <a:noFill/>
            <a:prstDash val="solid"/>
          </a:ln>
        </p:spPr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CD00DDDF-8BC1-4B97-A214-BF34F150A4BA}"/>
              </a:ext>
            </a:extLst>
          </p:cNvPr>
          <p:cNvSpPr>
            <a:spLocks noGrp="1"/>
          </p:cNvSpPr>
          <p:nvPr/>
        </p:nvSpPr>
        <p:spPr>
          <a:xfrm>
            <a:off x="11163300" y="6515100"/>
            <a:ext cx="409575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r">
              <a:defRPr sz="1050" b="0">
                <a:solidFill>
                  <a:srgbClr val="567F8B"/>
                </a:solidFill>
                <a:latin typeface="Georgia"/>
                <a:ea typeface="Georgia"/>
                <a:cs typeface="Georgia"/>
              </a:defRPr>
            </a:defPPr>
            <a:lvl1pPr algn="r">
              <a:defRPr sz="1050" b="0">
                <a:solidFill>
                  <a:srgbClr val="567F8B"/>
                </a:solidFill>
                <a:latin typeface="Georgia"/>
                <a:ea typeface="Georgia"/>
                <a:cs typeface="Georgia"/>
              </a:defRPr>
            </a:lvl1pPr>
            <a:lvl2pPr algn="r">
              <a:defRPr sz="1050" b="0">
                <a:solidFill>
                  <a:srgbClr val="567F8B"/>
                </a:solidFill>
                <a:latin typeface="Georgia"/>
                <a:ea typeface="Georgia"/>
                <a:cs typeface="Georgia"/>
              </a:defRPr>
            </a:lvl2pPr>
            <a:lvl3pPr algn="r">
              <a:defRPr sz="1050" b="0">
                <a:solidFill>
                  <a:srgbClr val="567F8B"/>
                </a:solidFill>
                <a:latin typeface="Georgia"/>
                <a:ea typeface="Georgia"/>
                <a:cs typeface="Georgia"/>
              </a:defRPr>
            </a:lvl3pPr>
            <a:lvl4pPr algn="r">
              <a:defRPr sz="1050" b="0">
                <a:solidFill>
                  <a:srgbClr val="567F8B"/>
                </a:solidFill>
                <a:latin typeface="Georgia"/>
                <a:ea typeface="Georgia"/>
                <a:cs typeface="Georgia"/>
              </a:defRPr>
            </a:lvl4pPr>
            <a:lvl5pPr algn="r">
              <a:defRPr sz="1050" b="0">
                <a:solidFill>
                  <a:srgbClr val="567F8B"/>
                </a:solidFill>
                <a:latin typeface="Georgia"/>
                <a:ea typeface="Georgia"/>
                <a:cs typeface="Georgia"/>
              </a:defRPr>
            </a:lvl5pPr>
            <a:lvl6pPr algn="r">
              <a:defRPr sz="1050" b="0">
                <a:solidFill>
                  <a:srgbClr val="567F8B"/>
                </a:solidFill>
                <a:latin typeface="Georgia"/>
                <a:ea typeface="Georgia"/>
                <a:cs typeface="Georgia"/>
              </a:defRPr>
            </a:lvl6pPr>
            <a:lvl7pPr algn="r">
              <a:defRPr sz="1050" b="0">
                <a:solidFill>
                  <a:srgbClr val="567F8B"/>
                </a:solidFill>
                <a:latin typeface="Georgia"/>
                <a:ea typeface="Georgia"/>
                <a:cs typeface="Georgia"/>
              </a:defRPr>
            </a:lvl7pPr>
            <a:lvl8pPr algn="r">
              <a:defRPr sz="1050" b="0">
                <a:solidFill>
                  <a:srgbClr val="567F8B"/>
                </a:solidFill>
                <a:latin typeface="Georgia"/>
                <a:ea typeface="Georgia"/>
                <a:cs typeface="Georgia"/>
              </a:defRPr>
            </a:lvl8pPr>
            <a:lvl9pPr algn="r">
              <a:defRPr sz="1050" b="0">
                <a:solidFill>
                  <a:srgbClr val="567F8B"/>
                </a:solidFill>
                <a:latin typeface="Georgia"/>
                <a:ea typeface="Georgia"/>
                <a:cs typeface="Georgia"/>
              </a:defRPr>
            </a:lvl9pPr>
          </a:lstStyle>
          <a:p>
            <a:pPr algn="r">
              <a:lnSpc>
                <a:spcPct val="100000"/>
              </a:lnSpc>
              <a:buNone/>
              <a:defRPr sz="1050" b="0">
                <a:solidFill>
                  <a:srgbClr val="567F8B"/>
                </a:solidFill>
                <a:latin typeface="Georgia"/>
                <a:ea typeface="Georgia"/>
                <a:cs typeface="Georgia"/>
              </a:defRPr>
            </a:pPr>
            <a:r>
              <a:rPr lang="en-US" altLang="zh-CN" sz="1050" b="0">
                <a:solidFill>
                  <a:srgbClr val="567F8B"/>
                </a:solidFill>
                <a:latin typeface="Georgia"/>
                <a:ea typeface="Georgia"/>
                <a:cs typeface="Georgia"/>
              </a:rPr>
              <a:t>13</a:t>
            </a:r>
            <a:endParaRPr sz="1050" b="0">
              <a:solidFill>
                <a:srgbClr val="567F8B"/>
              </a:solidFill>
              <a:latin typeface="Georgia"/>
              <a:ea typeface="Georgia"/>
              <a:cs typeface="Georgia"/>
            </a:endParaRP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696C348C-5DFD-41B2-98FC-09D2CC958FD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801250" y="1857375"/>
            <a:ext cx="10503776" cy="3714750"/>
          </a:xfrm>
          <a:prstGeom prst="rect">
            <a:avLst/>
          </a:prstGeom>
        </p:spPr>
      </p:pic>
      <p:sp>
        <p:nvSpPr>
          <p:cNvPr id="8" name="矩形 7">
            <a:extLst>
              <a:ext uri="{FF2B5EF4-FFF2-40B4-BE49-F238E27FC236}">
                <a16:creationId xmlns:a16="http://schemas.microsoft.com/office/drawing/2014/main" id="{292EB0AE-9645-48BE-9B98-E8731DDF77FB}"/>
              </a:ext>
            </a:extLst>
          </p:cNvPr>
          <p:cNvSpPr>
            <a:spLocks noGrp="1"/>
          </p:cNvSpPr>
          <p:nvPr/>
        </p:nvSpPr>
        <p:spPr>
          <a:xfrm>
            <a:off x="762000" y="5657850"/>
            <a:ext cx="1838325" cy="2762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275" b="0">
                <a:solidFill>
                  <a:srgbClr val="5F7078"/>
                </a:solidFill>
                <a:latin typeface="Noto Sans SC"/>
                <a:ea typeface="Noto Sans SC"/>
                <a:cs typeface="Noto Sans SC"/>
              </a:defRPr>
            </a:defPPr>
            <a:lvl1pPr algn="l">
              <a:defRPr sz="1275" b="0">
                <a:solidFill>
                  <a:srgbClr val="5F7078"/>
                </a:solidFill>
                <a:latin typeface="Noto Sans SC"/>
                <a:ea typeface="Noto Sans SC"/>
                <a:cs typeface="Noto Sans SC"/>
              </a:defRPr>
            </a:lvl1pPr>
            <a:lvl2pPr algn="l">
              <a:defRPr sz="1275" b="0">
                <a:solidFill>
                  <a:srgbClr val="5F7078"/>
                </a:solidFill>
                <a:latin typeface="Noto Sans SC"/>
                <a:ea typeface="Noto Sans SC"/>
                <a:cs typeface="Noto Sans SC"/>
              </a:defRPr>
            </a:lvl2pPr>
            <a:lvl3pPr algn="l">
              <a:defRPr sz="1275" b="0">
                <a:solidFill>
                  <a:srgbClr val="5F7078"/>
                </a:solidFill>
                <a:latin typeface="Noto Sans SC"/>
                <a:ea typeface="Noto Sans SC"/>
                <a:cs typeface="Noto Sans SC"/>
              </a:defRPr>
            </a:lvl3pPr>
            <a:lvl4pPr algn="l">
              <a:defRPr sz="1275" b="0">
                <a:solidFill>
                  <a:srgbClr val="5F7078"/>
                </a:solidFill>
                <a:latin typeface="Noto Sans SC"/>
                <a:ea typeface="Noto Sans SC"/>
                <a:cs typeface="Noto Sans SC"/>
              </a:defRPr>
            </a:lvl4pPr>
            <a:lvl5pPr algn="l">
              <a:defRPr sz="1275" b="0">
                <a:solidFill>
                  <a:srgbClr val="5F7078"/>
                </a:solidFill>
                <a:latin typeface="Noto Sans SC"/>
                <a:ea typeface="Noto Sans SC"/>
                <a:cs typeface="Noto Sans SC"/>
              </a:defRPr>
            </a:lvl5pPr>
            <a:lvl6pPr algn="l">
              <a:defRPr sz="1275" b="0">
                <a:solidFill>
                  <a:srgbClr val="5F7078"/>
                </a:solidFill>
                <a:latin typeface="Noto Sans SC"/>
                <a:ea typeface="Noto Sans SC"/>
                <a:cs typeface="Noto Sans SC"/>
              </a:defRPr>
            </a:lvl6pPr>
            <a:lvl7pPr algn="l">
              <a:defRPr sz="1275" b="0">
                <a:solidFill>
                  <a:srgbClr val="5F7078"/>
                </a:solidFill>
                <a:latin typeface="Noto Sans SC"/>
                <a:ea typeface="Noto Sans SC"/>
                <a:cs typeface="Noto Sans SC"/>
              </a:defRPr>
            </a:lvl7pPr>
            <a:lvl8pPr algn="l">
              <a:defRPr sz="1275" b="0">
                <a:solidFill>
                  <a:srgbClr val="5F7078"/>
                </a:solidFill>
                <a:latin typeface="Noto Sans SC"/>
                <a:ea typeface="Noto Sans SC"/>
                <a:cs typeface="Noto Sans SC"/>
              </a:defRPr>
            </a:lvl8pPr>
            <a:lvl9pPr algn="l">
              <a:defRPr sz="1275" b="0">
                <a:solidFill>
                  <a:srgbClr val="5F7078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l">
              <a:lnSpc>
                <a:spcPct val="100000"/>
              </a:lnSpc>
              <a:buNone/>
              <a:defRPr sz="1275" b="0">
                <a:solidFill>
                  <a:srgbClr val="5F7078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0">
                <a:solidFill>
                  <a:srgbClr val="5F7078"/>
                </a:solidFill>
                <a:latin typeface="Noto Sans SC"/>
                <a:ea typeface="Noto Sans SC"/>
                <a:cs typeface="Noto Sans SC"/>
              </a:rPr>
              <a:t>照片建筑 ID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021D13C8-6B95-47B6-842B-274F31D47A57}"/>
              </a:ext>
            </a:extLst>
          </p:cNvPr>
          <p:cNvSpPr>
            <a:spLocks noGrp="1"/>
          </p:cNvSpPr>
          <p:nvPr/>
        </p:nvSpPr>
        <p:spPr>
          <a:xfrm>
            <a:off x="2609850" y="5600700"/>
            <a:ext cx="20002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950" b="0">
                <a:solidFill>
                  <a:srgbClr val="26343C"/>
                </a:solidFill>
                <a:latin typeface="Georgia"/>
                <a:ea typeface="Georgia"/>
                <a:cs typeface="Georgia"/>
              </a:defRPr>
            </a:defPPr>
            <a:lvl1pPr algn="l">
              <a:defRPr sz="1950" b="0">
                <a:solidFill>
                  <a:srgbClr val="26343C"/>
                </a:solidFill>
                <a:latin typeface="Georgia"/>
                <a:ea typeface="Georgia"/>
                <a:cs typeface="Georgia"/>
              </a:defRPr>
            </a:lvl1pPr>
            <a:lvl2pPr algn="l">
              <a:defRPr sz="1950" b="0">
                <a:solidFill>
                  <a:srgbClr val="26343C"/>
                </a:solidFill>
                <a:latin typeface="Georgia"/>
                <a:ea typeface="Georgia"/>
                <a:cs typeface="Georgia"/>
              </a:defRPr>
            </a:lvl2pPr>
            <a:lvl3pPr algn="l">
              <a:defRPr sz="1950" b="0">
                <a:solidFill>
                  <a:srgbClr val="26343C"/>
                </a:solidFill>
                <a:latin typeface="Georgia"/>
                <a:ea typeface="Georgia"/>
                <a:cs typeface="Georgia"/>
              </a:defRPr>
            </a:lvl3pPr>
            <a:lvl4pPr algn="l">
              <a:defRPr sz="1950" b="0">
                <a:solidFill>
                  <a:srgbClr val="26343C"/>
                </a:solidFill>
                <a:latin typeface="Georgia"/>
                <a:ea typeface="Georgia"/>
                <a:cs typeface="Georgia"/>
              </a:defRPr>
            </a:lvl4pPr>
            <a:lvl5pPr algn="l">
              <a:defRPr sz="1950" b="0">
                <a:solidFill>
                  <a:srgbClr val="26343C"/>
                </a:solidFill>
                <a:latin typeface="Georgia"/>
                <a:ea typeface="Georgia"/>
                <a:cs typeface="Georgia"/>
              </a:defRPr>
            </a:lvl5pPr>
            <a:lvl6pPr algn="l">
              <a:defRPr sz="1950" b="0">
                <a:solidFill>
                  <a:srgbClr val="26343C"/>
                </a:solidFill>
                <a:latin typeface="Georgia"/>
                <a:ea typeface="Georgia"/>
                <a:cs typeface="Georgia"/>
              </a:defRPr>
            </a:lvl6pPr>
            <a:lvl7pPr algn="l">
              <a:defRPr sz="1950" b="0">
                <a:solidFill>
                  <a:srgbClr val="26343C"/>
                </a:solidFill>
                <a:latin typeface="Georgia"/>
                <a:ea typeface="Georgia"/>
                <a:cs typeface="Georgia"/>
              </a:defRPr>
            </a:lvl7pPr>
            <a:lvl8pPr algn="l">
              <a:defRPr sz="1950" b="0">
                <a:solidFill>
                  <a:srgbClr val="26343C"/>
                </a:solidFill>
                <a:latin typeface="Georgia"/>
                <a:ea typeface="Georgia"/>
                <a:cs typeface="Georgia"/>
              </a:defRPr>
            </a:lvl8pPr>
            <a:lvl9pPr algn="l">
              <a:defRPr sz="1950" b="0">
                <a:solidFill>
                  <a:srgbClr val="26343C"/>
                </a:solidFill>
                <a:latin typeface="Georgia"/>
                <a:ea typeface="Georgia"/>
                <a:cs typeface="Georgia"/>
              </a:defRPr>
            </a:lvl9pPr>
          </a:lstStyle>
          <a:p>
            <a:pPr algn="l">
              <a:lnSpc>
                <a:spcPct val="100000"/>
              </a:lnSpc>
              <a:buNone/>
              <a:defRPr sz="1950" b="0">
                <a:solidFill>
                  <a:srgbClr val="26343C"/>
                </a:solidFill>
                <a:latin typeface="Georgia"/>
                <a:ea typeface="Georgia"/>
                <a:cs typeface="Georgia"/>
              </a:defRPr>
            </a:pPr>
            <a:r>
              <a:rPr sz="1950" b="0">
                <a:solidFill>
                  <a:srgbClr val="26343C"/>
                </a:solidFill>
                <a:latin typeface="Georgia"/>
                <a:ea typeface="Georgia"/>
                <a:cs typeface="Georgia"/>
              </a:rPr>
              <a:t>4906981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39D35D6F-583C-4D54-A3DA-9A28E221978B}"/>
              </a:ext>
            </a:extLst>
          </p:cNvPr>
          <p:cNvSpPr>
            <a:spLocks noGrp="1"/>
          </p:cNvSpPr>
          <p:nvPr/>
        </p:nvSpPr>
        <p:spPr>
          <a:xfrm>
            <a:off x="5419725" y="5657850"/>
            <a:ext cx="1314450" cy="2762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275" b="0">
                <a:solidFill>
                  <a:srgbClr val="5F7078"/>
                </a:solidFill>
                <a:latin typeface="Noto Sans SC"/>
                <a:ea typeface="Noto Sans SC"/>
                <a:cs typeface="Noto Sans SC"/>
              </a:defRPr>
            </a:defPPr>
            <a:lvl1pPr algn="l">
              <a:defRPr sz="1275" b="0">
                <a:solidFill>
                  <a:srgbClr val="5F7078"/>
                </a:solidFill>
                <a:latin typeface="Noto Sans SC"/>
                <a:ea typeface="Noto Sans SC"/>
                <a:cs typeface="Noto Sans SC"/>
              </a:defRPr>
            </a:lvl1pPr>
            <a:lvl2pPr algn="l">
              <a:defRPr sz="1275" b="0">
                <a:solidFill>
                  <a:srgbClr val="5F7078"/>
                </a:solidFill>
                <a:latin typeface="Noto Sans SC"/>
                <a:ea typeface="Noto Sans SC"/>
                <a:cs typeface="Noto Sans SC"/>
              </a:defRPr>
            </a:lvl2pPr>
            <a:lvl3pPr algn="l">
              <a:defRPr sz="1275" b="0">
                <a:solidFill>
                  <a:srgbClr val="5F7078"/>
                </a:solidFill>
                <a:latin typeface="Noto Sans SC"/>
                <a:ea typeface="Noto Sans SC"/>
                <a:cs typeface="Noto Sans SC"/>
              </a:defRPr>
            </a:lvl3pPr>
            <a:lvl4pPr algn="l">
              <a:defRPr sz="1275" b="0">
                <a:solidFill>
                  <a:srgbClr val="5F7078"/>
                </a:solidFill>
                <a:latin typeface="Noto Sans SC"/>
                <a:ea typeface="Noto Sans SC"/>
                <a:cs typeface="Noto Sans SC"/>
              </a:defRPr>
            </a:lvl4pPr>
            <a:lvl5pPr algn="l">
              <a:defRPr sz="1275" b="0">
                <a:solidFill>
                  <a:srgbClr val="5F7078"/>
                </a:solidFill>
                <a:latin typeface="Noto Sans SC"/>
                <a:ea typeface="Noto Sans SC"/>
                <a:cs typeface="Noto Sans SC"/>
              </a:defRPr>
            </a:lvl5pPr>
            <a:lvl6pPr algn="l">
              <a:defRPr sz="1275" b="0">
                <a:solidFill>
                  <a:srgbClr val="5F7078"/>
                </a:solidFill>
                <a:latin typeface="Noto Sans SC"/>
                <a:ea typeface="Noto Sans SC"/>
                <a:cs typeface="Noto Sans SC"/>
              </a:defRPr>
            </a:lvl6pPr>
            <a:lvl7pPr algn="l">
              <a:defRPr sz="1275" b="0">
                <a:solidFill>
                  <a:srgbClr val="5F7078"/>
                </a:solidFill>
                <a:latin typeface="Noto Sans SC"/>
                <a:ea typeface="Noto Sans SC"/>
                <a:cs typeface="Noto Sans SC"/>
              </a:defRPr>
            </a:lvl7pPr>
            <a:lvl8pPr algn="l">
              <a:defRPr sz="1275" b="0">
                <a:solidFill>
                  <a:srgbClr val="5F7078"/>
                </a:solidFill>
                <a:latin typeface="Noto Sans SC"/>
                <a:ea typeface="Noto Sans SC"/>
                <a:cs typeface="Noto Sans SC"/>
              </a:defRPr>
            </a:lvl8pPr>
            <a:lvl9pPr algn="l">
              <a:defRPr sz="1275" b="0">
                <a:solidFill>
                  <a:srgbClr val="5F7078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l">
              <a:lnSpc>
                <a:spcPct val="100000"/>
              </a:lnSpc>
              <a:buNone/>
              <a:defRPr sz="1275" b="0">
                <a:solidFill>
                  <a:srgbClr val="5F7078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0">
                <a:solidFill>
                  <a:srgbClr val="5F7078"/>
                </a:solidFill>
                <a:latin typeface="Noto Sans SC"/>
                <a:ea typeface="Noto Sans SC"/>
                <a:cs typeface="Noto Sans SC"/>
              </a:rPr>
              <a:t>系统接受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4BE7787B-CE5D-4AD7-B1D8-D0CE1CFF353E}"/>
              </a:ext>
            </a:extLst>
          </p:cNvPr>
          <p:cNvSpPr>
            <a:spLocks noGrp="1"/>
          </p:cNvSpPr>
          <p:nvPr/>
        </p:nvSpPr>
        <p:spPr>
          <a:xfrm>
            <a:off x="6753225" y="5600700"/>
            <a:ext cx="19050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950" b="0">
                <a:solidFill>
                  <a:srgbClr val="9C6759"/>
                </a:solidFill>
                <a:latin typeface="Georgia"/>
                <a:ea typeface="Georgia"/>
                <a:cs typeface="Georgia"/>
              </a:defRPr>
            </a:defPPr>
            <a:lvl1pPr algn="l">
              <a:defRPr sz="1950" b="0">
                <a:solidFill>
                  <a:srgbClr val="9C6759"/>
                </a:solidFill>
                <a:latin typeface="Georgia"/>
                <a:ea typeface="Georgia"/>
                <a:cs typeface="Georgia"/>
              </a:defRPr>
            </a:lvl1pPr>
            <a:lvl2pPr algn="l">
              <a:defRPr sz="1950" b="0">
                <a:solidFill>
                  <a:srgbClr val="9C6759"/>
                </a:solidFill>
                <a:latin typeface="Georgia"/>
                <a:ea typeface="Georgia"/>
                <a:cs typeface="Georgia"/>
              </a:defRPr>
            </a:lvl2pPr>
            <a:lvl3pPr algn="l">
              <a:defRPr sz="1950" b="0">
                <a:solidFill>
                  <a:srgbClr val="9C6759"/>
                </a:solidFill>
                <a:latin typeface="Georgia"/>
                <a:ea typeface="Georgia"/>
                <a:cs typeface="Georgia"/>
              </a:defRPr>
            </a:lvl3pPr>
            <a:lvl4pPr algn="l">
              <a:defRPr sz="1950" b="0">
                <a:solidFill>
                  <a:srgbClr val="9C6759"/>
                </a:solidFill>
                <a:latin typeface="Georgia"/>
                <a:ea typeface="Georgia"/>
                <a:cs typeface="Georgia"/>
              </a:defRPr>
            </a:lvl4pPr>
            <a:lvl5pPr algn="l">
              <a:defRPr sz="1950" b="0">
                <a:solidFill>
                  <a:srgbClr val="9C6759"/>
                </a:solidFill>
                <a:latin typeface="Georgia"/>
                <a:ea typeface="Georgia"/>
                <a:cs typeface="Georgia"/>
              </a:defRPr>
            </a:lvl5pPr>
            <a:lvl6pPr algn="l">
              <a:defRPr sz="1950" b="0">
                <a:solidFill>
                  <a:srgbClr val="9C6759"/>
                </a:solidFill>
                <a:latin typeface="Georgia"/>
                <a:ea typeface="Georgia"/>
                <a:cs typeface="Georgia"/>
              </a:defRPr>
            </a:lvl6pPr>
            <a:lvl7pPr algn="l">
              <a:defRPr sz="1950" b="0">
                <a:solidFill>
                  <a:srgbClr val="9C6759"/>
                </a:solidFill>
                <a:latin typeface="Georgia"/>
                <a:ea typeface="Georgia"/>
                <a:cs typeface="Georgia"/>
              </a:defRPr>
            </a:lvl7pPr>
            <a:lvl8pPr algn="l">
              <a:defRPr sz="1950" b="0">
                <a:solidFill>
                  <a:srgbClr val="9C6759"/>
                </a:solidFill>
                <a:latin typeface="Georgia"/>
                <a:ea typeface="Georgia"/>
                <a:cs typeface="Georgia"/>
              </a:defRPr>
            </a:lvl8pPr>
            <a:lvl9pPr algn="l">
              <a:defRPr sz="1950" b="0">
                <a:solidFill>
                  <a:srgbClr val="9C6759"/>
                </a:solidFill>
                <a:latin typeface="Georgia"/>
                <a:ea typeface="Georgia"/>
                <a:cs typeface="Georgia"/>
              </a:defRPr>
            </a:lvl9pPr>
          </a:lstStyle>
          <a:p>
            <a:pPr algn="l">
              <a:lnSpc>
                <a:spcPct val="100000"/>
              </a:lnSpc>
              <a:buNone/>
              <a:defRPr sz="1950" b="0">
                <a:solidFill>
                  <a:srgbClr val="9C6759"/>
                </a:solidFill>
                <a:latin typeface="Georgia"/>
                <a:ea typeface="Georgia"/>
                <a:cs typeface="Georgia"/>
              </a:defRPr>
            </a:pPr>
            <a:r>
              <a:rPr sz="1950" b="0">
                <a:solidFill>
                  <a:srgbClr val="9C6759"/>
                </a:solidFill>
                <a:latin typeface="Georgia"/>
                <a:ea typeface="Georgia"/>
                <a:cs typeface="Georgia"/>
              </a:rPr>
              <a:t>4959323</a:t>
            </a:r>
          </a:p>
        </p:txBody>
      </p:sp>
    </p:spTree>
    <p:extLst>
      <p:ext uri="{BB962C8B-B14F-4D97-AF65-F5344CB8AC3E}">
        <p14:creationId xmlns:p14="http://schemas.microsoft.com/office/powerpoint/2010/main" val="32046286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矩形 28">
            <a:extLst>
              <a:ext uri="{FF2B5EF4-FFF2-40B4-BE49-F238E27FC236}">
                <a16:creationId xmlns:a16="http://schemas.microsoft.com/office/drawing/2014/main" id="{80C62E21-3BF6-4B82-B9D9-06BEC08EE68A}"/>
              </a:ext>
            </a:extLst>
          </p:cNvPr>
          <p:cNvSpPr>
            <a:spLocks noGrp="1"/>
          </p:cNvSpPr>
          <p:nvPr/>
        </p:nvSpPr>
        <p:spPr>
          <a:xfrm>
            <a:off x="361950" y="219075"/>
            <a:ext cx="10953750" cy="2952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1725" b="1">
                <a:solidFill>
                  <a:srgbClr val="26343C"/>
                </a:solidFill>
                <a:latin typeface="Noto Sans SC"/>
                <a:ea typeface="Noto Sans SC"/>
                <a:cs typeface="Noto Sans SC"/>
              </a:defRPr>
            </a:defPPr>
            <a:lvl1pPr algn="l">
              <a:defRPr sz="1725" b="1">
                <a:solidFill>
                  <a:srgbClr val="26343C"/>
                </a:solidFill>
                <a:latin typeface="Noto Sans SC"/>
                <a:ea typeface="Noto Sans SC"/>
                <a:cs typeface="Noto Sans SC"/>
              </a:defRPr>
            </a:lvl1pPr>
            <a:lvl2pPr algn="l">
              <a:defRPr sz="1725" b="1">
                <a:solidFill>
                  <a:srgbClr val="26343C"/>
                </a:solidFill>
                <a:latin typeface="Noto Sans SC"/>
                <a:ea typeface="Noto Sans SC"/>
                <a:cs typeface="Noto Sans SC"/>
              </a:defRPr>
            </a:lvl2pPr>
            <a:lvl3pPr algn="l">
              <a:defRPr sz="1725" b="1">
                <a:solidFill>
                  <a:srgbClr val="26343C"/>
                </a:solidFill>
                <a:latin typeface="Noto Sans SC"/>
                <a:ea typeface="Noto Sans SC"/>
                <a:cs typeface="Noto Sans SC"/>
              </a:defRPr>
            </a:lvl3pPr>
            <a:lvl4pPr algn="l">
              <a:defRPr sz="1725" b="1">
                <a:solidFill>
                  <a:srgbClr val="26343C"/>
                </a:solidFill>
                <a:latin typeface="Noto Sans SC"/>
                <a:ea typeface="Noto Sans SC"/>
                <a:cs typeface="Noto Sans SC"/>
              </a:defRPr>
            </a:lvl4pPr>
            <a:lvl5pPr algn="l">
              <a:defRPr sz="1725" b="1">
                <a:solidFill>
                  <a:srgbClr val="26343C"/>
                </a:solidFill>
                <a:latin typeface="Noto Sans SC"/>
                <a:ea typeface="Noto Sans SC"/>
                <a:cs typeface="Noto Sans SC"/>
              </a:defRPr>
            </a:lvl5pPr>
            <a:lvl6pPr algn="l">
              <a:defRPr sz="1725" b="1">
                <a:solidFill>
                  <a:srgbClr val="26343C"/>
                </a:solidFill>
                <a:latin typeface="Noto Sans SC"/>
                <a:ea typeface="Noto Sans SC"/>
                <a:cs typeface="Noto Sans SC"/>
              </a:defRPr>
            </a:lvl6pPr>
            <a:lvl7pPr algn="l">
              <a:defRPr sz="1725" b="1">
                <a:solidFill>
                  <a:srgbClr val="26343C"/>
                </a:solidFill>
                <a:latin typeface="Noto Sans SC"/>
                <a:ea typeface="Noto Sans SC"/>
                <a:cs typeface="Noto Sans SC"/>
              </a:defRPr>
            </a:lvl7pPr>
            <a:lvl8pPr algn="l">
              <a:defRPr sz="1725" b="1">
                <a:solidFill>
                  <a:srgbClr val="26343C"/>
                </a:solidFill>
                <a:latin typeface="Noto Sans SC"/>
                <a:ea typeface="Noto Sans SC"/>
                <a:cs typeface="Noto Sans SC"/>
              </a:defRPr>
            </a:lvl8pPr>
            <a:lvl9pPr algn="l">
              <a:defRPr sz="1725" b="1">
                <a:solidFill>
                  <a:srgbClr val="26343C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l">
              <a:lnSpc>
                <a:spcPct val="100000"/>
              </a:lnSpc>
              <a:buNone/>
              <a:defRPr sz="1725" b="1">
                <a:solidFill>
                  <a:srgbClr val="26343C"/>
                </a:solidFill>
                <a:latin typeface="Noto Sans SC"/>
                <a:ea typeface="Noto Sans SC"/>
                <a:cs typeface="Noto Sans SC"/>
              </a:defRPr>
            </a:pPr>
            <a:r>
              <a:rPr sz="1725" b="1">
                <a:solidFill>
                  <a:srgbClr val="26343C"/>
                </a:solidFill>
                <a:latin typeface="Noto Sans SC"/>
                <a:ea typeface="Noto Sans SC"/>
                <a:cs typeface="Noto Sans SC"/>
              </a:rPr>
              <a:t>集中问题  /  自动匹配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F0F142E7-DF16-4121-9CE6-68DC47E525D6}"/>
              </a:ext>
            </a:extLst>
          </p:cNvPr>
          <p:cNvSpPr>
            <a:spLocks noGrp="1"/>
          </p:cNvSpPr>
          <p:nvPr/>
        </p:nvSpPr>
        <p:spPr>
          <a:xfrm>
            <a:off x="361950" y="609600"/>
            <a:ext cx="11468100" cy="66675"/>
          </a:xfrm>
          <a:prstGeom prst="rect">
            <a:avLst/>
          </a:prstGeom>
          <a:solidFill>
            <a:srgbClr val="A9BCC2"/>
          </a:solidFill>
          <a:ln w="0">
            <a:noFill/>
            <a:prstDash val="solid"/>
          </a:ln>
        </p:spPr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A8ABEA0-4DDF-4836-9766-3F2DE9467B9C}"/>
              </a:ext>
            </a:extLst>
          </p:cNvPr>
          <p:cNvSpPr>
            <a:spLocks noGrp="1"/>
          </p:cNvSpPr>
          <p:nvPr/>
        </p:nvSpPr>
        <p:spPr>
          <a:xfrm>
            <a:off x="609600" y="838200"/>
            <a:ext cx="10972800" cy="6000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2775" b="1">
                <a:solidFill>
                  <a:srgbClr val="26343C"/>
                </a:solidFill>
                <a:latin typeface="Noto Sans SC"/>
                <a:ea typeface="Noto Sans SC"/>
                <a:cs typeface="Noto Sans SC"/>
              </a:defRPr>
            </a:defPPr>
            <a:lvl1pPr algn="l">
              <a:defRPr sz="2775" b="1">
                <a:solidFill>
                  <a:srgbClr val="26343C"/>
                </a:solidFill>
                <a:latin typeface="Noto Sans SC"/>
                <a:ea typeface="Noto Sans SC"/>
                <a:cs typeface="Noto Sans SC"/>
              </a:defRPr>
            </a:lvl1pPr>
            <a:lvl2pPr algn="l">
              <a:defRPr sz="2775" b="1">
                <a:solidFill>
                  <a:srgbClr val="26343C"/>
                </a:solidFill>
                <a:latin typeface="Noto Sans SC"/>
                <a:ea typeface="Noto Sans SC"/>
                <a:cs typeface="Noto Sans SC"/>
              </a:defRPr>
            </a:lvl2pPr>
            <a:lvl3pPr algn="l">
              <a:defRPr sz="2775" b="1">
                <a:solidFill>
                  <a:srgbClr val="26343C"/>
                </a:solidFill>
                <a:latin typeface="Noto Sans SC"/>
                <a:ea typeface="Noto Sans SC"/>
                <a:cs typeface="Noto Sans SC"/>
              </a:defRPr>
            </a:lvl3pPr>
            <a:lvl4pPr algn="l">
              <a:defRPr sz="2775" b="1">
                <a:solidFill>
                  <a:srgbClr val="26343C"/>
                </a:solidFill>
                <a:latin typeface="Noto Sans SC"/>
                <a:ea typeface="Noto Sans SC"/>
                <a:cs typeface="Noto Sans SC"/>
              </a:defRPr>
            </a:lvl4pPr>
            <a:lvl5pPr algn="l">
              <a:defRPr sz="2775" b="1">
                <a:solidFill>
                  <a:srgbClr val="26343C"/>
                </a:solidFill>
                <a:latin typeface="Noto Sans SC"/>
                <a:ea typeface="Noto Sans SC"/>
                <a:cs typeface="Noto Sans SC"/>
              </a:defRPr>
            </a:lvl5pPr>
            <a:lvl6pPr algn="l">
              <a:defRPr sz="2775" b="1">
                <a:solidFill>
                  <a:srgbClr val="26343C"/>
                </a:solidFill>
                <a:latin typeface="Noto Sans SC"/>
                <a:ea typeface="Noto Sans SC"/>
                <a:cs typeface="Noto Sans SC"/>
              </a:defRPr>
            </a:lvl6pPr>
            <a:lvl7pPr algn="l">
              <a:defRPr sz="2775" b="1">
                <a:solidFill>
                  <a:srgbClr val="26343C"/>
                </a:solidFill>
                <a:latin typeface="Noto Sans SC"/>
                <a:ea typeface="Noto Sans SC"/>
                <a:cs typeface="Noto Sans SC"/>
              </a:defRPr>
            </a:lvl7pPr>
            <a:lvl8pPr algn="l">
              <a:defRPr sz="2775" b="1">
                <a:solidFill>
                  <a:srgbClr val="26343C"/>
                </a:solidFill>
                <a:latin typeface="Noto Sans SC"/>
                <a:ea typeface="Noto Sans SC"/>
                <a:cs typeface="Noto Sans SC"/>
              </a:defRPr>
            </a:lvl8pPr>
            <a:lvl9pPr algn="l">
              <a:defRPr sz="2775" b="1">
                <a:solidFill>
                  <a:srgbClr val="26343C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l">
              <a:lnSpc>
                <a:spcPct val="100000"/>
              </a:lnSpc>
              <a:buNone/>
              <a:defRPr sz="2775" b="1">
                <a:solidFill>
                  <a:srgbClr val="26343C"/>
                </a:solidFill>
                <a:latin typeface="Noto Sans SC"/>
                <a:ea typeface="Noto Sans SC"/>
                <a:cs typeface="Noto Sans SC"/>
              </a:defRPr>
            </a:pPr>
            <a:r>
              <a:rPr sz="2775" b="1">
                <a:solidFill>
                  <a:srgbClr val="26343C"/>
                </a:solidFill>
                <a:latin typeface="Noto Sans SC"/>
                <a:ea typeface="Noto Sans SC"/>
                <a:cs typeface="Noto Sans SC"/>
              </a:rPr>
              <a:t>瓶颈是候选漏召回、错楼接受与验证真值不足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8904E669-29F3-4065-80FF-490076263379}"/>
              </a:ext>
            </a:extLst>
          </p:cNvPr>
          <p:cNvSpPr>
            <a:spLocks noGrp="1"/>
          </p:cNvSpPr>
          <p:nvPr/>
        </p:nvSpPr>
        <p:spPr>
          <a:xfrm>
            <a:off x="609600" y="6410325"/>
            <a:ext cx="10972800" cy="9525"/>
          </a:xfrm>
          <a:prstGeom prst="rect">
            <a:avLst/>
          </a:prstGeom>
          <a:solidFill>
            <a:srgbClr val="B8C8CC"/>
          </a:solidFill>
          <a:ln w="0">
            <a:noFill/>
            <a:prstDash val="solid"/>
          </a:ln>
        </p:spPr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812E8056-F729-4EA1-9116-EE38FC151263}"/>
              </a:ext>
            </a:extLst>
          </p:cNvPr>
          <p:cNvSpPr>
            <a:spLocks noGrp="1"/>
          </p:cNvSpPr>
          <p:nvPr/>
        </p:nvSpPr>
        <p:spPr>
          <a:xfrm>
            <a:off x="695325" y="1933575"/>
            <a:ext cx="2390775" cy="714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4575" b="0">
                <a:solidFill>
                  <a:srgbClr val="26343C"/>
                </a:solidFill>
                <a:latin typeface="Georgia"/>
                <a:ea typeface="Georgia"/>
                <a:cs typeface="Georgia"/>
              </a:defRPr>
            </a:defPPr>
            <a:lvl1pPr algn="l">
              <a:defRPr sz="4575" b="0">
                <a:solidFill>
                  <a:srgbClr val="26343C"/>
                </a:solidFill>
                <a:latin typeface="Georgia"/>
                <a:ea typeface="Georgia"/>
                <a:cs typeface="Georgia"/>
              </a:defRPr>
            </a:lvl1pPr>
            <a:lvl2pPr algn="l">
              <a:defRPr sz="4575" b="0">
                <a:solidFill>
                  <a:srgbClr val="26343C"/>
                </a:solidFill>
                <a:latin typeface="Georgia"/>
                <a:ea typeface="Georgia"/>
                <a:cs typeface="Georgia"/>
              </a:defRPr>
            </a:lvl2pPr>
            <a:lvl3pPr algn="l">
              <a:defRPr sz="4575" b="0">
                <a:solidFill>
                  <a:srgbClr val="26343C"/>
                </a:solidFill>
                <a:latin typeface="Georgia"/>
                <a:ea typeface="Georgia"/>
                <a:cs typeface="Georgia"/>
              </a:defRPr>
            </a:lvl3pPr>
            <a:lvl4pPr algn="l">
              <a:defRPr sz="4575" b="0">
                <a:solidFill>
                  <a:srgbClr val="26343C"/>
                </a:solidFill>
                <a:latin typeface="Georgia"/>
                <a:ea typeface="Georgia"/>
                <a:cs typeface="Georgia"/>
              </a:defRPr>
            </a:lvl4pPr>
            <a:lvl5pPr algn="l">
              <a:defRPr sz="4575" b="0">
                <a:solidFill>
                  <a:srgbClr val="26343C"/>
                </a:solidFill>
                <a:latin typeface="Georgia"/>
                <a:ea typeface="Georgia"/>
                <a:cs typeface="Georgia"/>
              </a:defRPr>
            </a:lvl5pPr>
            <a:lvl6pPr algn="l">
              <a:defRPr sz="4575" b="0">
                <a:solidFill>
                  <a:srgbClr val="26343C"/>
                </a:solidFill>
                <a:latin typeface="Georgia"/>
                <a:ea typeface="Georgia"/>
                <a:cs typeface="Georgia"/>
              </a:defRPr>
            </a:lvl6pPr>
            <a:lvl7pPr algn="l">
              <a:defRPr sz="4575" b="0">
                <a:solidFill>
                  <a:srgbClr val="26343C"/>
                </a:solidFill>
                <a:latin typeface="Georgia"/>
                <a:ea typeface="Georgia"/>
                <a:cs typeface="Georgia"/>
              </a:defRPr>
            </a:lvl7pPr>
            <a:lvl8pPr algn="l">
              <a:defRPr sz="4575" b="0">
                <a:solidFill>
                  <a:srgbClr val="26343C"/>
                </a:solidFill>
                <a:latin typeface="Georgia"/>
                <a:ea typeface="Georgia"/>
                <a:cs typeface="Georgia"/>
              </a:defRPr>
            </a:lvl8pPr>
            <a:lvl9pPr algn="l">
              <a:defRPr sz="4575" b="0">
                <a:solidFill>
                  <a:srgbClr val="26343C"/>
                </a:solidFill>
                <a:latin typeface="Georgia"/>
                <a:ea typeface="Georgia"/>
                <a:cs typeface="Georgia"/>
              </a:defRPr>
            </a:lvl9pPr>
          </a:lstStyle>
          <a:p>
            <a:pPr algn="l">
              <a:lnSpc>
                <a:spcPct val="100000"/>
              </a:lnSpc>
              <a:buNone/>
              <a:defRPr sz="4575" b="0">
                <a:solidFill>
                  <a:srgbClr val="26343C"/>
                </a:solidFill>
                <a:latin typeface="Georgia"/>
                <a:ea typeface="Georgia"/>
                <a:cs typeface="Georgia"/>
              </a:defRPr>
            </a:pPr>
            <a:r>
              <a:rPr sz="4575" b="0">
                <a:solidFill>
                  <a:srgbClr val="26343C"/>
                </a:solidFill>
                <a:latin typeface="Georgia"/>
                <a:ea typeface="Georgia"/>
                <a:cs typeface="Georgia"/>
              </a:rPr>
              <a:t>17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B2D415C9-A188-4E16-8550-F2ECA52451F6}"/>
              </a:ext>
            </a:extLst>
          </p:cNvPr>
          <p:cNvSpPr>
            <a:spLocks noGrp="1"/>
          </p:cNvSpPr>
          <p:nvPr/>
        </p:nvSpPr>
        <p:spPr>
          <a:xfrm>
            <a:off x="695325" y="2676525"/>
            <a:ext cx="2409825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1350" b="0">
                <a:solidFill>
                  <a:srgbClr val="26343C"/>
                </a:solidFill>
                <a:latin typeface="Noto Sans SC"/>
                <a:ea typeface="Noto Sans SC"/>
                <a:cs typeface="Noto Sans SC"/>
              </a:defRPr>
            </a:defPPr>
            <a:lvl1pPr algn="l">
              <a:defRPr sz="1350" b="0">
                <a:solidFill>
                  <a:srgbClr val="26343C"/>
                </a:solidFill>
                <a:latin typeface="Noto Sans SC"/>
                <a:ea typeface="Noto Sans SC"/>
                <a:cs typeface="Noto Sans SC"/>
              </a:defRPr>
            </a:lvl1pPr>
            <a:lvl2pPr algn="l">
              <a:defRPr sz="1350" b="0">
                <a:solidFill>
                  <a:srgbClr val="26343C"/>
                </a:solidFill>
                <a:latin typeface="Noto Sans SC"/>
                <a:ea typeface="Noto Sans SC"/>
                <a:cs typeface="Noto Sans SC"/>
              </a:defRPr>
            </a:lvl2pPr>
            <a:lvl3pPr algn="l">
              <a:defRPr sz="1350" b="0">
                <a:solidFill>
                  <a:srgbClr val="26343C"/>
                </a:solidFill>
                <a:latin typeface="Noto Sans SC"/>
                <a:ea typeface="Noto Sans SC"/>
                <a:cs typeface="Noto Sans SC"/>
              </a:defRPr>
            </a:lvl3pPr>
            <a:lvl4pPr algn="l">
              <a:defRPr sz="1350" b="0">
                <a:solidFill>
                  <a:srgbClr val="26343C"/>
                </a:solidFill>
                <a:latin typeface="Noto Sans SC"/>
                <a:ea typeface="Noto Sans SC"/>
                <a:cs typeface="Noto Sans SC"/>
              </a:defRPr>
            </a:lvl4pPr>
            <a:lvl5pPr algn="l">
              <a:defRPr sz="1350" b="0">
                <a:solidFill>
                  <a:srgbClr val="26343C"/>
                </a:solidFill>
                <a:latin typeface="Noto Sans SC"/>
                <a:ea typeface="Noto Sans SC"/>
                <a:cs typeface="Noto Sans SC"/>
              </a:defRPr>
            </a:lvl5pPr>
            <a:lvl6pPr algn="l">
              <a:defRPr sz="1350" b="0">
                <a:solidFill>
                  <a:srgbClr val="26343C"/>
                </a:solidFill>
                <a:latin typeface="Noto Sans SC"/>
                <a:ea typeface="Noto Sans SC"/>
                <a:cs typeface="Noto Sans SC"/>
              </a:defRPr>
            </a:lvl6pPr>
            <a:lvl7pPr algn="l">
              <a:defRPr sz="1350" b="0">
                <a:solidFill>
                  <a:srgbClr val="26343C"/>
                </a:solidFill>
                <a:latin typeface="Noto Sans SC"/>
                <a:ea typeface="Noto Sans SC"/>
                <a:cs typeface="Noto Sans SC"/>
              </a:defRPr>
            </a:lvl7pPr>
            <a:lvl8pPr algn="l">
              <a:defRPr sz="1350" b="0">
                <a:solidFill>
                  <a:srgbClr val="26343C"/>
                </a:solidFill>
                <a:latin typeface="Noto Sans SC"/>
                <a:ea typeface="Noto Sans SC"/>
                <a:cs typeface="Noto Sans SC"/>
              </a:defRPr>
            </a:lvl8pPr>
            <a:lvl9pPr algn="l">
              <a:defRPr sz="1350" b="0">
                <a:solidFill>
                  <a:srgbClr val="26343C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l">
              <a:lnSpc>
                <a:spcPct val="100000"/>
              </a:lnSpc>
              <a:buNone/>
              <a:defRPr sz="1350" b="0">
                <a:solidFill>
                  <a:srgbClr val="26343C"/>
                </a:solidFill>
                <a:latin typeface="Noto Sans SC"/>
                <a:ea typeface="Noto Sans SC"/>
                <a:cs typeface="Noto Sans SC"/>
              </a:defRPr>
            </a:pPr>
            <a:r>
              <a:rPr sz="1350" b="0">
                <a:solidFill>
                  <a:srgbClr val="26343C"/>
                </a:solidFill>
                <a:latin typeface="Noto Sans SC"/>
                <a:ea typeface="Noto Sans SC"/>
                <a:cs typeface="Noto Sans SC"/>
              </a:rPr>
              <a:t>输入照片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6F092B3B-FB72-4B9D-BBDE-BBB8A5191BA1}"/>
              </a:ext>
            </a:extLst>
          </p:cNvPr>
          <p:cNvSpPr>
            <a:spLocks noGrp="1"/>
          </p:cNvSpPr>
          <p:nvPr/>
        </p:nvSpPr>
        <p:spPr>
          <a:xfrm>
            <a:off x="3038475" y="2143125"/>
            <a:ext cx="457200" cy="4095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2325" b="0">
                <a:solidFill>
                  <a:srgbClr val="567F8B"/>
                </a:solidFill>
                <a:latin typeface="Georgia"/>
                <a:ea typeface="Georgia"/>
                <a:cs typeface="Georgia"/>
              </a:defRPr>
            </a:defPPr>
            <a:lvl1pPr algn="ctr">
              <a:defRPr sz="2325" b="0">
                <a:solidFill>
                  <a:srgbClr val="567F8B"/>
                </a:solidFill>
                <a:latin typeface="Georgia"/>
                <a:ea typeface="Georgia"/>
                <a:cs typeface="Georgia"/>
              </a:defRPr>
            </a:lvl1pPr>
            <a:lvl2pPr algn="ctr">
              <a:defRPr sz="2325" b="0">
                <a:solidFill>
                  <a:srgbClr val="567F8B"/>
                </a:solidFill>
                <a:latin typeface="Georgia"/>
                <a:ea typeface="Georgia"/>
                <a:cs typeface="Georgia"/>
              </a:defRPr>
            </a:lvl2pPr>
            <a:lvl3pPr algn="ctr">
              <a:defRPr sz="2325" b="0">
                <a:solidFill>
                  <a:srgbClr val="567F8B"/>
                </a:solidFill>
                <a:latin typeface="Georgia"/>
                <a:ea typeface="Georgia"/>
                <a:cs typeface="Georgia"/>
              </a:defRPr>
            </a:lvl3pPr>
            <a:lvl4pPr algn="ctr">
              <a:defRPr sz="2325" b="0">
                <a:solidFill>
                  <a:srgbClr val="567F8B"/>
                </a:solidFill>
                <a:latin typeface="Georgia"/>
                <a:ea typeface="Georgia"/>
                <a:cs typeface="Georgia"/>
              </a:defRPr>
            </a:lvl4pPr>
            <a:lvl5pPr algn="ctr">
              <a:defRPr sz="2325" b="0">
                <a:solidFill>
                  <a:srgbClr val="567F8B"/>
                </a:solidFill>
                <a:latin typeface="Georgia"/>
                <a:ea typeface="Georgia"/>
                <a:cs typeface="Georgia"/>
              </a:defRPr>
            </a:lvl5pPr>
            <a:lvl6pPr algn="ctr">
              <a:defRPr sz="2325" b="0">
                <a:solidFill>
                  <a:srgbClr val="567F8B"/>
                </a:solidFill>
                <a:latin typeface="Georgia"/>
                <a:ea typeface="Georgia"/>
                <a:cs typeface="Georgia"/>
              </a:defRPr>
            </a:lvl6pPr>
            <a:lvl7pPr algn="ctr">
              <a:defRPr sz="2325" b="0">
                <a:solidFill>
                  <a:srgbClr val="567F8B"/>
                </a:solidFill>
                <a:latin typeface="Georgia"/>
                <a:ea typeface="Georgia"/>
                <a:cs typeface="Georgia"/>
              </a:defRPr>
            </a:lvl7pPr>
            <a:lvl8pPr algn="ctr">
              <a:defRPr sz="2325" b="0">
                <a:solidFill>
                  <a:srgbClr val="567F8B"/>
                </a:solidFill>
                <a:latin typeface="Georgia"/>
                <a:ea typeface="Georgia"/>
                <a:cs typeface="Georgia"/>
              </a:defRPr>
            </a:lvl8pPr>
            <a:lvl9pPr algn="ctr">
              <a:defRPr sz="2325" b="0">
                <a:solidFill>
                  <a:srgbClr val="567F8B"/>
                </a:solidFill>
                <a:latin typeface="Georgia"/>
                <a:ea typeface="Georgia"/>
                <a:cs typeface="Georgia"/>
              </a:defRPr>
            </a:lvl9pPr>
          </a:lstStyle>
          <a:p>
            <a:pPr algn="ctr">
              <a:lnSpc>
                <a:spcPct val="100000"/>
              </a:lnSpc>
              <a:buNone/>
              <a:defRPr sz="2325" b="0">
                <a:solidFill>
                  <a:srgbClr val="567F8B"/>
                </a:solidFill>
                <a:latin typeface="Georgia"/>
                <a:ea typeface="Georgia"/>
                <a:cs typeface="Georgia"/>
              </a:defRPr>
            </a:pPr>
            <a:r>
              <a:rPr sz="2325" b="0">
                <a:solidFill>
                  <a:srgbClr val="567F8B"/>
                </a:solidFill>
                <a:latin typeface="Georgia"/>
                <a:ea typeface="Georgia"/>
                <a:cs typeface="Georgia"/>
              </a:rPr>
              <a:t>→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95CE84A0-F0A9-4021-B77C-3174E489DF19}"/>
              </a:ext>
            </a:extLst>
          </p:cNvPr>
          <p:cNvSpPr>
            <a:spLocks noGrp="1"/>
          </p:cNvSpPr>
          <p:nvPr/>
        </p:nvSpPr>
        <p:spPr>
          <a:xfrm>
            <a:off x="695325" y="3143250"/>
            <a:ext cx="2390775" cy="19050"/>
          </a:xfrm>
          <a:prstGeom prst="rect">
            <a:avLst/>
          </a:prstGeom>
          <a:solidFill>
            <a:srgbClr val="B8C8CC"/>
          </a:solidFill>
          <a:ln w="0">
            <a:noFill/>
            <a:prstDash val="solid"/>
          </a:ln>
        </p:spPr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D3567E8-7D3E-408C-A36C-9735C498860D}"/>
              </a:ext>
            </a:extLst>
          </p:cNvPr>
          <p:cNvSpPr>
            <a:spLocks noGrp="1"/>
          </p:cNvSpPr>
          <p:nvPr/>
        </p:nvSpPr>
        <p:spPr>
          <a:xfrm>
            <a:off x="3562350" y="1933575"/>
            <a:ext cx="2390775" cy="714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4575" b="0">
                <a:solidFill>
                  <a:srgbClr val="26343C"/>
                </a:solidFill>
                <a:latin typeface="Georgia"/>
                <a:ea typeface="Georgia"/>
                <a:cs typeface="Georgia"/>
              </a:defRPr>
            </a:defPPr>
            <a:lvl1pPr algn="l">
              <a:defRPr sz="4575" b="0">
                <a:solidFill>
                  <a:srgbClr val="26343C"/>
                </a:solidFill>
                <a:latin typeface="Georgia"/>
                <a:ea typeface="Georgia"/>
                <a:cs typeface="Georgia"/>
              </a:defRPr>
            </a:lvl1pPr>
            <a:lvl2pPr algn="l">
              <a:defRPr sz="4575" b="0">
                <a:solidFill>
                  <a:srgbClr val="26343C"/>
                </a:solidFill>
                <a:latin typeface="Georgia"/>
                <a:ea typeface="Georgia"/>
                <a:cs typeface="Georgia"/>
              </a:defRPr>
            </a:lvl2pPr>
            <a:lvl3pPr algn="l">
              <a:defRPr sz="4575" b="0">
                <a:solidFill>
                  <a:srgbClr val="26343C"/>
                </a:solidFill>
                <a:latin typeface="Georgia"/>
                <a:ea typeface="Georgia"/>
                <a:cs typeface="Georgia"/>
              </a:defRPr>
            </a:lvl3pPr>
            <a:lvl4pPr algn="l">
              <a:defRPr sz="4575" b="0">
                <a:solidFill>
                  <a:srgbClr val="26343C"/>
                </a:solidFill>
                <a:latin typeface="Georgia"/>
                <a:ea typeface="Georgia"/>
                <a:cs typeface="Georgia"/>
              </a:defRPr>
            </a:lvl4pPr>
            <a:lvl5pPr algn="l">
              <a:defRPr sz="4575" b="0">
                <a:solidFill>
                  <a:srgbClr val="26343C"/>
                </a:solidFill>
                <a:latin typeface="Georgia"/>
                <a:ea typeface="Georgia"/>
                <a:cs typeface="Georgia"/>
              </a:defRPr>
            </a:lvl5pPr>
            <a:lvl6pPr algn="l">
              <a:defRPr sz="4575" b="0">
                <a:solidFill>
                  <a:srgbClr val="26343C"/>
                </a:solidFill>
                <a:latin typeface="Georgia"/>
                <a:ea typeface="Georgia"/>
                <a:cs typeface="Georgia"/>
              </a:defRPr>
            </a:lvl6pPr>
            <a:lvl7pPr algn="l">
              <a:defRPr sz="4575" b="0">
                <a:solidFill>
                  <a:srgbClr val="26343C"/>
                </a:solidFill>
                <a:latin typeface="Georgia"/>
                <a:ea typeface="Georgia"/>
                <a:cs typeface="Georgia"/>
              </a:defRPr>
            </a:lvl7pPr>
            <a:lvl8pPr algn="l">
              <a:defRPr sz="4575" b="0">
                <a:solidFill>
                  <a:srgbClr val="26343C"/>
                </a:solidFill>
                <a:latin typeface="Georgia"/>
                <a:ea typeface="Georgia"/>
                <a:cs typeface="Georgia"/>
              </a:defRPr>
            </a:lvl8pPr>
            <a:lvl9pPr algn="l">
              <a:defRPr sz="4575" b="0">
                <a:solidFill>
                  <a:srgbClr val="26343C"/>
                </a:solidFill>
                <a:latin typeface="Georgia"/>
                <a:ea typeface="Georgia"/>
                <a:cs typeface="Georgia"/>
              </a:defRPr>
            </a:lvl9pPr>
          </a:lstStyle>
          <a:p>
            <a:pPr algn="l">
              <a:lnSpc>
                <a:spcPct val="100000"/>
              </a:lnSpc>
              <a:buNone/>
              <a:defRPr sz="4575" b="0">
                <a:solidFill>
                  <a:srgbClr val="26343C"/>
                </a:solidFill>
                <a:latin typeface="Georgia"/>
                <a:ea typeface="Georgia"/>
                <a:cs typeface="Georgia"/>
              </a:defRPr>
            </a:pPr>
            <a:r>
              <a:rPr sz="4575" b="0">
                <a:solidFill>
                  <a:srgbClr val="26343C"/>
                </a:solidFill>
                <a:latin typeface="Georgia"/>
                <a:ea typeface="Georgia"/>
                <a:cs typeface="Georgia"/>
              </a:rPr>
              <a:t>14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E281D382-70A9-4368-B718-79D8DB6D9DBB}"/>
              </a:ext>
            </a:extLst>
          </p:cNvPr>
          <p:cNvSpPr>
            <a:spLocks noGrp="1"/>
          </p:cNvSpPr>
          <p:nvPr/>
        </p:nvSpPr>
        <p:spPr>
          <a:xfrm>
            <a:off x="3562350" y="2676525"/>
            <a:ext cx="2409825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1350" b="0">
                <a:solidFill>
                  <a:srgbClr val="26343C"/>
                </a:solidFill>
                <a:latin typeface="Noto Sans SC"/>
                <a:ea typeface="Noto Sans SC"/>
                <a:cs typeface="Noto Sans SC"/>
              </a:defRPr>
            </a:defPPr>
            <a:lvl1pPr algn="l">
              <a:defRPr sz="1350" b="0">
                <a:solidFill>
                  <a:srgbClr val="26343C"/>
                </a:solidFill>
                <a:latin typeface="Noto Sans SC"/>
                <a:ea typeface="Noto Sans SC"/>
                <a:cs typeface="Noto Sans SC"/>
              </a:defRPr>
            </a:lvl1pPr>
            <a:lvl2pPr algn="l">
              <a:defRPr sz="1350" b="0">
                <a:solidFill>
                  <a:srgbClr val="26343C"/>
                </a:solidFill>
                <a:latin typeface="Noto Sans SC"/>
                <a:ea typeface="Noto Sans SC"/>
                <a:cs typeface="Noto Sans SC"/>
              </a:defRPr>
            </a:lvl2pPr>
            <a:lvl3pPr algn="l">
              <a:defRPr sz="1350" b="0">
                <a:solidFill>
                  <a:srgbClr val="26343C"/>
                </a:solidFill>
                <a:latin typeface="Noto Sans SC"/>
                <a:ea typeface="Noto Sans SC"/>
                <a:cs typeface="Noto Sans SC"/>
              </a:defRPr>
            </a:lvl3pPr>
            <a:lvl4pPr algn="l">
              <a:defRPr sz="1350" b="0">
                <a:solidFill>
                  <a:srgbClr val="26343C"/>
                </a:solidFill>
                <a:latin typeface="Noto Sans SC"/>
                <a:ea typeface="Noto Sans SC"/>
                <a:cs typeface="Noto Sans SC"/>
              </a:defRPr>
            </a:lvl4pPr>
            <a:lvl5pPr algn="l">
              <a:defRPr sz="1350" b="0">
                <a:solidFill>
                  <a:srgbClr val="26343C"/>
                </a:solidFill>
                <a:latin typeface="Noto Sans SC"/>
                <a:ea typeface="Noto Sans SC"/>
                <a:cs typeface="Noto Sans SC"/>
              </a:defRPr>
            </a:lvl5pPr>
            <a:lvl6pPr algn="l">
              <a:defRPr sz="1350" b="0">
                <a:solidFill>
                  <a:srgbClr val="26343C"/>
                </a:solidFill>
                <a:latin typeface="Noto Sans SC"/>
                <a:ea typeface="Noto Sans SC"/>
                <a:cs typeface="Noto Sans SC"/>
              </a:defRPr>
            </a:lvl6pPr>
            <a:lvl7pPr algn="l">
              <a:defRPr sz="1350" b="0">
                <a:solidFill>
                  <a:srgbClr val="26343C"/>
                </a:solidFill>
                <a:latin typeface="Noto Sans SC"/>
                <a:ea typeface="Noto Sans SC"/>
                <a:cs typeface="Noto Sans SC"/>
              </a:defRPr>
            </a:lvl7pPr>
            <a:lvl8pPr algn="l">
              <a:defRPr sz="1350" b="0">
                <a:solidFill>
                  <a:srgbClr val="26343C"/>
                </a:solidFill>
                <a:latin typeface="Noto Sans SC"/>
                <a:ea typeface="Noto Sans SC"/>
                <a:cs typeface="Noto Sans SC"/>
              </a:defRPr>
            </a:lvl8pPr>
            <a:lvl9pPr algn="l">
              <a:defRPr sz="1350" b="0">
                <a:solidFill>
                  <a:srgbClr val="26343C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l">
              <a:lnSpc>
                <a:spcPct val="100000"/>
              </a:lnSpc>
              <a:buNone/>
              <a:defRPr sz="1350" b="0">
                <a:solidFill>
                  <a:srgbClr val="26343C"/>
                </a:solidFill>
                <a:latin typeface="Noto Sans SC"/>
                <a:ea typeface="Noto Sans SC"/>
                <a:cs typeface="Noto Sans SC"/>
              </a:defRPr>
            </a:pPr>
            <a:r>
              <a:rPr sz="1350" b="0">
                <a:solidFill>
                  <a:srgbClr val="26343C"/>
                </a:solidFill>
                <a:latin typeface="Noto Sans SC"/>
                <a:ea typeface="Noto Sans SC"/>
                <a:cs typeface="Noto Sans SC"/>
              </a:rPr>
              <a:t>正确建筑入候选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8790EF81-18ED-4FC3-9E2C-2BECEFB29F4D}"/>
              </a:ext>
            </a:extLst>
          </p:cNvPr>
          <p:cNvSpPr>
            <a:spLocks noGrp="1"/>
          </p:cNvSpPr>
          <p:nvPr/>
        </p:nvSpPr>
        <p:spPr>
          <a:xfrm>
            <a:off x="5905500" y="2143125"/>
            <a:ext cx="457200" cy="4095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2325" b="0">
                <a:solidFill>
                  <a:srgbClr val="567F8B"/>
                </a:solidFill>
                <a:latin typeface="Georgia"/>
                <a:ea typeface="Georgia"/>
                <a:cs typeface="Georgia"/>
              </a:defRPr>
            </a:defPPr>
            <a:lvl1pPr algn="ctr">
              <a:defRPr sz="2325" b="0">
                <a:solidFill>
                  <a:srgbClr val="567F8B"/>
                </a:solidFill>
                <a:latin typeface="Georgia"/>
                <a:ea typeface="Georgia"/>
                <a:cs typeface="Georgia"/>
              </a:defRPr>
            </a:lvl1pPr>
            <a:lvl2pPr algn="ctr">
              <a:defRPr sz="2325" b="0">
                <a:solidFill>
                  <a:srgbClr val="567F8B"/>
                </a:solidFill>
                <a:latin typeface="Georgia"/>
                <a:ea typeface="Georgia"/>
                <a:cs typeface="Georgia"/>
              </a:defRPr>
            </a:lvl2pPr>
            <a:lvl3pPr algn="ctr">
              <a:defRPr sz="2325" b="0">
                <a:solidFill>
                  <a:srgbClr val="567F8B"/>
                </a:solidFill>
                <a:latin typeface="Georgia"/>
                <a:ea typeface="Georgia"/>
                <a:cs typeface="Georgia"/>
              </a:defRPr>
            </a:lvl3pPr>
            <a:lvl4pPr algn="ctr">
              <a:defRPr sz="2325" b="0">
                <a:solidFill>
                  <a:srgbClr val="567F8B"/>
                </a:solidFill>
                <a:latin typeface="Georgia"/>
                <a:ea typeface="Georgia"/>
                <a:cs typeface="Georgia"/>
              </a:defRPr>
            </a:lvl4pPr>
            <a:lvl5pPr algn="ctr">
              <a:defRPr sz="2325" b="0">
                <a:solidFill>
                  <a:srgbClr val="567F8B"/>
                </a:solidFill>
                <a:latin typeface="Georgia"/>
                <a:ea typeface="Georgia"/>
                <a:cs typeface="Georgia"/>
              </a:defRPr>
            </a:lvl5pPr>
            <a:lvl6pPr algn="ctr">
              <a:defRPr sz="2325" b="0">
                <a:solidFill>
                  <a:srgbClr val="567F8B"/>
                </a:solidFill>
                <a:latin typeface="Georgia"/>
                <a:ea typeface="Georgia"/>
                <a:cs typeface="Georgia"/>
              </a:defRPr>
            </a:lvl6pPr>
            <a:lvl7pPr algn="ctr">
              <a:defRPr sz="2325" b="0">
                <a:solidFill>
                  <a:srgbClr val="567F8B"/>
                </a:solidFill>
                <a:latin typeface="Georgia"/>
                <a:ea typeface="Georgia"/>
                <a:cs typeface="Georgia"/>
              </a:defRPr>
            </a:lvl7pPr>
            <a:lvl8pPr algn="ctr">
              <a:defRPr sz="2325" b="0">
                <a:solidFill>
                  <a:srgbClr val="567F8B"/>
                </a:solidFill>
                <a:latin typeface="Georgia"/>
                <a:ea typeface="Georgia"/>
                <a:cs typeface="Georgia"/>
              </a:defRPr>
            </a:lvl8pPr>
            <a:lvl9pPr algn="ctr">
              <a:defRPr sz="2325" b="0">
                <a:solidFill>
                  <a:srgbClr val="567F8B"/>
                </a:solidFill>
                <a:latin typeface="Georgia"/>
                <a:ea typeface="Georgia"/>
                <a:cs typeface="Georgia"/>
              </a:defRPr>
            </a:lvl9pPr>
          </a:lstStyle>
          <a:p>
            <a:pPr algn="ctr">
              <a:lnSpc>
                <a:spcPct val="100000"/>
              </a:lnSpc>
              <a:buNone/>
              <a:defRPr sz="2325" b="0">
                <a:solidFill>
                  <a:srgbClr val="567F8B"/>
                </a:solidFill>
                <a:latin typeface="Georgia"/>
                <a:ea typeface="Georgia"/>
                <a:cs typeface="Georgia"/>
              </a:defRPr>
            </a:pPr>
            <a:r>
              <a:rPr sz="2325" b="0">
                <a:solidFill>
                  <a:srgbClr val="567F8B"/>
                </a:solidFill>
                <a:latin typeface="Georgia"/>
                <a:ea typeface="Georgia"/>
                <a:cs typeface="Georgia"/>
              </a:rPr>
              <a:t>→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97166FA6-4FAD-4001-AF1A-26C697C621B2}"/>
              </a:ext>
            </a:extLst>
          </p:cNvPr>
          <p:cNvSpPr>
            <a:spLocks noGrp="1"/>
          </p:cNvSpPr>
          <p:nvPr/>
        </p:nvSpPr>
        <p:spPr>
          <a:xfrm>
            <a:off x="3562350" y="3143250"/>
            <a:ext cx="2390775" cy="19050"/>
          </a:xfrm>
          <a:prstGeom prst="rect">
            <a:avLst/>
          </a:prstGeom>
          <a:solidFill>
            <a:srgbClr val="B8C8CC"/>
          </a:solidFill>
          <a:ln w="0">
            <a:noFill/>
            <a:prstDash val="solid"/>
          </a:ln>
        </p:spPr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9C02B176-68B4-474B-8C6B-36FA6E7F8ADB}"/>
              </a:ext>
            </a:extLst>
          </p:cNvPr>
          <p:cNvSpPr>
            <a:spLocks noGrp="1"/>
          </p:cNvSpPr>
          <p:nvPr/>
        </p:nvSpPr>
        <p:spPr>
          <a:xfrm>
            <a:off x="6429375" y="1933575"/>
            <a:ext cx="2390775" cy="714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4575" b="0">
                <a:solidFill>
                  <a:srgbClr val="26343C"/>
                </a:solidFill>
                <a:latin typeface="Georgia"/>
                <a:ea typeface="Georgia"/>
                <a:cs typeface="Georgia"/>
              </a:defRPr>
            </a:defPPr>
            <a:lvl1pPr algn="l">
              <a:defRPr sz="4575" b="0">
                <a:solidFill>
                  <a:srgbClr val="26343C"/>
                </a:solidFill>
                <a:latin typeface="Georgia"/>
                <a:ea typeface="Georgia"/>
                <a:cs typeface="Georgia"/>
              </a:defRPr>
            </a:lvl1pPr>
            <a:lvl2pPr algn="l">
              <a:defRPr sz="4575" b="0">
                <a:solidFill>
                  <a:srgbClr val="26343C"/>
                </a:solidFill>
                <a:latin typeface="Georgia"/>
                <a:ea typeface="Georgia"/>
                <a:cs typeface="Georgia"/>
              </a:defRPr>
            </a:lvl2pPr>
            <a:lvl3pPr algn="l">
              <a:defRPr sz="4575" b="0">
                <a:solidFill>
                  <a:srgbClr val="26343C"/>
                </a:solidFill>
                <a:latin typeface="Georgia"/>
                <a:ea typeface="Georgia"/>
                <a:cs typeface="Georgia"/>
              </a:defRPr>
            </a:lvl3pPr>
            <a:lvl4pPr algn="l">
              <a:defRPr sz="4575" b="0">
                <a:solidFill>
                  <a:srgbClr val="26343C"/>
                </a:solidFill>
                <a:latin typeface="Georgia"/>
                <a:ea typeface="Georgia"/>
                <a:cs typeface="Georgia"/>
              </a:defRPr>
            </a:lvl4pPr>
            <a:lvl5pPr algn="l">
              <a:defRPr sz="4575" b="0">
                <a:solidFill>
                  <a:srgbClr val="26343C"/>
                </a:solidFill>
                <a:latin typeface="Georgia"/>
                <a:ea typeface="Georgia"/>
                <a:cs typeface="Georgia"/>
              </a:defRPr>
            </a:lvl5pPr>
            <a:lvl6pPr algn="l">
              <a:defRPr sz="4575" b="0">
                <a:solidFill>
                  <a:srgbClr val="26343C"/>
                </a:solidFill>
                <a:latin typeface="Georgia"/>
                <a:ea typeface="Georgia"/>
                <a:cs typeface="Georgia"/>
              </a:defRPr>
            </a:lvl6pPr>
            <a:lvl7pPr algn="l">
              <a:defRPr sz="4575" b="0">
                <a:solidFill>
                  <a:srgbClr val="26343C"/>
                </a:solidFill>
                <a:latin typeface="Georgia"/>
                <a:ea typeface="Georgia"/>
                <a:cs typeface="Georgia"/>
              </a:defRPr>
            </a:lvl7pPr>
            <a:lvl8pPr algn="l">
              <a:defRPr sz="4575" b="0">
                <a:solidFill>
                  <a:srgbClr val="26343C"/>
                </a:solidFill>
                <a:latin typeface="Georgia"/>
                <a:ea typeface="Georgia"/>
                <a:cs typeface="Georgia"/>
              </a:defRPr>
            </a:lvl8pPr>
            <a:lvl9pPr algn="l">
              <a:defRPr sz="4575" b="0">
                <a:solidFill>
                  <a:srgbClr val="26343C"/>
                </a:solidFill>
                <a:latin typeface="Georgia"/>
                <a:ea typeface="Georgia"/>
                <a:cs typeface="Georgia"/>
              </a:defRPr>
            </a:lvl9pPr>
          </a:lstStyle>
          <a:p>
            <a:pPr algn="l">
              <a:lnSpc>
                <a:spcPct val="100000"/>
              </a:lnSpc>
              <a:buNone/>
              <a:defRPr sz="4575" b="0">
                <a:solidFill>
                  <a:srgbClr val="26343C"/>
                </a:solidFill>
                <a:latin typeface="Georgia"/>
                <a:ea typeface="Georgia"/>
                <a:cs typeface="Georgia"/>
              </a:defRPr>
            </a:pPr>
            <a:r>
              <a:rPr sz="4575" b="0">
                <a:solidFill>
                  <a:srgbClr val="26343C"/>
                </a:solidFill>
                <a:latin typeface="Georgia"/>
                <a:ea typeface="Georgia"/>
                <a:cs typeface="Georgia"/>
              </a:rPr>
              <a:t>10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0FAF1C9D-7C05-48DE-B916-80448071283C}"/>
              </a:ext>
            </a:extLst>
          </p:cNvPr>
          <p:cNvSpPr>
            <a:spLocks noGrp="1"/>
          </p:cNvSpPr>
          <p:nvPr/>
        </p:nvSpPr>
        <p:spPr>
          <a:xfrm>
            <a:off x="6429375" y="2676525"/>
            <a:ext cx="2409825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1350" b="0">
                <a:solidFill>
                  <a:srgbClr val="26343C"/>
                </a:solidFill>
                <a:latin typeface="Noto Sans SC"/>
                <a:ea typeface="Noto Sans SC"/>
                <a:cs typeface="Noto Sans SC"/>
              </a:defRPr>
            </a:defPPr>
            <a:lvl1pPr algn="l">
              <a:defRPr sz="1350" b="0">
                <a:solidFill>
                  <a:srgbClr val="26343C"/>
                </a:solidFill>
                <a:latin typeface="Noto Sans SC"/>
                <a:ea typeface="Noto Sans SC"/>
                <a:cs typeface="Noto Sans SC"/>
              </a:defRPr>
            </a:lvl1pPr>
            <a:lvl2pPr algn="l">
              <a:defRPr sz="1350" b="0">
                <a:solidFill>
                  <a:srgbClr val="26343C"/>
                </a:solidFill>
                <a:latin typeface="Noto Sans SC"/>
                <a:ea typeface="Noto Sans SC"/>
                <a:cs typeface="Noto Sans SC"/>
              </a:defRPr>
            </a:lvl2pPr>
            <a:lvl3pPr algn="l">
              <a:defRPr sz="1350" b="0">
                <a:solidFill>
                  <a:srgbClr val="26343C"/>
                </a:solidFill>
                <a:latin typeface="Noto Sans SC"/>
                <a:ea typeface="Noto Sans SC"/>
                <a:cs typeface="Noto Sans SC"/>
              </a:defRPr>
            </a:lvl3pPr>
            <a:lvl4pPr algn="l">
              <a:defRPr sz="1350" b="0">
                <a:solidFill>
                  <a:srgbClr val="26343C"/>
                </a:solidFill>
                <a:latin typeface="Noto Sans SC"/>
                <a:ea typeface="Noto Sans SC"/>
                <a:cs typeface="Noto Sans SC"/>
              </a:defRPr>
            </a:lvl4pPr>
            <a:lvl5pPr algn="l">
              <a:defRPr sz="1350" b="0">
                <a:solidFill>
                  <a:srgbClr val="26343C"/>
                </a:solidFill>
                <a:latin typeface="Noto Sans SC"/>
                <a:ea typeface="Noto Sans SC"/>
                <a:cs typeface="Noto Sans SC"/>
              </a:defRPr>
            </a:lvl5pPr>
            <a:lvl6pPr algn="l">
              <a:defRPr sz="1350" b="0">
                <a:solidFill>
                  <a:srgbClr val="26343C"/>
                </a:solidFill>
                <a:latin typeface="Noto Sans SC"/>
                <a:ea typeface="Noto Sans SC"/>
                <a:cs typeface="Noto Sans SC"/>
              </a:defRPr>
            </a:lvl6pPr>
            <a:lvl7pPr algn="l">
              <a:defRPr sz="1350" b="0">
                <a:solidFill>
                  <a:srgbClr val="26343C"/>
                </a:solidFill>
                <a:latin typeface="Noto Sans SC"/>
                <a:ea typeface="Noto Sans SC"/>
                <a:cs typeface="Noto Sans SC"/>
              </a:defRPr>
            </a:lvl7pPr>
            <a:lvl8pPr algn="l">
              <a:defRPr sz="1350" b="0">
                <a:solidFill>
                  <a:srgbClr val="26343C"/>
                </a:solidFill>
                <a:latin typeface="Noto Sans SC"/>
                <a:ea typeface="Noto Sans SC"/>
                <a:cs typeface="Noto Sans SC"/>
              </a:defRPr>
            </a:lvl8pPr>
            <a:lvl9pPr algn="l">
              <a:defRPr sz="1350" b="0">
                <a:solidFill>
                  <a:srgbClr val="26343C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l">
              <a:lnSpc>
                <a:spcPct val="100000"/>
              </a:lnSpc>
              <a:buNone/>
              <a:defRPr sz="1350" b="0">
                <a:solidFill>
                  <a:srgbClr val="26343C"/>
                </a:solidFill>
                <a:latin typeface="Noto Sans SC"/>
                <a:ea typeface="Noto Sans SC"/>
                <a:cs typeface="Noto Sans SC"/>
              </a:defRPr>
            </a:pPr>
            <a:r>
              <a:rPr sz="1350" b="0">
                <a:solidFill>
                  <a:srgbClr val="26343C"/>
                </a:solidFill>
                <a:latin typeface="Noto Sans SC"/>
                <a:ea typeface="Noto Sans SC"/>
                <a:cs typeface="Noto Sans SC"/>
              </a:rPr>
              <a:t>正确建筑过窗检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57C6A5A1-E43F-4D97-BDA9-A7BAB33274A4}"/>
              </a:ext>
            </a:extLst>
          </p:cNvPr>
          <p:cNvSpPr>
            <a:spLocks noGrp="1"/>
          </p:cNvSpPr>
          <p:nvPr/>
        </p:nvSpPr>
        <p:spPr>
          <a:xfrm>
            <a:off x="8772525" y="2143125"/>
            <a:ext cx="457200" cy="4095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2325" b="0">
                <a:solidFill>
                  <a:srgbClr val="567F8B"/>
                </a:solidFill>
                <a:latin typeface="Georgia"/>
                <a:ea typeface="Georgia"/>
                <a:cs typeface="Georgia"/>
              </a:defRPr>
            </a:defPPr>
            <a:lvl1pPr algn="ctr">
              <a:defRPr sz="2325" b="0">
                <a:solidFill>
                  <a:srgbClr val="567F8B"/>
                </a:solidFill>
                <a:latin typeface="Georgia"/>
                <a:ea typeface="Georgia"/>
                <a:cs typeface="Georgia"/>
              </a:defRPr>
            </a:lvl1pPr>
            <a:lvl2pPr algn="ctr">
              <a:defRPr sz="2325" b="0">
                <a:solidFill>
                  <a:srgbClr val="567F8B"/>
                </a:solidFill>
                <a:latin typeface="Georgia"/>
                <a:ea typeface="Georgia"/>
                <a:cs typeface="Georgia"/>
              </a:defRPr>
            </a:lvl2pPr>
            <a:lvl3pPr algn="ctr">
              <a:defRPr sz="2325" b="0">
                <a:solidFill>
                  <a:srgbClr val="567F8B"/>
                </a:solidFill>
                <a:latin typeface="Georgia"/>
                <a:ea typeface="Georgia"/>
                <a:cs typeface="Georgia"/>
              </a:defRPr>
            </a:lvl3pPr>
            <a:lvl4pPr algn="ctr">
              <a:defRPr sz="2325" b="0">
                <a:solidFill>
                  <a:srgbClr val="567F8B"/>
                </a:solidFill>
                <a:latin typeface="Georgia"/>
                <a:ea typeface="Georgia"/>
                <a:cs typeface="Georgia"/>
              </a:defRPr>
            </a:lvl4pPr>
            <a:lvl5pPr algn="ctr">
              <a:defRPr sz="2325" b="0">
                <a:solidFill>
                  <a:srgbClr val="567F8B"/>
                </a:solidFill>
                <a:latin typeface="Georgia"/>
                <a:ea typeface="Georgia"/>
                <a:cs typeface="Georgia"/>
              </a:defRPr>
            </a:lvl5pPr>
            <a:lvl6pPr algn="ctr">
              <a:defRPr sz="2325" b="0">
                <a:solidFill>
                  <a:srgbClr val="567F8B"/>
                </a:solidFill>
                <a:latin typeface="Georgia"/>
                <a:ea typeface="Georgia"/>
                <a:cs typeface="Georgia"/>
              </a:defRPr>
            </a:lvl6pPr>
            <a:lvl7pPr algn="ctr">
              <a:defRPr sz="2325" b="0">
                <a:solidFill>
                  <a:srgbClr val="567F8B"/>
                </a:solidFill>
                <a:latin typeface="Georgia"/>
                <a:ea typeface="Georgia"/>
                <a:cs typeface="Georgia"/>
              </a:defRPr>
            </a:lvl7pPr>
            <a:lvl8pPr algn="ctr">
              <a:defRPr sz="2325" b="0">
                <a:solidFill>
                  <a:srgbClr val="567F8B"/>
                </a:solidFill>
                <a:latin typeface="Georgia"/>
                <a:ea typeface="Georgia"/>
                <a:cs typeface="Georgia"/>
              </a:defRPr>
            </a:lvl8pPr>
            <a:lvl9pPr algn="ctr">
              <a:defRPr sz="2325" b="0">
                <a:solidFill>
                  <a:srgbClr val="567F8B"/>
                </a:solidFill>
                <a:latin typeface="Georgia"/>
                <a:ea typeface="Georgia"/>
                <a:cs typeface="Georgia"/>
              </a:defRPr>
            </a:lvl9pPr>
          </a:lstStyle>
          <a:p>
            <a:pPr algn="ctr">
              <a:lnSpc>
                <a:spcPct val="100000"/>
              </a:lnSpc>
              <a:buNone/>
              <a:defRPr sz="2325" b="0">
                <a:solidFill>
                  <a:srgbClr val="567F8B"/>
                </a:solidFill>
                <a:latin typeface="Georgia"/>
                <a:ea typeface="Georgia"/>
                <a:cs typeface="Georgia"/>
              </a:defRPr>
            </a:pPr>
            <a:r>
              <a:rPr sz="2325" b="0">
                <a:solidFill>
                  <a:srgbClr val="567F8B"/>
                </a:solidFill>
                <a:latin typeface="Georgia"/>
                <a:ea typeface="Georgia"/>
                <a:cs typeface="Georgia"/>
              </a:rPr>
              <a:t>→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42A45539-117B-4633-8A18-B88983A87202}"/>
              </a:ext>
            </a:extLst>
          </p:cNvPr>
          <p:cNvSpPr>
            <a:spLocks noGrp="1"/>
          </p:cNvSpPr>
          <p:nvPr/>
        </p:nvSpPr>
        <p:spPr>
          <a:xfrm>
            <a:off x="6429375" y="3143250"/>
            <a:ext cx="2390775" cy="19050"/>
          </a:xfrm>
          <a:prstGeom prst="rect">
            <a:avLst/>
          </a:prstGeom>
          <a:solidFill>
            <a:srgbClr val="B8C8CC"/>
          </a:solidFill>
          <a:ln w="0">
            <a:noFill/>
            <a:prstDash val="solid"/>
          </a:ln>
        </p:spPr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28A091C6-CAC2-44FF-9D16-54A3AF9270B2}"/>
              </a:ext>
            </a:extLst>
          </p:cNvPr>
          <p:cNvSpPr>
            <a:spLocks noGrp="1"/>
          </p:cNvSpPr>
          <p:nvPr/>
        </p:nvSpPr>
        <p:spPr>
          <a:xfrm>
            <a:off x="9296400" y="1933575"/>
            <a:ext cx="2390775" cy="714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4575" b="0">
                <a:solidFill>
                  <a:srgbClr val="567F8B"/>
                </a:solidFill>
                <a:latin typeface="Georgia"/>
                <a:ea typeface="Georgia"/>
                <a:cs typeface="Georgia"/>
              </a:defRPr>
            </a:defPPr>
            <a:lvl1pPr algn="l">
              <a:defRPr sz="4575" b="0">
                <a:solidFill>
                  <a:srgbClr val="567F8B"/>
                </a:solidFill>
                <a:latin typeface="Georgia"/>
                <a:ea typeface="Georgia"/>
                <a:cs typeface="Georgia"/>
              </a:defRPr>
            </a:lvl1pPr>
            <a:lvl2pPr algn="l">
              <a:defRPr sz="4575" b="0">
                <a:solidFill>
                  <a:srgbClr val="567F8B"/>
                </a:solidFill>
                <a:latin typeface="Georgia"/>
                <a:ea typeface="Georgia"/>
                <a:cs typeface="Georgia"/>
              </a:defRPr>
            </a:lvl2pPr>
            <a:lvl3pPr algn="l">
              <a:defRPr sz="4575" b="0">
                <a:solidFill>
                  <a:srgbClr val="567F8B"/>
                </a:solidFill>
                <a:latin typeface="Georgia"/>
                <a:ea typeface="Georgia"/>
                <a:cs typeface="Georgia"/>
              </a:defRPr>
            </a:lvl3pPr>
            <a:lvl4pPr algn="l">
              <a:defRPr sz="4575" b="0">
                <a:solidFill>
                  <a:srgbClr val="567F8B"/>
                </a:solidFill>
                <a:latin typeface="Georgia"/>
                <a:ea typeface="Georgia"/>
                <a:cs typeface="Georgia"/>
              </a:defRPr>
            </a:lvl4pPr>
            <a:lvl5pPr algn="l">
              <a:defRPr sz="4575" b="0">
                <a:solidFill>
                  <a:srgbClr val="567F8B"/>
                </a:solidFill>
                <a:latin typeface="Georgia"/>
                <a:ea typeface="Georgia"/>
                <a:cs typeface="Georgia"/>
              </a:defRPr>
            </a:lvl5pPr>
            <a:lvl6pPr algn="l">
              <a:defRPr sz="4575" b="0">
                <a:solidFill>
                  <a:srgbClr val="567F8B"/>
                </a:solidFill>
                <a:latin typeface="Georgia"/>
                <a:ea typeface="Georgia"/>
                <a:cs typeface="Georgia"/>
              </a:defRPr>
            </a:lvl6pPr>
            <a:lvl7pPr algn="l">
              <a:defRPr sz="4575" b="0">
                <a:solidFill>
                  <a:srgbClr val="567F8B"/>
                </a:solidFill>
                <a:latin typeface="Georgia"/>
                <a:ea typeface="Georgia"/>
                <a:cs typeface="Georgia"/>
              </a:defRPr>
            </a:lvl7pPr>
            <a:lvl8pPr algn="l">
              <a:defRPr sz="4575" b="0">
                <a:solidFill>
                  <a:srgbClr val="567F8B"/>
                </a:solidFill>
                <a:latin typeface="Georgia"/>
                <a:ea typeface="Georgia"/>
                <a:cs typeface="Georgia"/>
              </a:defRPr>
            </a:lvl8pPr>
            <a:lvl9pPr algn="l">
              <a:defRPr sz="4575" b="0">
                <a:solidFill>
                  <a:srgbClr val="567F8B"/>
                </a:solidFill>
                <a:latin typeface="Georgia"/>
                <a:ea typeface="Georgia"/>
                <a:cs typeface="Georgia"/>
              </a:defRPr>
            </a:lvl9pPr>
          </a:lstStyle>
          <a:p>
            <a:pPr algn="l">
              <a:lnSpc>
                <a:spcPct val="100000"/>
              </a:lnSpc>
              <a:buNone/>
              <a:defRPr sz="4575" b="0">
                <a:solidFill>
                  <a:srgbClr val="567F8B"/>
                </a:solidFill>
                <a:latin typeface="Georgia"/>
                <a:ea typeface="Georgia"/>
                <a:cs typeface="Georgia"/>
              </a:defRPr>
            </a:pPr>
            <a:r>
              <a:rPr sz="4575" b="0">
                <a:solidFill>
                  <a:srgbClr val="567F8B"/>
                </a:solidFill>
                <a:latin typeface="Georgia"/>
                <a:ea typeface="Georgia"/>
                <a:cs typeface="Georgia"/>
              </a:rPr>
              <a:t>9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F3345B99-C278-438D-A8F1-533A7D503668}"/>
              </a:ext>
            </a:extLst>
          </p:cNvPr>
          <p:cNvSpPr>
            <a:spLocks noGrp="1"/>
          </p:cNvSpPr>
          <p:nvPr/>
        </p:nvSpPr>
        <p:spPr>
          <a:xfrm>
            <a:off x="9296400" y="2676525"/>
            <a:ext cx="2409825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1350" b="0">
                <a:solidFill>
                  <a:srgbClr val="26343C"/>
                </a:solidFill>
                <a:latin typeface="Noto Sans SC"/>
                <a:ea typeface="Noto Sans SC"/>
                <a:cs typeface="Noto Sans SC"/>
              </a:defRPr>
            </a:defPPr>
            <a:lvl1pPr algn="l">
              <a:defRPr sz="1350" b="0">
                <a:solidFill>
                  <a:srgbClr val="26343C"/>
                </a:solidFill>
                <a:latin typeface="Noto Sans SC"/>
                <a:ea typeface="Noto Sans SC"/>
                <a:cs typeface="Noto Sans SC"/>
              </a:defRPr>
            </a:lvl1pPr>
            <a:lvl2pPr algn="l">
              <a:defRPr sz="1350" b="0">
                <a:solidFill>
                  <a:srgbClr val="26343C"/>
                </a:solidFill>
                <a:latin typeface="Noto Sans SC"/>
                <a:ea typeface="Noto Sans SC"/>
                <a:cs typeface="Noto Sans SC"/>
              </a:defRPr>
            </a:lvl2pPr>
            <a:lvl3pPr algn="l">
              <a:defRPr sz="1350" b="0">
                <a:solidFill>
                  <a:srgbClr val="26343C"/>
                </a:solidFill>
                <a:latin typeface="Noto Sans SC"/>
                <a:ea typeface="Noto Sans SC"/>
                <a:cs typeface="Noto Sans SC"/>
              </a:defRPr>
            </a:lvl3pPr>
            <a:lvl4pPr algn="l">
              <a:defRPr sz="1350" b="0">
                <a:solidFill>
                  <a:srgbClr val="26343C"/>
                </a:solidFill>
                <a:latin typeface="Noto Sans SC"/>
                <a:ea typeface="Noto Sans SC"/>
                <a:cs typeface="Noto Sans SC"/>
              </a:defRPr>
            </a:lvl4pPr>
            <a:lvl5pPr algn="l">
              <a:defRPr sz="1350" b="0">
                <a:solidFill>
                  <a:srgbClr val="26343C"/>
                </a:solidFill>
                <a:latin typeface="Noto Sans SC"/>
                <a:ea typeface="Noto Sans SC"/>
                <a:cs typeface="Noto Sans SC"/>
              </a:defRPr>
            </a:lvl5pPr>
            <a:lvl6pPr algn="l">
              <a:defRPr sz="1350" b="0">
                <a:solidFill>
                  <a:srgbClr val="26343C"/>
                </a:solidFill>
                <a:latin typeface="Noto Sans SC"/>
                <a:ea typeface="Noto Sans SC"/>
                <a:cs typeface="Noto Sans SC"/>
              </a:defRPr>
            </a:lvl6pPr>
            <a:lvl7pPr algn="l">
              <a:defRPr sz="1350" b="0">
                <a:solidFill>
                  <a:srgbClr val="26343C"/>
                </a:solidFill>
                <a:latin typeface="Noto Sans SC"/>
                <a:ea typeface="Noto Sans SC"/>
                <a:cs typeface="Noto Sans SC"/>
              </a:defRPr>
            </a:lvl7pPr>
            <a:lvl8pPr algn="l">
              <a:defRPr sz="1350" b="0">
                <a:solidFill>
                  <a:srgbClr val="26343C"/>
                </a:solidFill>
                <a:latin typeface="Noto Sans SC"/>
                <a:ea typeface="Noto Sans SC"/>
                <a:cs typeface="Noto Sans SC"/>
              </a:defRPr>
            </a:lvl8pPr>
            <a:lvl9pPr algn="l">
              <a:defRPr sz="1350" b="0">
                <a:solidFill>
                  <a:srgbClr val="26343C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l">
              <a:lnSpc>
                <a:spcPct val="100000"/>
              </a:lnSpc>
              <a:buNone/>
              <a:defRPr sz="1350" b="0">
                <a:solidFill>
                  <a:srgbClr val="26343C"/>
                </a:solidFill>
                <a:latin typeface="Noto Sans SC"/>
                <a:ea typeface="Noto Sans SC"/>
                <a:cs typeface="Noto Sans SC"/>
              </a:defRPr>
            </a:pPr>
            <a:r>
              <a:rPr sz="1350" b="0">
                <a:solidFill>
                  <a:srgbClr val="26343C"/>
                </a:solidFill>
                <a:latin typeface="Noto Sans SC"/>
                <a:ea typeface="Noto Sans SC"/>
                <a:cs typeface="Noto Sans SC"/>
              </a:rPr>
              <a:t>最终接受且 ID 正确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A694E182-1EB8-45D7-B3A8-9D80AB53FE21}"/>
              </a:ext>
            </a:extLst>
          </p:cNvPr>
          <p:cNvSpPr>
            <a:spLocks noGrp="1"/>
          </p:cNvSpPr>
          <p:nvPr/>
        </p:nvSpPr>
        <p:spPr>
          <a:xfrm>
            <a:off x="9296400" y="3143250"/>
            <a:ext cx="2390775" cy="19050"/>
          </a:xfrm>
          <a:prstGeom prst="rect">
            <a:avLst/>
          </a:prstGeom>
          <a:solidFill>
            <a:srgbClr val="B8C8CC"/>
          </a:solidFill>
          <a:ln w="0">
            <a:noFill/>
            <a:prstDash val="solid"/>
          </a:ln>
        </p:spPr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06672FCF-B54D-41DE-8754-01A9F695F303}"/>
              </a:ext>
            </a:extLst>
          </p:cNvPr>
          <p:cNvSpPr>
            <a:spLocks noGrp="1"/>
          </p:cNvSpPr>
          <p:nvPr/>
        </p:nvSpPr>
        <p:spPr>
          <a:xfrm>
            <a:off x="714375" y="3495675"/>
            <a:ext cx="16954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1650" b="1">
                <a:solidFill>
                  <a:srgbClr val="26343C"/>
                </a:solidFill>
                <a:latin typeface="Noto Sans SC"/>
                <a:ea typeface="Noto Sans SC"/>
                <a:cs typeface="Noto Sans SC"/>
              </a:defRPr>
            </a:defPPr>
            <a:lvl1pPr algn="l">
              <a:defRPr sz="1650" b="1">
                <a:solidFill>
                  <a:srgbClr val="26343C"/>
                </a:solidFill>
                <a:latin typeface="Noto Sans SC"/>
                <a:ea typeface="Noto Sans SC"/>
                <a:cs typeface="Noto Sans SC"/>
              </a:defRPr>
            </a:lvl1pPr>
            <a:lvl2pPr algn="l">
              <a:defRPr sz="1650" b="1">
                <a:solidFill>
                  <a:srgbClr val="26343C"/>
                </a:solidFill>
                <a:latin typeface="Noto Sans SC"/>
                <a:ea typeface="Noto Sans SC"/>
                <a:cs typeface="Noto Sans SC"/>
              </a:defRPr>
            </a:lvl2pPr>
            <a:lvl3pPr algn="l">
              <a:defRPr sz="1650" b="1">
                <a:solidFill>
                  <a:srgbClr val="26343C"/>
                </a:solidFill>
                <a:latin typeface="Noto Sans SC"/>
                <a:ea typeface="Noto Sans SC"/>
                <a:cs typeface="Noto Sans SC"/>
              </a:defRPr>
            </a:lvl3pPr>
            <a:lvl4pPr algn="l">
              <a:defRPr sz="1650" b="1">
                <a:solidFill>
                  <a:srgbClr val="26343C"/>
                </a:solidFill>
                <a:latin typeface="Noto Sans SC"/>
                <a:ea typeface="Noto Sans SC"/>
                <a:cs typeface="Noto Sans SC"/>
              </a:defRPr>
            </a:lvl4pPr>
            <a:lvl5pPr algn="l">
              <a:defRPr sz="1650" b="1">
                <a:solidFill>
                  <a:srgbClr val="26343C"/>
                </a:solidFill>
                <a:latin typeface="Noto Sans SC"/>
                <a:ea typeface="Noto Sans SC"/>
                <a:cs typeface="Noto Sans SC"/>
              </a:defRPr>
            </a:lvl5pPr>
            <a:lvl6pPr algn="l">
              <a:defRPr sz="1650" b="1">
                <a:solidFill>
                  <a:srgbClr val="26343C"/>
                </a:solidFill>
                <a:latin typeface="Noto Sans SC"/>
                <a:ea typeface="Noto Sans SC"/>
                <a:cs typeface="Noto Sans SC"/>
              </a:defRPr>
            </a:lvl6pPr>
            <a:lvl7pPr algn="l">
              <a:defRPr sz="1650" b="1">
                <a:solidFill>
                  <a:srgbClr val="26343C"/>
                </a:solidFill>
                <a:latin typeface="Noto Sans SC"/>
                <a:ea typeface="Noto Sans SC"/>
                <a:cs typeface="Noto Sans SC"/>
              </a:defRPr>
            </a:lvl7pPr>
            <a:lvl8pPr algn="l">
              <a:defRPr sz="1650" b="1">
                <a:solidFill>
                  <a:srgbClr val="26343C"/>
                </a:solidFill>
                <a:latin typeface="Noto Sans SC"/>
                <a:ea typeface="Noto Sans SC"/>
                <a:cs typeface="Noto Sans SC"/>
              </a:defRPr>
            </a:lvl8pPr>
            <a:lvl9pPr algn="l">
              <a:defRPr sz="1650" b="1">
                <a:solidFill>
                  <a:srgbClr val="26343C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l">
              <a:lnSpc>
                <a:spcPct val="100000"/>
              </a:lnSpc>
              <a:buNone/>
              <a:defRPr sz="1650" b="1">
                <a:solidFill>
                  <a:srgbClr val="26343C"/>
                </a:solidFill>
                <a:latin typeface="Noto Sans SC"/>
                <a:ea typeface="Noto Sans SC"/>
                <a:cs typeface="Noto Sans SC"/>
              </a:defRPr>
            </a:pPr>
            <a:r>
              <a:rPr sz="1650" b="1">
                <a:solidFill>
                  <a:srgbClr val="26343C"/>
                </a:solidFill>
                <a:latin typeface="Noto Sans SC"/>
                <a:ea typeface="Noto Sans SC"/>
                <a:cs typeface="Noto Sans SC"/>
              </a:rPr>
              <a:t>候选召回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683A7C2B-61FE-4A4E-B70E-770914081849}"/>
              </a:ext>
            </a:extLst>
          </p:cNvPr>
          <p:cNvSpPr>
            <a:spLocks noGrp="1"/>
          </p:cNvSpPr>
          <p:nvPr/>
        </p:nvSpPr>
        <p:spPr>
          <a:xfrm>
            <a:off x="2457450" y="3495675"/>
            <a:ext cx="89154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1425" b="0">
                <a:solidFill>
                  <a:srgbClr val="26343C"/>
                </a:solidFill>
                <a:latin typeface="Noto Sans SC"/>
                <a:ea typeface="Noto Sans SC"/>
                <a:cs typeface="Noto Sans SC"/>
              </a:defRPr>
            </a:defPPr>
            <a:lvl1pPr algn="l">
              <a:defRPr sz="1425" b="0">
                <a:solidFill>
                  <a:srgbClr val="26343C"/>
                </a:solidFill>
                <a:latin typeface="Noto Sans SC"/>
                <a:ea typeface="Noto Sans SC"/>
                <a:cs typeface="Noto Sans SC"/>
              </a:defRPr>
            </a:lvl1pPr>
            <a:lvl2pPr algn="l">
              <a:defRPr sz="1425" b="0">
                <a:solidFill>
                  <a:srgbClr val="26343C"/>
                </a:solidFill>
                <a:latin typeface="Noto Sans SC"/>
                <a:ea typeface="Noto Sans SC"/>
                <a:cs typeface="Noto Sans SC"/>
              </a:defRPr>
            </a:lvl2pPr>
            <a:lvl3pPr algn="l">
              <a:defRPr sz="1425" b="0">
                <a:solidFill>
                  <a:srgbClr val="26343C"/>
                </a:solidFill>
                <a:latin typeface="Noto Sans SC"/>
                <a:ea typeface="Noto Sans SC"/>
                <a:cs typeface="Noto Sans SC"/>
              </a:defRPr>
            </a:lvl3pPr>
            <a:lvl4pPr algn="l">
              <a:defRPr sz="1425" b="0">
                <a:solidFill>
                  <a:srgbClr val="26343C"/>
                </a:solidFill>
                <a:latin typeface="Noto Sans SC"/>
                <a:ea typeface="Noto Sans SC"/>
                <a:cs typeface="Noto Sans SC"/>
              </a:defRPr>
            </a:lvl4pPr>
            <a:lvl5pPr algn="l">
              <a:defRPr sz="1425" b="0">
                <a:solidFill>
                  <a:srgbClr val="26343C"/>
                </a:solidFill>
                <a:latin typeface="Noto Sans SC"/>
                <a:ea typeface="Noto Sans SC"/>
                <a:cs typeface="Noto Sans SC"/>
              </a:defRPr>
            </a:lvl5pPr>
            <a:lvl6pPr algn="l">
              <a:defRPr sz="1425" b="0">
                <a:solidFill>
                  <a:srgbClr val="26343C"/>
                </a:solidFill>
                <a:latin typeface="Noto Sans SC"/>
                <a:ea typeface="Noto Sans SC"/>
                <a:cs typeface="Noto Sans SC"/>
              </a:defRPr>
            </a:lvl6pPr>
            <a:lvl7pPr algn="l">
              <a:defRPr sz="1425" b="0">
                <a:solidFill>
                  <a:srgbClr val="26343C"/>
                </a:solidFill>
                <a:latin typeface="Noto Sans SC"/>
                <a:ea typeface="Noto Sans SC"/>
                <a:cs typeface="Noto Sans SC"/>
              </a:defRPr>
            </a:lvl7pPr>
            <a:lvl8pPr algn="l">
              <a:defRPr sz="1425" b="0">
                <a:solidFill>
                  <a:srgbClr val="26343C"/>
                </a:solidFill>
                <a:latin typeface="Noto Sans SC"/>
                <a:ea typeface="Noto Sans SC"/>
                <a:cs typeface="Noto Sans SC"/>
              </a:defRPr>
            </a:lvl8pPr>
            <a:lvl9pPr algn="l">
              <a:defRPr sz="1425" b="0">
                <a:solidFill>
                  <a:srgbClr val="26343C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l">
              <a:lnSpc>
                <a:spcPct val="100000"/>
              </a:lnSpc>
              <a:buNone/>
              <a:defRPr sz="1425" b="0">
                <a:solidFill>
                  <a:srgbClr val="26343C"/>
                </a:solidFill>
                <a:latin typeface="Noto Sans SC"/>
                <a:ea typeface="Noto Sans SC"/>
                <a:cs typeface="Noto Sans SC"/>
              </a:defRPr>
            </a:pPr>
            <a:r>
              <a:rPr sz="1425" b="0">
                <a:solidFill>
                  <a:srgbClr val="26343C"/>
                </a:solidFill>
                <a:latin typeface="Noto Sans SC"/>
                <a:ea typeface="Noto Sans SC"/>
                <a:cs typeface="Noto Sans SC"/>
              </a:rPr>
              <a:t>3 张照片的正确建筑未进入候选集，下游配准无法补回。</a:t>
            </a: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35EAFAF1-615F-421D-B1A2-5C98CEFA17CD}"/>
              </a:ext>
            </a:extLst>
          </p:cNvPr>
          <p:cNvSpPr>
            <a:spLocks noGrp="1"/>
          </p:cNvSpPr>
          <p:nvPr/>
        </p:nvSpPr>
        <p:spPr>
          <a:xfrm>
            <a:off x="714375" y="4105275"/>
            <a:ext cx="10687050" cy="9525"/>
          </a:xfrm>
          <a:prstGeom prst="rect">
            <a:avLst/>
          </a:prstGeom>
          <a:solidFill>
            <a:srgbClr val="B8C8CC"/>
          </a:solidFill>
          <a:ln w="0">
            <a:noFill/>
            <a:prstDash val="solid"/>
          </a:ln>
        </p:spPr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7CBB3F7B-2C9F-4822-8E7E-D18776DAE4C5}"/>
              </a:ext>
            </a:extLst>
          </p:cNvPr>
          <p:cNvSpPr>
            <a:spLocks noGrp="1"/>
          </p:cNvSpPr>
          <p:nvPr/>
        </p:nvSpPr>
        <p:spPr>
          <a:xfrm>
            <a:off x="714375" y="4219575"/>
            <a:ext cx="16954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1650" b="1">
                <a:solidFill>
                  <a:srgbClr val="9C6759"/>
                </a:solidFill>
                <a:latin typeface="Noto Sans SC"/>
                <a:ea typeface="Noto Sans SC"/>
                <a:cs typeface="Noto Sans SC"/>
              </a:defRPr>
            </a:defPPr>
            <a:lvl1pPr algn="l">
              <a:defRPr sz="1650" b="1">
                <a:solidFill>
                  <a:srgbClr val="9C6759"/>
                </a:solidFill>
                <a:latin typeface="Noto Sans SC"/>
                <a:ea typeface="Noto Sans SC"/>
                <a:cs typeface="Noto Sans SC"/>
              </a:defRPr>
            </a:lvl1pPr>
            <a:lvl2pPr algn="l">
              <a:defRPr sz="1650" b="1">
                <a:solidFill>
                  <a:srgbClr val="9C6759"/>
                </a:solidFill>
                <a:latin typeface="Noto Sans SC"/>
                <a:ea typeface="Noto Sans SC"/>
                <a:cs typeface="Noto Sans SC"/>
              </a:defRPr>
            </a:lvl2pPr>
            <a:lvl3pPr algn="l">
              <a:defRPr sz="1650" b="1">
                <a:solidFill>
                  <a:srgbClr val="9C6759"/>
                </a:solidFill>
                <a:latin typeface="Noto Sans SC"/>
                <a:ea typeface="Noto Sans SC"/>
                <a:cs typeface="Noto Sans SC"/>
              </a:defRPr>
            </a:lvl3pPr>
            <a:lvl4pPr algn="l">
              <a:defRPr sz="1650" b="1">
                <a:solidFill>
                  <a:srgbClr val="9C6759"/>
                </a:solidFill>
                <a:latin typeface="Noto Sans SC"/>
                <a:ea typeface="Noto Sans SC"/>
                <a:cs typeface="Noto Sans SC"/>
              </a:defRPr>
            </a:lvl4pPr>
            <a:lvl5pPr algn="l">
              <a:defRPr sz="1650" b="1">
                <a:solidFill>
                  <a:srgbClr val="9C6759"/>
                </a:solidFill>
                <a:latin typeface="Noto Sans SC"/>
                <a:ea typeface="Noto Sans SC"/>
                <a:cs typeface="Noto Sans SC"/>
              </a:defRPr>
            </a:lvl5pPr>
            <a:lvl6pPr algn="l">
              <a:defRPr sz="1650" b="1">
                <a:solidFill>
                  <a:srgbClr val="9C6759"/>
                </a:solidFill>
                <a:latin typeface="Noto Sans SC"/>
                <a:ea typeface="Noto Sans SC"/>
                <a:cs typeface="Noto Sans SC"/>
              </a:defRPr>
            </a:lvl6pPr>
            <a:lvl7pPr algn="l">
              <a:defRPr sz="1650" b="1">
                <a:solidFill>
                  <a:srgbClr val="9C6759"/>
                </a:solidFill>
                <a:latin typeface="Noto Sans SC"/>
                <a:ea typeface="Noto Sans SC"/>
                <a:cs typeface="Noto Sans SC"/>
              </a:defRPr>
            </a:lvl7pPr>
            <a:lvl8pPr algn="l">
              <a:defRPr sz="1650" b="1">
                <a:solidFill>
                  <a:srgbClr val="9C6759"/>
                </a:solidFill>
                <a:latin typeface="Noto Sans SC"/>
                <a:ea typeface="Noto Sans SC"/>
                <a:cs typeface="Noto Sans SC"/>
              </a:defRPr>
            </a:lvl8pPr>
            <a:lvl9pPr algn="l">
              <a:defRPr sz="1650" b="1">
                <a:solidFill>
                  <a:srgbClr val="9C6759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l">
              <a:lnSpc>
                <a:spcPct val="100000"/>
              </a:lnSpc>
              <a:buNone/>
              <a:defRPr sz="1650" b="1">
                <a:solidFill>
                  <a:srgbClr val="9C6759"/>
                </a:solidFill>
                <a:latin typeface="Noto Sans SC"/>
                <a:ea typeface="Noto Sans SC"/>
                <a:cs typeface="Noto Sans SC"/>
              </a:defRPr>
            </a:pPr>
            <a:r>
              <a:rPr sz="1650" b="1">
                <a:solidFill>
                  <a:srgbClr val="9C6759"/>
                </a:solidFill>
                <a:latin typeface="Noto Sans SC"/>
                <a:ea typeface="Noto Sans SC"/>
                <a:cs typeface="Noto Sans SC"/>
              </a:rPr>
              <a:t>错配拒绝</a:t>
            </a: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2358BC78-31E4-40D1-A961-AC4686C13223}"/>
              </a:ext>
            </a:extLst>
          </p:cNvPr>
          <p:cNvSpPr>
            <a:spLocks noGrp="1"/>
          </p:cNvSpPr>
          <p:nvPr/>
        </p:nvSpPr>
        <p:spPr>
          <a:xfrm>
            <a:off x="2457450" y="4219575"/>
            <a:ext cx="89154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1425" b="0">
                <a:solidFill>
                  <a:srgbClr val="26343C"/>
                </a:solidFill>
                <a:latin typeface="Noto Sans SC"/>
                <a:ea typeface="Noto Sans SC"/>
                <a:cs typeface="Noto Sans SC"/>
              </a:defRPr>
            </a:defPPr>
            <a:lvl1pPr algn="l">
              <a:defRPr sz="1425" b="0">
                <a:solidFill>
                  <a:srgbClr val="26343C"/>
                </a:solidFill>
                <a:latin typeface="Noto Sans SC"/>
                <a:ea typeface="Noto Sans SC"/>
                <a:cs typeface="Noto Sans SC"/>
              </a:defRPr>
            </a:lvl1pPr>
            <a:lvl2pPr algn="l">
              <a:defRPr sz="1425" b="0">
                <a:solidFill>
                  <a:srgbClr val="26343C"/>
                </a:solidFill>
                <a:latin typeface="Noto Sans SC"/>
                <a:ea typeface="Noto Sans SC"/>
                <a:cs typeface="Noto Sans SC"/>
              </a:defRPr>
            </a:lvl2pPr>
            <a:lvl3pPr algn="l">
              <a:defRPr sz="1425" b="0">
                <a:solidFill>
                  <a:srgbClr val="26343C"/>
                </a:solidFill>
                <a:latin typeface="Noto Sans SC"/>
                <a:ea typeface="Noto Sans SC"/>
                <a:cs typeface="Noto Sans SC"/>
              </a:defRPr>
            </a:lvl3pPr>
            <a:lvl4pPr algn="l">
              <a:defRPr sz="1425" b="0">
                <a:solidFill>
                  <a:srgbClr val="26343C"/>
                </a:solidFill>
                <a:latin typeface="Noto Sans SC"/>
                <a:ea typeface="Noto Sans SC"/>
                <a:cs typeface="Noto Sans SC"/>
              </a:defRPr>
            </a:lvl4pPr>
            <a:lvl5pPr algn="l">
              <a:defRPr sz="1425" b="0">
                <a:solidFill>
                  <a:srgbClr val="26343C"/>
                </a:solidFill>
                <a:latin typeface="Noto Sans SC"/>
                <a:ea typeface="Noto Sans SC"/>
                <a:cs typeface="Noto Sans SC"/>
              </a:defRPr>
            </a:lvl5pPr>
            <a:lvl6pPr algn="l">
              <a:defRPr sz="1425" b="0">
                <a:solidFill>
                  <a:srgbClr val="26343C"/>
                </a:solidFill>
                <a:latin typeface="Noto Sans SC"/>
                <a:ea typeface="Noto Sans SC"/>
                <a:cs typeface="Noto Sans SC"/>
              </a:defRPr>
            </a:lvl6pPr>
            <a:lvl7pPr algn="l">
              <a:defRPr sz="1425" b="0">
                <a:solidFill>
                  <a:srgbClr val="26343C"/>
                </a:solidFill>
                <a:latin typeface="Noto Sans SC"/>
                <a:ea typeface="Noto Sans SC"/>
                <a:cs typeface="Noto Sans SC"/>
              </a:defRPr>
            </a:lvl7pPr>
            <a:lvl8pPr algn="l">
              <a:defRPr sz="1425" b="0">
                <a:solidFill>
                  <a:srgbClr val="26343C"/>
                </a:solidFill>
                <a:latin typeface="Noto Sans SC"/>
                <a:ea typeface="Noto Sans SC"/>
                <a:cs typeface="Noto Sans SC"/>
              </a:defRPr>
            </a:lvl8pPr>
            <a:lvl9pPr algn="l">
              <a:defRPr sz="1425" b="0">
                <a:solidFill>
                  <a:srgbClr val="26343C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l">
              <a:lnSpc>
                <a:spcPct val="100000"/>
              </a:lnSpc>
              <a:buNone/>
              <a:defRPr sz="1425" b="0">
                <a:solidFill>
                  <a:srgbClr val="26343C"/>
                </a:solidFill>
                <a:latin typeface="Noto Sans SC"/>
                <a:ea typeface="Noto Sans SC"/>
                <a:cs typeface="Noto Sans SC"/>
              </a:defRPr>
            </a:pPr>
            <a:r>
              <a:rPr sz="1425" b="0">
                <a:solidFill>
                  <a:srgbClr val="26343C"/>
                </a:solidFill>
                <a:latin typeface="Noto Sans SC"/>
                <a:ea typeface="Noto Sans SC"/>
                <a:cs typeface="Noto Sans SC"/>
              </a:rPr>
              <a:t>10 张自动接受中有 1 张错楼：4906981→4959323，57 对窗中心仍可局部对齐。</a:t>
            </a: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08F28F03-4082-470D-89C1-EBD0B4469F3D}"/>
              </a:ext>
            </a:extLst>
          </p:cNvPr>
          <p:cNvSpPr>
            <a:spLocks noGrp="1"/>
          </p:cNvSpPr>
          <p:nvPr/>
        </p:nvSpPr>
        <p:spPr>
          <a:xfrm>
            <a:off x="714375" y="4829175"/>
            <a:ext cx="10687050" cy="9525"/>
          </a:xfrm>
          <a:prstGeom prst="rect">
            <a:avLst/>
          </a:prstGeom>
          <a:solidFill>
            <a:srgbClr val="B8C8CC"/>
          </a:solidFill>
          <a:ln w="0">
            <a:noFill/>
            <a:prstDash val="solid"/>
          </a:ln>
        </p:spPr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DF900880-331E-46F3-9299-D3223F994946}"/>
              </a:ext>
            </a:extLst>
          </p:cNvPr>
          <p:cNvSpPr>
            <a:spLocks noGrp="1"/>
          </p:cNvSpPr>
          <p:nvPr/>
        </p:nvSpPr>
        <p:spPr>
          <a:xfrm>
            <a:off x="714375" y="4943475"/>
            <a:ext cx="16954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1650" b="1">
                <a:solidFill>
                  <a:srgbClr val="26343C"/>
                </a:solidFill>
                <a:latin typeface="Noto Sans SC"/>
                <a:ea typeface="Noto Sans SC"/>
                <a:cs typeface="Noto Sans SC"/>
              </a:defRPr>
            </a:defPPr>
            <a:lvl1pPr algn="l">
              <a:defRPr sz="1650" b="1">
                <a:solidFill>
                  <a:srgbClr val="26343C"/>
                </a:solidFill>
                <a:latin typeface="Noto Sans SC"/>
                <a:ea typeface="Noto Sans SC"/>
                <a:cs typeface="Noto Sans SC"/>
              </a:defRPr>
            </a:lvl1pPr>
            <a:lvl2pPr algn="l">
              <a:defRPr sz="1650" b="1">
                <a:solidFill>
                  <a:srgbClr val="26343C"/>
                </a:solidFill>
                <a:latin typeface="Noto Sans SC"/>
                <a:ea typeface="Noto Sans SC"/>
                <a:cs typeface="Noto Sans SC"/>
              </a:defRPr>
            </a:lvl2pPr>
            <a:lvl3pPr algn="l">
              <a:defRPr sz="1650" b="1">
                <a:solidFill>
                  <a:srgbClr val="26343C"/>
                </a:solidFill>
                <a:latin typeface="Noto Sans SC"/>
                <a:ea typeface="Noto Sans SC"/>
                <a:cs typeface="Noto Sans SC"/>
              </a:defRPr>
            </a:lvl3pPr>
            <a:lvl4pPr algn="l">
              <a:defRPr sz="1650" b="1">
                <a:solidFill>
                  <a:srgbClr val="26343C"/>
                </a:solidFill>
                <a:latin typeface="Noto Sans SC"/>
                <a:ea typeface="Noto Sans SC"/>
                <a:cs typeface="Noto Sans SC"/>
              </a:defRPr>
            </a:lvl4pPr>
            <a:lvl5pPr algn="l">
              <a:defRPr sz="1650" b="1">
                <a:solidFill>
                  <a:srgbClr val="26343C"/>
                </a:solidFill>
                <a:latin typeface="Noto Sans SC"/>
                <a:ea typeface="Noto Sans SC"/>
                <a:cs typeface="Noto Sans SC"/>
              </a:defRPr>
            </a:lvl5pPr>
            <a:lvl6pPr algn="l">
              <a:defRPr sz="1650" b="1">
                <a:solidFill>
                  <a:srgbClr val="26343C"/>
                </a:solidFill>
                <a:latin typeface="Noto Sans SC"/>
                <a:ea typeface="Noto Sans SC"/>
                <a:cs typeface="Noto Sans SC"/>
              </a:defRPr>
            </a:lvl6pPr>
            <a:lvl7pPr algn="l">
              <a:defRPr sz="1650" b="1">
                <a:solidFill>
                  <a:srgbClr val="26343C"/>
                </a:solidFill>
                <a:latin typeface="Noto Sans SC"/>
                <a:ea typeface="Noto Sans SC"/>
                <a:cs typeface="Noto Sans SC"/>
              </a:defRPr>
            </a:lvl7pPr>
            <a:lvl8pPr algn="l">
              <a:defRPr sz="1650" b="1">
                <a:solidFill>
                  <a:srgbClr val="26343C"/>
                </a:solidFill>
                <a:latin typeface="Noto Sans SC"/>
                <a:ea typeface="Noto Sans SC"/>
                <a:cs typeface="Noto Sans SC"/>
              </a:defRPr>
            </a:lvl8pPr>
            <a:lvl9pPr algn="l">
              <a:defRPr sz="1650" b="1">
                <a:solidFill>
                  <a:srgbClr val="26343C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l">
              <a:lnSpc>
                <a:spcPct val="100000"/>
              </a:lnSpc>
              <a:buNone/>
              <a:defRPr sz="1650" b="1">
                <a:solidFill>
                  <a:srgbClr val="26343C"/>
                </a:solidFill>
                <a:latin typeface="Noto Sans SC"/>
                <a:ea typeface="Noto Sans SC"/>
                <a:cs typeface="Noto Sans SC"/>
              </a:defRPr>
            </a:pPr>
            <a:r>
              <a:rPr sz="1650" b="1">
                <a:solidFill>
                  <a:srgbClr val="26343C"/>
                </a:solidFill>
                <a:latin typeface="Noto Sans SC"/>
                <a:ea typeface="Noto Sans SC"/>
                <a:cs typeface="Noto Sans SC"/>
              </a:rPr>
              <a:t>结果验证</a:t>
            </a: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CD33E489-BF65-4B0C-8B28-0E5C39E79DF6}"/>
              </a:ext>
            </a:extLst>
          </p:cNvPr>
          <p:cNvSpPr>
            <a:spLocks noGrp="1"/>
          </p:cNvSpPr>
          <p:nvPr/>
        </p:nvSpPr>
        <p:spPr>
          <a:xfrm>
            <a:off x="2457450" y="4943475"/>
            <a:ext cx="89154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1425" b="0">
                <a:solidFill>
                  <a:srgbClr val="26343C"/>
                </a:solidFill>
                <a:latin typeface="Noto Sans SC"/>
                <a:ea typeface="Noto Sans SC"/>
                <a:cs typeface="Noto Sans SC"/>
              </a:defRPr>
            </a:defPPr>
            <a:lvl1pPr algn="l">
              <a:defRPr sz="1425" b="0">
                <a:solidFill>
                  <a:srgbClr val="26343C"/>
                </a:solidFill>
                <a:latin typeface="Noto Sans SC"/>
                <a:ea typeface="Noto Sans SC"/>
                <a:cs typeface="Noto Sans SC"/>
              </a:defRPr>
            </a:lvl1pPr>
            <a:lvl2pPr algn="l">
              <a:defRPr sz="1425" b="0">
                <a:solidFill>
                  <a:srgbClr val="26343C"/>
                </a:solidFill>
                <a:latin typeface="Noto Sans SC"/>
                <a:ea typeface="Noto Sans SC"/>
                <a:cs typeface="Noto Sans SC"/>
              </a:defRPr>
            </a:lvl2pPr>
            <a:lvl3pPr algn="l">
              <a:defRPr sz="1425" b="0">
                <a:solidFill>
                  <a:srgbClr val="26343C"/>
                </a:solidFill>
                <a:latin typeface="Noto Sans SC"/>
                <a:ea typeface="Noto Sans SC"/>
                <a:cs typeface="Noto Sans SC"/>
              </a:defRPr>
            </a:lvl3pPr>
            <a:lvl4pPr algn="l">
              <a:defRPr sz="1425" b="0">
                <a:solidFill>
                  <a:srgbClr val="26343C"/>
                </a:solidFill>
                <a:latin typeface="Noto Sans SC"/>
                <a:ea typeface="Noto Sans SC"/>
                <a:cs typeface="Noto Sans SC"/>
              </a:defRPr>
            </a:lvl4pPr>
            <a:lvl5pPr algn="l">
              <a:defRPr sz="1425" b="0">
                <a:solidFill>
                  <a:srgbClr val="26343C"/>
                </a:solidFill>
                <a:latin typeface="Noto Sans SC"/>
                <a:ea typeface="Noto Sans SC"/>
                <a:cs typeface="Noto Sans SC"/>
              </a:defRPr>
            </a:lvl5pPr>
            <a:lvl6pPr algn="l">
              <a:defRPr sz="1425" b="0">
                <a:solidFill>
                  <a:srgbClr val="26343C"/>
                </a:solidFill>
                <a:latin typeface="Noto Sans SC"/>
                <a:ea typeface="Noto Sans SC"/>
                <a:cs typeface="Noto Sans SC"/>
              </a:defRPr>
            </a:lvl6pPr>
            <a:lvl7pPr algn="l">
              <a:defRPr sz="1425" b="0">
                <a:solidFill>
                  <a:srgbClr val="26343C"/>
                </a:solidFill>
                <a:latin typeface="Noto Sans SC"/>
                <a:ea typeface="Noto Sans SC"/>
                <a:cs typeface="Noto Sans SC"/>
              </a:defRPr>
            </a:lvl7pPr>
            <a:lvl8pPr algn="l">
              <a:defRPr sz="1425" b="0">
                <a:solidFill>
                  <a:srgbClr val="26343C"/>
                </a:solidFill>
                <a:latin typeface="Noto Sans SC"/>
                <a:ea typeface="Noto Sans SC"/>
                <a:cs typeface="Noto Sans SC"/>
              </a:defRPr>
            </a:lvl8pPr>
            <a:lvl9pPr algn="l">
              <a:defRPr sz="1425" b="0">
                <a:solidFill>
                  <a:srgbClr val="26343C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l">
              <a:lnSpc>
                <a:spcPct val="100000"/>
              </a:lnSpc>
              <a:buNone/>
              <a:defRPr sz="1425" b="0">
                <a:solidFill>
                  <a:srgbClr val="26343C"/>
                </a:solidFill>
                <a:latin typeface="Noto Sans SC"/>
                <a:ea typeface="Noto Sans SC"/>
                <a:cs typeface="Noto Sans SC"/>
              </a:defRPr>
            </a:pPr>
            <a:r>
              <a:rPr sz="1425" b="0">
                <a:solidFill>
                  <a:srgbClr val="26343C"/>
                </a:solidFill>
                <a:latin typeface="Noto Sans SC"/>
                <a:ea typeface="Noto Sans SC"/>
                <a:cs typeface="Noto Sans SC"/>
              </a:rPr>
              <a:t>17 张用于调参；缺独立墙面、窗对应和三维坐标真值。</a:t>
            </a:r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441E9760-6482-4F5A-A99B-0658613F56D2}"/>
              </a:ext>
            </a:extLst>
          </p:cNvPr>
          <p:cNvSpPr>
            <a:spLocks noGrp="1"/>
          </p:cNvSpPr>
          <p:nvPr/>
        </p:nvSpPr>
        <p:spPr>
          <a:xfrm>
            <a:off x="714375" y="5857875"/>
            <a:ext cx="10668000" cy="3714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1500" b="1">
                <a:solidFill>
                  <a:srgbClr val="567F8B"/>
                </a:solidFill>
                <a:latin typeface="Noto Sans SC"/>
                <a:ea typeface="Noto Sans SC"/>
                <a:cs typeface="Noto Sans SC"/>
              </a:defRPr>
            </a:defPPr>
            <a:lvl1pPr algn="l">
              <a:defRPr sz="1500" b="1">
                <a:solidFill>
                  <a:srgbClr val="567F8B"/>
                </a:solidFill>
                <a:latin typeface="Noto Sans SC"/>
                <a:ea typeface="Noto Sans SC"/>
                <a:cs typeface="Noto Sans SC"/>
              </a:defRPr>
            </a:lvl1pPr>
            <a:lvl2pPr algn="l">
              <a:defRPr sz="1500" b="1">
                <a:solidFill>
                  <a:srgbClr val="567F8B"/>
                </a:solidFill>
                <a:latin typeface="Noto Sans SC"/>
                <a:ea typeface="Noto Sans SC"/>
                <a:cs typeface="Noto Sans SC"/>
              </a:defRPr>
            </a:lvl2pPr>
            <a:lvl3pPr algn="l">
              <a:defRPr sz="1500" b="1">
                <a:solidFill>
                  <a:srgbClr val="567F8B"/>
                </a:solidFill>
                <a:latin typeface="Noto Sans SC"/>
                <a:ea typeface="Noto Sans SC"/>
                <a:cs typeface="Noto Sans SC"/>
              </a:defRPr>
            </a:lvl3pPr>
            <a:lvl4pPr algn="l">
              <a:defRPr sz="1500" b="1">
                <a:solidFill>
                  <a:srgbClr val="567F8B"/>
                </a:solidFill>
                <a:latin typeface="Noto Sans SC"/>
                <a:ea typeface="Noto Sans SC"/>
                <a:cs typeface="Noto Sans SC"/>
              </a:defRPr>
            </a:lvl4pPr>
            <a:lvl5pPr algn="l">
              <a:defRPr sz="1500" b="1">
                <a:solidFill>
                  <a:srgbClr val="567F8B"/>
                </a:solidFill>
                <a:latin typeface="Noto Sans SC"/>
                <a:ea typeface="Noto Sans SC"/>
                <a:cs typeface="Noto Sans SC"/>
              </a:defRPr>
            </a:lvl5pPr>
            <a:lvl6pPr algn="l">
              <a:defRPr sz="1500" b="1">
                <a:solidFill>
                  <a:srgbClr val="567F8B"/>
                </a:solidFill>
                <a:latin typeface="Noto Sans SC"/>
                <a:ea typeface="Noto Sans SC"/>
                <a:cs typeface="Noto Sans SC"/>
              </a:defRPr>
            </a:lvl6pPr>
            <a:lvl7pPr algn="l">
              <a:defRPr sz="1500" b="1">
                <a:solidFill>
                  <a:srgbClr val="567F8B"/>
                </a:solidFill>
                <a:latin typeface="Noto Sans SC"/>
                <a:ea typeface="Noto Sans SC"/>
                <a:cs typeface="Noto Sans SC"/>
              </a:defRPr>
            </a:lvl7pPr>
            <a:lvl8pPr algn="l">
              <a:defRPr sz="1500" b="1">
                <a:solidFill>
                  <a:srgbClr val="567F8B"/>
                </a:solidFill>
                <a:latin typeface="Noto Sans SC"/>
                <a:ea typeface="Noto Sans SC"/>
                <a:cs typeface="Noto Sans SC"/>
              </a:defRPr>
            </a:lvl8pPr>
            <a:lvl9pPr algn="l">
              <a:defRPr sz="1500" b="1">
                <a:solidFill>
                  <a:srgbClr val="567F8B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l">
              <a:lnSpc>
                <a:spcPct val="100000"/>
              </a:lnSpc>
              <a:buNone/>
              <a:defRPr sz="1500" b="1">
                <a:solidFill>
                  <a:srgbClr val="567F8B"/>
                </a:solidFill>
                <a:latin typeface="Noto Sans SC"/>
                <a:ea typeface="Noto Sans SC"/>
                <a:cs typeface="Noto Sans SC"/>
              </a:defRPr>
            </a:pPr>
            <a:r>
              <a:rPr sz="1500" b="1">
                <a:solidFill>
                  <a:srgbClr val="567F8B"/>
                </a:solidFill>
                <a:latin typeface="Noto Sans SC"/>
                <a:ea typeface="Noto Sans SC"/>
                <a:cs typeface="Noto Sans SC"/>
              </a:rPr>
              <a:t>下一步按顺序验证：候选召回  →  错配拒绝  →  独立墙面与投影误差。</a:t>
            </a:r>
          </a:p>
        </p:txBody>
      </p:sp>
      <p:sp>
        <p:nvSpPr>
          <p:cNvPr id="30" name="文本框 29">
            <a:extLst>
              <a:ext uri="{FF2B5EF4-FFF2-40B4-BE49-F238E27FC236}">
                <a16:creationId xmlns:a16="http://schemas.microsoft.com/office/drawing/2014/main" id="{2EFE3DBC-3F41-4219-235A-0C72B5071BC5}"/>
              </a:ext>
            </a:extLst>
          </p:cNvPr>
          <p:cNvSpPr txBox="1"/>
          <p:nvPr/>
        </p:nvSpPr>
        <p:spPr>
          <a:xfrm>
            <a:off x="11163300" y="6515100"/>
            <a:ext cx="419100" cy="161583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r"/>
            <a:r>
              <a:rPr lang="en-US" altLang="zh-CN" sz="1050">
                <a:solidFill>
                  <a:srgbClr val="567F8B"/>
                </a:solidFill>
                <a:latin typeface="Georgia" panose="02040502050405020303" pitchFamily="18" charset="0"/>
              </a:rPr>
              <a:t>14</a:t>
            </a:r>
            <a:endParaRPr lang="zh-CN" altLang="en-US" sz="1050">
              <a:solidFill>
                <a:srgbClr val="567F8B"/>
              </a:solidFill>
              <a:latin typeface="Georgia" panose="02040502050405020303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1061391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矩形 20">
            <a:extLst>
              <a:ext uri="{FF2B5EF4-FFF2-40B4-BE49-F238E27FC236}">
                <a16:creationId xmlns:a16="http://schemas.microsoft.com/office/drawing/2014/main" id="{82004992-DC72-400E-8B84-43C79EC859C1}"/>
              </a:ext>
            </a:extLst>
          </p:cNvPr>
          <p:cNvSpPr>
            <a:spLocks noGrp="1"/>
          </p:cNvSpPr>
          <p:nvPr/>
        </p:nvSpPr>
        <p:spPr>
          <a:xfrm>
            <a:off x="361950" y="219075"/>
            <a:ext cx="10382250" cy="2952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725" b="1">
                <a:solidFill>
                  <a:srgbClr val="26343C"/>
                </a:solidFill>
                <a:latin typeface="Noto Sans SC"/>
                <a:ea typeface="Noto Sans SC"/>
                <a:cs typeface="Noto Sans SC"/>
              </a:defRPr>
            </a:defPPr>
            <a:lvl1pPr algn="l">
              <a:defRPr sz="1725" b="1">
                <a:solidFill>
                  <a:srgbClr val="26343C"/>
                </a:solidFill>
                <a:latin typeface="Noto Sans SC"/>
                <a:ea typeface="Noto Sans SC"/>
                <a:cs typeface="Noto Sans SC"/>
              </a:defRPr>
            </a:lvl1pPr>
            <a:lvl2pPr algn="l">
              <a:defRPr sz="1725" b="1">
                <a:solidFill>
                  <a:srgbClr val="26343C"/>
                </a:solidFill>
                <a:latin typeface="Noto Sans SC"/>
                <a:ea typeface="Noto Sans SC"/>
                <a:cs typeface="Noto Sans SC"/>
              </a:defRPr>
            </a:lvl2pPr>
            <a:lvl3pPr algn="l">
              <a:defRPr sz="1725" b="1">
                <a:solidFill>
                  <a:srgbClr val="26343C"/>
                </a:solidFill>
                <a:latin typeface="Noto Sans SC"/>
                <a:ea typeface="Noto Sans SC"/>
                <a:cs typeface="Noto Sans SC"/>
              </a:defRPr>
            </a:lvl3pPr>
            <a:lvl4pPr algn="l">
              <a:defRPr sz="1725" b="1">
                <a:solidFill>
                  <a:srgbClr val="26343C"/>
                </a:solidFill>
                <a:latin typeface="Noto Sans SC"/>
                <a:ea typeface="Noto Sans SC"/>
                <a:cs typeface="Noto Sans SC"/>
              </a:defRPr>
            </a:lvl4pPr>
            <a:lvl5pPr algn="l">
              <a:defRPr sz="1725" b="1">
                <a:solidFill>
                  <a:srgbClr val="26343C"/>
                </a:solidFill>
                <a:latin typeface="Noto Sans SC"/>
                <a:ea typeface="Noto Sans SC"/>
                <a:cs typeface="Noto Sans SC"/>
              </a:defRPr>
            </a:lvl5pPr>
            <a:lvl6pPr algn="l">
              <a:defRPr sz="1725" b="1">
                <a:solidFill>
                  <a:srgbClr val="26343C"/>
                </a:solidFill>
                <a:latin typeface="Noto Sans SC"/>
                <a:ea typeface="Noto Sans SC"/>
                <a:cs typeface="Noto Sans SC"/>
              </a:defRPr>
            </a:lvl6pPr>
            <a:lvl7pPr algn="l">
              <a:defRPr sz="1725" b="1">
                <a:solidFill>
                  <a:srgbClr val="26343C"/>
                </a:solidFill>
                <a:latin typeface="Noto Sans SC"/>
                <a:ea typeface="Noto Sans SC"/>
                <a:cs typeface="Noto Sans SC"/>
              </a:defRPr>
            </a:lvl7pPr>
            <a:lvl8pPr algn="l">
              <a:defRPr sz="1725" b="1">
                <a:solidFill>
                  <a:srgbClr val="26343C"/>
                </a:solidFill>
                <a:latin typeface="Noto Sans SC"/>
                <a:ea typeface="Noto Sans SC"/>
                <a:cs typeface="Noto Sans SC"/>
              </a:defRPr>
            </a:lvl8pPr>
            <a:lvl9pPr algn="l">
              <a:defRPr sz="1725" b="1">
                <a:solidFill>
                  <a:srgbClr val="26343C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l">
              <a:lnSpc>
                <a:spcPct val="100000"/>
              </a:lnSpc>
              <a:buNone/>
              <a:defRPr sz="1725" b="1">
                <a:solidFill>
                  <a:srgbClr val="26343C"/>
                </a:solidFill>
                <a:latin typeface="Noto Sans SC"/>
                <a:ea typeface="Noto Sans SC"/>
                <a:cs typeface="Noto Sans SC"/>
              </a:defRPr>
            </a:pPr>
            <a:r>
              <a:rPr sz="1725" b="1">
                <a:solidFill>
                  <a:srgbClr val="26343C"/>
                </a:solidFill>
                <a:latin typeface="Noto Sans SC"/>
                <a:ea typeface="Noto Sans SC"/>
                <a:cs typeface="Noto Sans SC"/>
              </a:rPr>
              <a:t>12  /  下一阶段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DE31EA0E-FA8D-4BF8-B3F7-18225976B759}"/>
              </a:ext>
            </a:extLst>
          </p:cNvPr>
          <p:cNvSpPr>
            <a:spLocks noGrp="1"/>
          </p:cNvSpPr>
          <p:nvPr/>
        </p:nvSpPr>
        <p:spPr>
          <a:xfrm>
            <a:off x="361950" y="609600"/>
            <a:ext cx="11468100" cy="66675"/>
          </a:xfrm>
          <a:prstGeom prst="rect">
            <a:avLst/>
          </a:prstGeom>
          <a:solidFill>
            <a:srgbClr val="A9BCC2"/>
          </a:solidFill>
          <a:ln w="0">
            <a:noFill/>
            <a:prstDash val="solid"/>
          </a:ln>
        </p:spPr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1CBE582F-FD45-43D5-959B-9A12238702C3}"/>
              </a:ext>
            </a:extLst>
          </p:cNvPr>
          <p:cNvSpPr>
            <a:spLocks noGrp="1"/>
          </p:cNvSpPr>
          <p:nvPr/>
        </p:nvSpPr>
        <p:spPr>
          <a:xfrm>
            <a:off x="609600" y="866775"/>
            <a:ext cx="10972800" cy="5429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775" b="1">
                <a:solidFill>
                  <a:srgbClr val="26343C"/>
                </a:solidFill>
                <a:latin typeface="Noto Sans SC"/>
                <a:ea typeface="Noto Sans SC"/>
                <a:cs typeface="Noto Sans SC"/>
              </a:defRPr>
            </a:defPPr>
            <a:lvl1pPr algn="l">
              <a:defRPr sz="2775" b="1">
                <a:solidFill>
                  <a:srgbClr val="26343C"/>
                </a:solidFill>
                <a:latin typeface="Noto Sans SC"/>
                <a:ea typeface="Noto Sans SC"/>
                <a:cs typeface="Noto Sans SC"/>
              </a:defRPr>
            </a:lvl1pPr>
            <a:lvl2pPr algn="l">
              <a:defRPr sz="2775" b="1">
                <a:solidFill>
                  <a:srgbClr val="26343C"/>
                </a:solidFill>
                <a:latin typeface="Noto Sans SC"/>
                <a:ea typeface="Noto Sans SC"/>
                <a:cs typeface="Noto Sans SC"/>
              </a:defRPr>
            </a:lvl2pPr>
            <a:lvl3pPr algn="l">
              <a:defRPr sz="2775" b="1">
                <a:solidFill>
                  <a:srgbClr val="26343C"/>
                </a:solidFill>
                <a:latin typeface="Noto Sans SC"/>
                <a:ea typeface="Noto Sans SC"/>
                <a:cs typeface="Noto Sans SC"/>
              </a:defRPr>
            </a:lvl3pPr>
            <a:lvl4pPr algn="l">
              <a:defRPr sz="2775" b="1">
                <a:solidFill>
                  <a:srgbClr val="26343C"/>
                </a:solidFill>
                <a:latin typeface="Noto Sans SC"/>
                <a:ea typeface="Noto Sans SC"/>
                <a:cs typeface="Noto Sans SC"/>
              </a:defRPr>
            </a:lvl4pPr>
            <a:lvl5pPr algn="l">
              <a:defRPr sz="2775" b="1">
                <a:solidFill>
                  <a:srgbClr val="26343C"/>
                </a:solidFill>
                <a:latin typeface="Noto Sans SC"/>
                <a:ea typeface="Noto Sans SC"/>
                <a:cs typeface="Noto Sans SC"/>
              </a:defRPr>
            </a:lvl5pPr>
            <a:lvl6pPr algn="l">
              <a:defRPr sz="2775" b="1">
                <a:solidFill>
                  <a:srgbClr val="26343C"/>
                </a:solidFill>
                <a:latin typeface="Noto Sans SC"/>
                <a:ea typeface="Noto Sans SC"/>
                <a:cs typeface="Noto Sans SC"/>
              </a:defRPr>
            </a:lvl6pPr>
            <a:lvl7pPr algn="l">
              <a:defRPr sz="2775" b="1">
                <a:solidFill>
                  <a:srgbClr val="26343C"/>
                </a:solidFill>
                <a:latin typeface="Noto Sans SC"/>
                <a:ea typeface="Noto Sans SC"/>
                <a:cs typeface="Noto Sans SC"/>
              </a:defRPr>
            </a:lvl7pPr>
            <a:lvl8pPr algn="l">
              <a:defRPr sz="2775" b="1">
                <a:solidFill>
                  <a:srgbClr val="26343C"/>
                </a:solidFill>
                <a:latin typeface="Noto Sans SC"/>
                <a:ea typeface="Noto Sans SC"/>
                <a:cs typeface="Noto Sans SC"/>
              </a:defRPr>
            </a:lvl8pPr>
            <a:lvl9pPr algn="l">
              <a:defRPr sz="2775" b="1">
                <a:solidFill>
                  <a:srgbClr val="26343C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l">
              <a:lnSpc>
                <a:spcPct val="100000"/>
              </a:lnSpc>
              <a:buNone/>
              <a:defRPr sz="2775" b="1">
                <a:solidFill>
                  <a:srgbClr val="26343C"/>
                </a:solidFill>
                <a:latin typeface="Noto Sans SC"/>
                <a:ea typeface="Noto Sans SC"/>
                <a:cs typeface="Noto Sans SC"/>
              </a:defRPr>
            </a:pPr>
            <a:r>
              <a:rPr sz="2775" b="1">
                <a:solidFill>
                  <a:srgbClr val="26343C"/>
                </a:solidFill>
                <a:latin typeface="Noto Sans SC"/>
                <a:ea typeface="Noto Sans SC"/>
                <a:cs typeface="Noto Sans SC"/>
              </a:rPr>
              <a:t>建立 LoD1 建筑检索的独立实验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F4A065F5-2BEC-4014-AA06-91F8C790EFE1}"/>
              </a:ext>
            </a:extLst>
          </p:cNvPr>
          <p:cNvSpPr>
            <a:spLocks noGrp="1"/>
          </p:cNvSpPr>
          <p:nvPr/>
        </p:nvSpPr>
        <p:spPr>
          <a:xfrm>
            <a:off x="628650" y="1438275"/>
            <a:ext cx="108966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275" b="0">
                <a:solidFill>
                  <a:srgbClr val="5F7078"/>
                </a:solidFill>
                <a:latin typeface="Noto Sans SC"/>
                <a:ea typeface="Noto Sans SC"/>
                <a:cs typeface="Noto Sans SC"/>
              </a:defRPr>
            </a:defPPr>
            <a:lvl1pPr algn="l">
              <a:defRPr sz="1275" b="0">
                <a:solidFill>
                  <a:srgbClr val="5F7078"/>
                </a:solidFill>
                <a:latin typeface="Noto Sans SC"/>
                <a:ea typeface="Noto Sans SC"/>
                <a:cs typeface="Noto Sans SC"/>
              </a:defRPr>
            </a:lvl1pPr>
            <a:lvl2pPr algn="l">
              <a:defRPr sz="1275" b="0">
                <a:solidFill>
                  <a:srgbClr val="5F7078"/>
                </a:solidFill>
                <a:latin typeface="Noto Sans SC"/>
                <a:ea typeface="Noto Sans SC"/>
                <a:cs typeface="Noto Sans SC"/>
              </a:defRPr>
            </a:lvl2pPr>
            <a:lvl3pPr algn="l">
              <a:defRPr sz="1275" b="0">
                <a:solidFill>
                  <a:srgbClr val="5F7078"/>
                </a:solidFill>
                <a:latin typeface="Noto Sans SC"/>
                <a:ea typeface="Noto Sans SC"/>
                <a:cs typeface="Noto Sans SC"/>
              </a:defRPr>
            </a:lvl3pPr>
            <a:lvl4pPr algn="l">
              <a:defRPr sz="1275" b="0">
                <a:solidFill>
                  <a:srgbClr val="5F7078"/>
                </a:solidFill>
                <a:latin typeface="Noto Sans SC"/>
                <a:ea typeface="Noto Sans SC"/>
                <a:cs typeface="Noto Sans SC"/>
              </a:defRPr>
            </a:lvl4pPr>
            <a:lvl5pPr algn="l">
              <a:defRPr sz="1275" b="0">
                <a:solidFill>
                  <a:srgbClr val="5F7078"/>
                </a:solidFill>
                <a:latin typeface="Noto Sans SC"/>
                <a:ea typeface="Noto Sans SC"/>
                <a:cs typeface="Noto Sans SC"/>
              </a:defRPr>
            </a:lvl5pPr>
            <a:lvl6pPr algn="l">
              <a:defRPr sz="1275" b="0">
                <a:solidFill>
                  <a:srgbClr val="5F7078"/>
                </a:solidFill>
                <a:latin typeface="Noto Sans SC"/>
                <a:ea typeface="Noto Sans SC"/>
                <a:cs typeface="Noto Sans SC"/>
              </a:defRPr>
            </a:lvl6pPr>
            <a:lvl7pPr algn="l">
              <a:defRPr sz="1275" b="0">
                <a:solidFill>
                  <a:srgbClr val="5F7078"/>
                </a:solidFill>
                <a:latin typeface="Noto Sans SC"/>
                <a:ea typeface="Noto Sans SC"/>
                <a:cs typeface="Noto Sans SC"/>
              </a:defRPr>
            </a:lvl7pPr>
            <a:lvl8pPr algn="l">
              <a:defRPr sz="1275" b="0">
                <a:solidFill>
                  <a:srgbClr val="5F7078"/>
                </a:solidFill>
                <a:latin typeface="Noto Sans SC"/>
                <a:ea typeface="Noto Sans SC"/>
                <a:cs typeface="Noto Sans SC"/>
              </a:defRPr>
            </a:lvl8pPr>
            <a:lvl9pPr algn="l">
              <a:defRPr sz="1275" b="0">
                <a:solidFill>
                  <a:srgbClr val="5F7078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l">
              <a:lnSpc>
                <a:spcPct val="100000"/>
              </a:lnSpc>
              <a:buNone/>
              <a:defRPr sz="1275" b="0">
                <a:solidFill>
                  <a:srgbClr val="5F7078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0">
                <a:solidFill>
                  <a:srgbClr val="5F7078"/>
                </a:solidFill>
                <a:latin typeface="Noto Sans SC"/>
                <a:ea typeface="Noto Sans SC"/>
                <a:cs typeface="Noto Sans SC"/>
              </a:rPr>
              <a:t>以现有 LoD3 预实验为基础，补齐开题目标所需的数据和评价。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5848F902-DEDF-4620-858A-2A874657DA5B}"/>
              </a:ext>
            </a:extLst>
          </p:cNvPr>
          <p:cNvSpPr>
            <a:spLocks noGrp="1"/>
          </p:cNvSpPr>
          <p:nvPr/>
        </p:nvSpPr>
        <p:spPr>
          <a:xfrm>
            <a:off x="11163300" y="6515100"/>
            <a:ext cx="409575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r">
              <a:defRPr sz="1050" b="0">
                <a:solidFill>
                  <a:srgbClr val="567F8B"/>
                </a:solidFill>
                <a:latin typeface="Georgia"/>
                <a:ea typeface="Georgia"/>
                <a:cs typeface="Georgia"/>
              </a:defRPr>
            </a:defPPr>
            <a:lvl1pPr algn="r">
              <a:defRPr sz="1050" b="0">
                <a:solidFill>
                  <a:srgbClr val="567F8B"/>
                </a:solidFill>
                <a:latin typeface="Georgia"/>
                <a:ea typeface="Georgia"/>
                <a:cs typeface="Georgia"/>
              </a:defRPr>
            </a:lvl1pPr>
            <a:lvl2pPr algn="r">
              <a:defRPr sz="1050" b="0">
                <a:solidFill>
                  <a:srgbClr val="567F8B"/>
                </a:solidFill>
                <a:latin typeface="Georgia"/>
                <a:ea typeface="Georgia"/>
                <a:cs typeface="Georgia"/>
              </a:defRPr>
            </a:lvl2pPr>
            <a:lvl3pPr algn="r">
              <a:defRPr sz="1050" b="0">
                <a:solidFill>
                  <a:srgbClr val="567F8B"/>
                </a:solidFill>
                <a:latin typeface="Georgia"/>
                <a:ea typeface="Georgia"/>
                <a:cs typeface="Georgia"/>
              </a:defRPr>
            </a:lvl3pPr>
            <a:lvl4pPr algn="r">
              <a:defRPr sz="1050" b="0">
                <a:solidFill>
                  <a:srgbClr val="567F8B"/>
                </a:solidFill>
                <a:latin typeface="Georgia"/>
                <a:ea typeface="Georgia"/>
                <a:cs typeface="Georgia"/>
              </a:defRPr>
            </a:lvl4pPr>
            <a:lvl5pPr algn="r">
              <a:defRPr sz="1050" b="0">
                <a:solidFill>
                  <a:srgbClr val="567F8B"/>
                </a:solidFill>
                <a:latin typeface="Georgia"/>
                <a:ea typeface="Georgia"/>
                <a:cs typeface="Georgia"/>
              </a:defRPr>
            </a:lvl5pPr>
            <a:lvl6pPr algn="r">
              <a:defRPr sz="1050" b="0">
                <a:solidFill>
                  <a:srgbClr val="567F8B"/>
                </a:solidFill>
                <a:latin typeface="Georgia"/>
                <a:ea typeface="Georgia"/>
                <a:cs typeface="Georgia"/>
              </a:defRPr>
            </a:lvl6pPr>
            <a:lvl7pPr algn="r">
              <a:defRPr sz="1050" b="0">
                <a:solidFill>
                  <a:srgbClr val="567F8B"/>
                </a:solidFill>
                <a:latin typeface="Georgia"/>
                <a:ea typeface="Georgia"/>
                <a:cs typeface="Georgia"/>
              </a:defRPr>
            </a:lvl7pPr>
            <a:lvl8pPr algn="r">
              <a:defRPr sz="1050" b="0">
                <a:solidFill>
                  <a:srgbClr val="567F8B"/>
                </a:solidFill>
                <a:latin typeface="Georgia"/>
                <a:ea typeface="Georgia"/>
                <a:cs typeface="Georgia"/>
              </a:defRPr>
            </a:lvl8pPr>
            <a:lvl9pPr algn="r">
              <a:defRPr sz="1050" b="0">
                <a:solidFill>
                  <a:srgbClr val="567F8B"/>
                </a:solidFill>
                <a:latin typeface="Georgia"/>
                <a:ea typeface="Georgia"/>
                <a:cs typeface="Georgia"/>
              </a:defRPr>
            </a:lvl9pPr>
          </a:lstStyle>
          <a:p>
            <a:pPr algn="r">
              <a:lnSpc>
                <a:spcPct val="100000"/>
              </a:lnSpc>
              <a:buNone/>
              <a:defRPr sz="1050" b="0">
                <a:solidFill>
                  <a:srgbClr val="567F8B"/>
                </a:solidFill>
                <a:latin typeface="Georgia"/>
                <a:ea typeface="Georgia"/>
                <a:cs typeface="Georgia"/>
              </a:defRPr>
            </a:pPr>
            <a:r>
              <a:rPr lang="en-US" altLang="zh-CN" sz="1050" b="0">
                <a:solidFill>
                  <a:srgbClr val="567F8B"/>
                </a:solidFill>
                <a:latin typeface="Georgia"/>
                <a:ea typeface="Georgia"/>
                <a:cs typeface="Georgia"/>
              </a:rPr>
              <a:t>15</a:t>
            </a:r>
            <a:endParaRPr sz="1050" b="0">
              <a:solidFill>
                <a:srgbClr val="567F8B"/>
              </a:solidFill>
              <a:latin typeface="Georgia"/>
              <a:ea typeface="Georgia"/>
              <a:cs typeface="Georgia"/>
            </a:endParaRP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8C0F491A-5AFB-4730-B17C-E9937469D120}"/>
              </a:ext>
            </a:extLst>
          </p:cNvPr>
          <p:cNvSpPr>
            <a:spLocks noGrp="1"/>
          </p:cNvSpPr>
          <p:nvPr/>
        </p:nvSpPr>
        <p:spPr>
          <a:xfrm>
            <a:off x="847725" y="2571750"/>
            <a:ext cx="695325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550" b="0">
                <a:solidFill>
                  <a:srgbClr val="567F8B"/>
                </a:solidFill>
                <a:latin typeface="Georgia"/>
                <a:ea typeface="Georgia"/>
                <a:cs typeface="Georgia"/>
              </a:defRPr>
            </a:defPPr>
            <a:lvl1pPr algn="l">
              <a:defRPr sz="2550" b="0">
                <a:solidFill>
                  <a:srgbClr val="567F8B"/>
                </a:solidFill>
                <a:latin typeface="Georgia"/>
                <a:ea typeface="Georgia"/>
                <a:cs typeface="Georgia"/>
              </a:defRPr>
            </a:lvl1pPr>
            <a:lvl2pPr algn="l">
              <a:defRPr sz="2550" b="0">
                <a:solidFill>
                  <a:srgbClr val="567F8B"/>
                </a:solidFill>
                <a:latin typeface="Georgia"/>
                <a:ea typeface="Georgia"/>
                <a:cs typeface="Georgia"/>
              </a:defRPr>
            </a:lvl2pPr>
            <a:lvl3pPr algn="l">
              <a:defRPr sz="2550" b="0">
                <a:solidFill>
                  <a:srgbClr val="567F8B"/>
                </a:solidFill>
                <a:latin typeface="Georgia"/>
                <a:ea typeface="Georgia"/>
                <a:cs typeface="Georgia"/>
              </a:defRPr>
            </a:lvl3pPr>
            <a:lvl4pPr algn="l">
              <a:defRPr sz="2550" b="0">
                <a:solidFill>
                  <a:srgbClr val="567F8B"/>
                </a:solidFill>
                <a:latin typeface="Georgia"/>
                <a:ea typeface="Georgia"/>
                <a:cs typeface="Georgia"/>
              </a:defRPr>
            </a:lvl4pPr>
            <a:lvl5pPr algn="l">
              <a:defRPr sz="2550" b="0">
                <a:solidFill>
                  <a:srgbClr val="567F8B"/>
                </a:solidFill>
                <a:latin typeface="Georgia"/>
                <a:ea typeface="Georgia"/>
                <a:cs typeface="Georgia"/>
              </a:defRPr>
            </a:lvl5pPr>
            <a:lvl6pPr algn="l">
              <a:defRPr sz="2550" b="0">
                <a:solidFill>
                  <a:srgbClr val="567F8B"/>
                </a:solidFill>
                <a:latin typeface="Georgia"/>
                <a:ea typeface="Georgia"/>
                <a:cs typeface="Georgia"/>
              </a:defRPr>
            </a:lvl6pPr>
            <a:lvl7pPr algn="l">
              <a:defRPr sz="2550" b="0">
                <a:solidFill>
                  <a:srgbClr val="567F8B"/>
                </a:solidFill>
                <a:latin typeface="Georgia"/>
                <a:ea typeface="Georgia"/>
                <a:cs typeface="Georgia"/>
              </a:defRPr>
            </a:lvl7pPr>
            <a:lvl8pPr algn="l">
              <a:defRPr sz="2550" b="0">
                <a:solidFill>
                  <a:srgbClr val="567F8B"/>
                </a:solidFill>
                <a:latin typeface="Georgia"/>
                <a:ea typeface="Georgia"/>
                <a:cs typeface="Georgia"/>
              </a:defRPr>
            </a:lvl8pPr>
            <a:lvl9pPr algn="l">
              <a:defRPr sz="2550" b="0">
                <a:solidFill>
                  <a:srgbClr val="567F8B"/>
                </a:solidFill>
                <a:latin typeface="Georgia"/>
                <a:ea typeface="Georgia"/>
                <a:cs typeface="Georgia"/>
              </a:defRPr>
            </a:lvl9pPr>
          </a:lstStyle>
          <a:p>
            <a:pPr algn="l">
              <a:lnSpc>
                <a:spcPct val="100000"/>
              </a:lnSpc>
              <a:buNone/>
              <a:defRPr sz="2550" b="0">
                <a:solidFill>
                  <a:srgbClr val="567F8B"/>
                </a:solidFill>
                <a:latin typeface="Georgia"/>
                <a:ea typeface="Georgia"/>
                <a:cs typeface="Georgia"/>
              </a:defRPr>
            </a:pPr>
            <a:r>
              <a:rPr sz="2550" b="0">
                <a:solidFill>
                  <a:srgbClr val="567F8B"/>
                </a:solidFill>
                <a:latin typeface="Georgia"/>
                <a:ea typeface="Georgia"/>
                <a:cs typeface="Georgia"/>
              </a:rPr>
              <a:t>01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BCCD1D46-5B17-4F29-8C20-8AE88554C8E7}"/>
              </a:ext>
            </a:extLst>
          </p:cNvPr>
          <p:cNvSpPr>
            <a:spLocks noGrp="1"/>
          </p:cNvSpPr>
          <p:nvPr/>
        </p:nvSpPr>
        <p:spPr>
          <a:xfrm>
            <a:off x="1571625" y="2600325"/>
            <a:ext cx="2667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650" b="1">
                <a:solidFill>
                  <a:srgbClr val="26343C"/>
                </a:solidFill>
                <a:latin typeface="Noto Sans SC"/>
                <a:ea typeface="Noto Sans SC"/>
                <a:cs typeface="Noto Sans SC"/>
              </a:defRPr>
            </a:defPPr>
            <a:lvl1pPr algn="l">
              <a:defRPr sz="1650" b="1">
                <a:solidFill>
                  <a:srgbClr val="26343C"/>
                </a:solidFill>
                <a:latin typeface="Noto Sans SC"/>
                <a:ea typeface="Noto Sans SC"/>
                <a:cs typeface="Noto Sans SC"/>
              </a:defRPr>
            </a:lvl1pPr>
            <a:lvl2pPr algn="l">
              <a:defRPr sz="1650" b="1">
                <a:solidFill>
                  <a:srgbClr val="26343C"/>
                </a:solidFill>
                <a:latin typeface="Noto Sans SC"/>
                <a:ea typeface="Noto Sans SC"/>
                <a:cs typeface="Noto Sans SC"/>
              </a:defRPr>
            </a:lvl2pPr>
            <a:lvl3pPr algn="l">
              <a:defRPr sz="1650" b="1">
                <a:solidFill>
                  <a:srgbClr val="26343C"/>
                </a:solidFill>
                <a:latin typeface="Noto Sans SC"/>
                <a:ea typeface="Noto Sans SC"/>
                <a:cs typeface="Noto Sans SC"/>
              </a:defRPr>
            </a:lvl3pPr>
            <a:lvl4pPr algn="l">
              <a:defRPr sz="1650" b="1">
                <a:solidFill>
                  <a:srgbClr val="26343C"/>
                </a:solidFill>
                <a:latin typeface="Noto Sans SC"/>
                <a:ea typeface="Noto Sans SC"/>
                <a:cs typeface="Noto Sans SC"/>
              </a:defRPr>
            </a:lvl4pPr>
            <a:lvl5pPr algn="l">
              <a:defRPr sz="1650" b="1">
                <a:solidFill>
                  <a:srgbClr val="26343C"/>
                </a:solidFill>
                <a:latin typeface="Noto Sans SC"/>
                <a:ea typeface="Noto Sans SC"/>
                <a:cs typeface="Noto Sans SC"/>
              </a:defRPr>
            </a:lvl5pPr>
            <a:lvl6pPr algn="l">
              <a:defRPr sz="1650" b="1">
                <a:solidFill>
                  <a:srgbClr val="26343C"/>
                </a:solidFill>
                <a:latin typeface="Noto Sans SC"/>
                <a:ea typeface="Noto Sans SC"/>
                <a:cs typeface="Noto Sans SC"/>
              </a:defRPr>
            </a:lvl6pPr>
            <a:lvl7pPr algn="l">
              <a:defRPr sz="1650" b="1">
                <a:solidFill>
                  <a:srgbClr val="26343C"/>
                </a:solidFill>
                <a:latin typeface="Noto Sans SC"/>
                <a:ea typeface="Noto Sans SC"/>
                <a:cs typeface="Noto Sans SC"/>
              </a:defRPr>
            </a:lvl7pPr>
            <a:lvl8pPr algn="l">
              <a:defRPr sz="1650" b="1">
                <a:solidFill>
                  <a:srgbClr val="26343C"/>
                </a:solidFill>
                <a:latin typeface="Noto Sans SC"/>
                <a:ea typeface="Noto Sans SC"/>
                <a:cs typeface="Noto Sans SC"/>
              </a:defRPr>
            </a:lvl8pPr>
            <a:lvl9pPr algn="l">
              <a:defRPr sz="1650" b="1">
                <a:solidFill>
                  <a:srgbClr val="26343C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l">
              <a:lnSpc>
                <a:spcPct val="100000"/>
              </a:lnSpc>
              <a:buNone/>
              <a:defRPr sz="1650" b="1">
                <a:solidFill>
                  <a:srgbClr val="26343C"/>
                </a:solidFill>
                <a:latin typeface="Noto Sans SC"/>
                <a:ea typeface="Noto Sans SC"/>
                <a:cs typeface="Noto Sans SC"/>
              </a:defRPr>
            </a:pPr>
            <a:r>
              <a:rPr sz="1650" b="1">
                <a:solidFill>
                  <a:srgbClr val="26343C"/>
                </a:solidFill>
                <a:latin typeface="Noto Sans SC"/>
                <a:ea typeface="Noto Sans SC"/>
                <a:cs typeface="Noto Sans SC"/>
              </a:rPr>
              <a:t>补齐实验数据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18699C17-CB16-432F-914D-BF56410B2BF3}"/>
              </a:ext>
            </a:extLst>
          </p:cNvPr>
          <p:cNvSpPr>
            <a:spLocks noGrp="1"/>
          </p:cNvSpPr>
          <p:nvPr/>
        </p:nvSpPr>
        <p:spPr>
          <a:xfrm>
            <a:off x="4162425" y="2609850"/>
            <a:ext cx="7477125" cy="647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425" b="0">
                <a:solidFill>
                  <a:srgbClr val="5F7078"/>
                </a:solidFill>
                <a:latin typeface="Noto Sans SC"/>
                <a:ea typeface="Noto Sans SC"/>
                <a:cs typeface="Noto Sans SC"/>
              </a:defRPr>
            </a:defPPr>
            <a:lvl1pPr algn="l">
              <a:defRPr sz="1425" b="0">
                <a:solidFill>
                  <a:srgbClr val="5F7078"/>
                </a:solidFill>
                <a:latin typeface="Noto Sans SC"/>
                <a:ea typeface="Noto Sans SC"/>
                <a:cs typeface="Noto Sans SC"/>
              </a:defRPr>
            </a:lvl1pPr>
            <a:lvl2pPr algn="l">
              <a:defRPr sz="1425" b="0">
                <a:solidFill>
                  <a:srgbClr val="5F7078"/>
                </a:solidFill>
                <a:latin typeface="Noto Sans SC"/>
                <a:ea typeface="Noto Sans SC"/>
                <a:cs typeface="Noto Sans SC"/>
              </a:defRPr>
            </a:lvl2pPr>
            <a:lvl3pPr algn="l">
              <a:defRPr sz="1425" b="0">
                <a:solidFill>
                  <a:srgbClr val="5F7078"/>
                </a:solidFill>
                <a:latin typeface="Noto Sans SC"/>
                <a:ea typeface="Noto Sans SC"/>
                <a:cs typeface="Noto Sans SC"/>
              </a:defRPr>
            </a:lvl3pPr>
            <a:lvl4pPr algn="l">
              <a:defRPr sz="1425" b="0">
                <a:solidFill>
                  <a:srgbClr val="5F7078"/>
                </a:solidFill>
                <a:latin typeface="Noto Sans SC"/>
                <a:ea typeface="Noto Sans SC"/>
                <a:cs typeface="Noto Sans SC"/>
              </a:defRPr>
            </a:lvl4pPr>
            <a:lvl5pPr algn="l">
              <a:defRPr sz="1425" b="0">
                <a:solidFill>
                  <a:srgbClr val="5F7078"/>
                </a:solidFill>
                <a:latin typeface="Noto Sans SC"/>
                <a:ea typeface="Noto Sans SC"/>
                <a:cs typeface="Noto Sans SC"/>
              </a:defRPr>
            </a:lvl5pPr>
            <a:lvl6pPr algn="l">
              <a:defRPr sz="1425" b="0">
                <a:solidFill>
                  <a:srgbClr val="5F7078"/>
                </a:solidFill>
                <a:latin typeface="Noto Sans SC"/>
                <a:ea typeface="Noto Sans SC"/>
                <a:cs typeface="Noto Sans SC"/>
              </a:defRPr>
            </a:lvl6pPr>
            <a:lvl7pPr algn="l">
              <a:defRPr sz="1425" b="0">
                <a:solidFill>
                  <a:srgbClr val="5F7078"/>
                </a:solidFill>
                <a:latin typeface="Noto Sans SC"/>
                <a:ea typeface="Noto Sans SC"/>
                <a:cs typeface="Noto Sans SC"/>
              </a:defRPr>
            </a:lvl7pPr>
            <a:lvl8pPr algn="l">
              <a:defRPr sz="1425" b="0">
                <a:solidFill>
                  <a:srgbClr val="5F7078"/>
                </a:solidFill>
                <a:latin typeface="Noto Sans SC"/>
                <a:ea typeface="Noto Sans SC"/>
                <a:cs typeface="Noto Sans SC"/>
              </a:defRPr>
            </a:lvl8pPr>
            <a:lvl9pPr algn="l">
              <a:defRPr sz="1425" b="0">
                <a:solidFill>
                  <a:srgbClr val="5F7078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l">
              <a:lnSpc>
                <a:spcPct val="100000"/>
              </a:lnSpc>
              <a:buNone/>
              <a:defRPr sz="1425" b="0">
                <a:solidFill>
                  <a:srgbClr val="5F7078"/>
                </a:solidFill>
                <a:latin typeface="Noto Sans SC"/>
                <a:ea typeface="Noto Sans SC"/>
                <a:cs typeface="Noto Sans SC"/>
              </a:defRPr>
            </a:pPr>
            <a:r>
              <a:rPr sz="1425" b="0">
                <a:solidFill>
                  <a:srgbClr val="5F7078"/>
                </a:solidFill>
                <a:latin typeface="Noto Sans SC"/>
                <a:ea typeface="Noto Sans SC"/>
                <a:cs typeface="Noto Sans SC"/>
              </a:rPr>
              <a:t>从现有模型派生 LoD1；取得原始照片的 GPS、航向、相机 FoV 和建筑 ID 真值。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73E92B6A-49B0-4F7C-B0E1-BFF2FEBEFC94}"/>
              </a:ext>
            </a:extLst>
          </p:cNvPr>
          <p:cNvSpPr>
            <a:spLocks noGrp="1"/>
          </p:cNvSpPr>
          <p:nvPr/>
        </p:nvSpPr>
        <p:spPr>
          <a:xfrm>
            <a:off x="1571625" y="3305175"/>
            <a:ext cx="9953625" cy="9525"/>
          </a:xfrm>
          <a:prstGeom prst="rect">
            <a:avLst/>
          </a:prstGeom>
          <a:solidFill>
            <a:srgbClr val="B8C8CC"/>
          </a:solidFill>
          <a:ln w="0">
            <a:noFill/>
            <a:prstDash val="solid"/>
          </a:ln>
        </p:spPr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288F696B-C84A-4378-8157-7DF8A68A707B}"/>
              </a:ext>
            </a:extLst>
          </p:cNvPr>
          <p:cNvSpPr>
            <a:spLocks noGrp="1"/>
          </p:cNvSpPr>
          <p:nvPr/>
        </p:nvSpPr>
        <p:spPr>
          <a:xfrm>
            <a:off x="847725" y="3590925"/>
            <a:ext cx="695325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550" b="0">
                <a:solidFill>
                  <a:srgbClr val="567F8B"/>
                </a:solidFill>
                <a:latin typeface="Georgia"/>
                <a:ea typeface="Georgia"/>
                <a:cs typeface="Georgia"/>
              </a:defRPr>
            </a:defPPr>
            <a:lvl1pPr algn="l">
              <a:defRPr sz="2550" b="0">
                <a:solidFill>
                  <a:srgbClr val="567F8B"/>
                </a:solidFill>
                <a:latin typeface="Georgia"/>
                <a:ea typeface="Georgia"/>
                <a:cs typeface="Georgia"/>
              </a:defRPr>
            </a:lvl1pPr>
            <a:lvl2pPr algn="l">
              <a:defRPr sz="2550" b="0">
                <a:solidFill>
                  <a:srgbClr val="567F8B"/>
                </a:solidFill>
                <a:latin typeface="Georgia"/>
                <a:ea typeface="Georgia"/>
                <a:cs typeface="Georgia"/>
              </a:defRPr>
            </a:lvl2pPr>
            <a:lvl3pPr algn="l">
              <a:defRPr sz="2550" b="0">
                <a:solidFill>
                  <a:srgbClr val="567F8B"/>
                </a:solidFill>
                <a:latin typeface="Georgia"/>
                <a:ea typeface="Georgia"/>
                <a:cs typeface="Georgia"/>
              </a:defRPr>
            </a:lvl3pPr>
            <a:lvl4pPr algn="l">
              <a:defRPr sz="2550" b="0">
                <a:solidFill>
                  <a:srgbClr val="567F8B"/>
                </a:solidFill>
                <a:latin typeface="Georgia"/>
                <a:ea typeface="Georgia"/>
                <a:cs typeface="Georgia"/>
              </a:defRPr>
            </a:lvl4pPr>
            <a:lvl5pPr algn="l">
              <a:defRPr sz="2550" b="0">
                <a:solidFill>
                  <a:srgbClr val="567F8B"/>
                </a:solidFill>
                <a:latin typeface="Georgia"/>
                <a:ea typeface="Georgia"/>
                <a:cs typeface="Georgia"/>
              </a:defRPr>
            </a:lvl5pPr>
            <a:lvl6pPr algn="l">
              <a:defRPr sz="2550" b="0">
                <a:solidFill>
                  <a:srgbClr val="567F8B"/>
                </a:solidFill>
                <a:latin typeface="Georgia"/>
                <a:ea typeface="Georgia"/>
                <a:cs typeface="Georgia"/>
              </a:defRPr>
            </a:lvl6pPr>
            <a:lvl7pPr algn="l">
              <a:defRPr sz="2550" b="0">
                <a:solidFill>
                  <a:srgbClr val="567F8B"/>
                </a:solidFill>
                <a:latin typeface="Georgia"/>
                <a:ea typeface="Georgia"/>
                <a:cs typeface="Georgia"/>
              </a:defRPr>
            </a:lvl7pPr>
            <a:lvl8pPr algn="l">
              <a:defRPr sz="2550" b="0">
                <a:solidFill>
                  <a:srgbClr val="567F8B"/>
                </a:solidFill>
                <a:latin typeface="Georgia"/>
                <a:ea typeface="Georgia"/>
                <a:cs typeface="Georgia"/>
              </a:defRPr>
            </a:lvl8pPr>
            <a:lvl9pPr algn="l">
              <a:defRPr sz="2550" b="0">
                <a:solidFill>
                  <a:srgbClr val="567F8B"/>
                </a:solidFill>
                <a:latin typeface="Georgia"/>
                <a:ea typeface="Georgia"/>
                <a:cs typeface="Georgia"/>
              </a:defRPr>
            </a:lvl9pPr>
          </a:lstStyle>
          <a:p>
            <a:pPr algn="l">
              <a:lnSpc>
                <a:spcPct val="100000"/>
              </a:lnSpc>
              <a:buNone/>
              <a:defRPr sz="2550" b="0">
                <a:solidFill>
                  <a:srgbClr val="567F8B"/>
                </a:solidFill>
                <a:latin typeface="Georgia"/>
                <a:ea typeface="Georgia"/>
                <a:cs typeface="Georgia"/>
              </a:defRPr>
            </a:pPr>
            <a:r>
              <a:rPr sz="2550" b="0">
                <a:solidFill>
                  <a:srgbClr val="567F8B"/>
                </a:solidFill>
                <a:latin typeface="Georgia"/>
                <a:ea typeface="Georgia"/>
                <a:cs typeface="Georgia"/>
              </a:rPr>
              <a:t>02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28AB4DDA-17A1-4929-9B61-48A0846D422C}"/>
              </a:ext>
            </a:extLst>
          </p:cNvPr>
          <p:cNvSpPr>
            <a:spLocks noGrp="1"/>
          </p:cNvSpPr>
          <p:nvPr/>
        </p:nvSpPr>
        <p:spPr>
          <a:xfrm>
            <a:off x="1571625" y="3619500"/>
            <a:ext cx="2667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650" b="1">
                <a:solidFill>
                  <a:srgbClr val="26343C"/>
                </a:solidFill>
                <a:latin typeface="Noto Sans SC"/>
                <a:ea typeface="Noto Sans SC"/>
                <a:cs typeface="Noto Sans SC"/>
              </a:defRPr>
            </a:defPPr>
            <a:lvl1pPr algn="l">
              <a:defRPr sz="1650" b="1">
                <a:solidFill>
                  <a:srgbClr val="26343C"/>
                </a:solidFill>
                <a:latin typeface="Noto Sans SC"/>
                <a:ea typeface="Noto Sans SC"/>
                <a:cs typeface="Noto Sans SC"/>
              </a:defRPr>
            </a:lvl1pPr>
            <a:lvl2pPr algn="l">
              <a:defRPr sz="1650" b="1">
                <a:solidFill>
                  <a:srgbClr val="26343C"/>
                </a:solidFill>
                <a:latin typeface="Noto Sans SC"/>
                <a:ea typeface="Noto Sans SC"/>
                <a:cs typeface="Noto Sans SC"/>
              </a:defRPr>
            </a:lvl2pPr>
            <a:lvl3pPr algn="l">
              <a:defRPr sz="1650" b="1">
                <a:solidFill>
                  <a:srgbClr val="26343C"/>
                </a:solidFill>
                <a:latin typeface="Noto Sans SC"/>
                <a:ea typeface="Noto Sans SC"/>
                <a:cs typeface="Noto Sans SC"/>
              </a:defRPr>
            </a:lvl3pPr>
            <a:lvl4pPr algn="l">
              <a:defRPr sz="1650" b="1">
                <a:solidFill>
                  <a:srgbClr val="26343C"/>
                </a:solidFill>
                <a:latin typeface="Noto Sans SC"/>
                <a:ea typeface="Noto Sans SC"/>
                <a:cs typeface="Noto Sans SC"/>
              </a:defRPr>
            </a:lvl4pPr>
            <a:lvl5pPr algn="l">
              <a:defRPr sz="1650" b="1">
                <a:solidFill>
                  <a:srgbClr val="26343C"/>
                </a:solidFill>
                <a:latin typeface="Noto Sans SC"/>
                <a:ea typeface="Noto Sans SC"/>
                <a:cs typeface="Noto Sans SC"/>
              </a:defRPr>
            </a:lvl5pPr>
            <a:lvl6pPr algn="l">
              <a:defRPr sz="1650" b="1">
                <a:solidFill>
                  <a:srgbClr val="26343C"/>
                </a:solidFill>
                <a:latin typeface="Noto Sans SC"/>
                <a:ea typeface="Noto Sans SC"/>
                <a:cs typeface="Noto Sans SC"/>
              </a:defRPr>
            </a:lvl6pPr>
            <a:lvl7pPr algn="l">
              <a:defRPr sz="1650" b="1">
                <a:solidFill>
                  <a:srgbClr val="26343C"/>
                </a:solidFill>
                <a:latin typeface="Noto Sans SC"/>
                <a:ea typeface="Noto Sans SC"/>
                <a:cs typeface="Noto Sans SC"/>
              </a:defRPr>
            </a:lvl7pPr>
            <a:lvl8pPr algn="l">
              <a:defRPr sz="1650" b="1">
                <a:solidFill>
                  <a:srgbClr val="26343C"/>
                </a:solidFill>
                <a:latin typeface="Noto Sans SC"/>
                <a:ea typeface="Noto Sans SC"/>
                <a:cs typeface="Noto Sans SC"/>
              </a:defRPr>
            </a:lvl8pPr>
            <a:lvl9pPr algn="l">
              <a:defRPr sz="1650" b="1">
                <a:solidFill>
                  <a:srgbClr val="26343C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l">
              <a:lnSpc>
                <a:spcPct val="100000"/>
              </a:lnSpc>
              <a:buNone/>
              <a:defRPr sz="1650" b="1">
                <a:solidFill>
                  <a:srgbClr val="26343C"/>
                </a:solidFill>
                <a:latin typeface="Noto Sans SC"/>
                <a:ea typeface="Noto Sans SC"/>
                <a:cs typeface="Noto Sans SC"/>
              </a:defRPr>
            </a:pPr>
            <a:r>
              <a:rPr sz="1650" b="1">
                <a:solidFill>
                  <a:srgbClr val="26343C"/>
                </a:solidFill>
                <a:latin typeface="Noto Sans SC"/>
                <a:ea typeface="Noto Sans SC"/>
                <a:cs typeface="Noto Sans SC"/>
              </a:rPr>
              <a:t>建立可解释基线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6797581B-404B-4F67-AB1B-28A1B5792B98}"/>
              </a:ext>
            </a:extLst>
          </p:cNvPr>
          <p:cNvSpPr>
            <a:spLocks noGrp="1"/>
          </p:cNvSpPr>
          <p:nvPr/>
        </p:nvSpPr>
        <p:spPr>
          <a:xfrm>
            <a:off x="4162425" y="3629025"/>
            <a:ext cx="7477125" cy="647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425" b="0">
                <a:solidFill>
                  <a:srgbClr val="5F7078"/>
                </a:solidFill>
                <a:latin typeface="Noto Sans SC"/>
                <a:ea typeface="Noto Sans SC"/>
                <a:cs typeface="Noto Sans SC"/>
              </a:defRPr>
            </a:defPPr>
            <a:lvl1pPr algn="l">
              <a:defRPr sz="1425" b="0">
                <a:solidFill>
                  <a:srgbClr val="5F7078"/>
                </a:solidFill>
                <a:latin typeface="Noto Sans SC"/>
                <a:ea typeface="Noto Sans SC"/>
                <a:cs typeface="Noto Sans SC"/>
              </a:defRPr>
            </a:lvl1pPr>
            <a:lvl2pPr algn="l">
              <a:defRPr sz="1425" b="0">
                <a:solidFill>
                  <a:srgbClr val="5F7078"/>
                </a:solidFill>
                <a:latin typeface="Noto Sans SC"/>
                <a:ea typeface="Noto Sans SC"/>
                <a:cs typeface="Noto Sans SC"/>
              </a:defRPr>
            </a:lvl2pPr>
            <a:lvl3pPr algn="l">
              <a:defRPr sz="1425" b="0">
                <a:solidFill>
                  <a:srgbClr val="5F7078"/>
                </a:solidFill>
                <a:latin typeface="Noto Sans SC"/>
                <a:ea typeface="Noto Sans SC"/>
                <a:cs typeface="Noto Sans SC"/>
              </a:defRPr>
            </a:lvl3pPr>
            <a:lvl4pPr algn="l">
              <a:defRPr sz="1425" b="0">
                <a:solidFill>
                  <a:srgbClr val="5F7078"/>
                </a:solidFill>
                <a:latin typeface="Noto Sans SC"/>
                <a:ea typeface="Noto Sans SC"/>
                <a:cs typeface="Noto Sans SC"/>
              </a:defRPr>
            </a:lvl4pPr>
            <a:lvl5pPr algn="l">
              <a:defRPr sz="1425" b="0">
                <a:solidFill>
                  <a:srgbClr val="5F7078"/>
                </a:solidFill>
                <a:latin typeface="Noto Sans SC"/>
                <a:ea typeface="Noto Sans SC"/>
                <a:cs typeface="Noto Sans SC"/>
              </a:defRPr>
            </a:lvl5pPr>
            <a:lvl6pPr algn="l">
              <a:defRPr sz="1425" b="0">
                <a:solidFill>
                  <a:srgbClr val="5F7078"/>
                </a:solidFill>
                <a:latin typeface="Noto Sans SC"/>
                <a:ea typeface="Noto Sans SC"/>
                <a:cs typeface="Noto Sans SC"/>
              </a:defRPr>
            </a:lvl6pPr>
            <a:lvl7pPr algn="l">
              <a:defRPr sz="1425" b="0">
                <a:solidFill>
                  <a:srgbClr val="5F7078"/>
                </a:solidFill>
                <a:latin typeface="Noto Sans SC"/>
                <a:ea typeface="Noto Sans SC"/>
                <a:cs typeface="Noto Sans SC"/>
              </a:defRPr>
            </a:lvl7pPr>
            <a:lvl8pPr algn="l">
              <a:defRPr sz="1425" b="0">
                <a:solidFill>
                  <a:srgbClr val="5F7078"/>
                </a:solidFill>
                <a:latin typeface="Noto Sans SC"/>
                <a:ea typeface="Noto Sans SC"/>
                <a:cs typeface="Noto Sans SC"/>
              </a:defRPr>
            </a:lvl8pPr>
            <a:lvl9pPr algn="l">
              <a:defRPr sz="1425" b="0">
                <a:solidFill>
                  <a:srgbClr val="5F7078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l">
              <a:lnSpc>
                <a:spcPct val="100000"/>
              </a:lnSpc>
              <a:buNone/>
              <a:defRPr sz="1425" b="0">
                <a:solidFill>
                  <a:srgbClr val="5F7078"/>
                </a:solidFill>
                <a:latin typeface="Noto Sans SC"/>
                <a:ea typeface="Noto Sans SC"/>
                <a:cs typeface="Noto Sans SC"/>
              </a:defRPr>
            </a:pPr>
            <a:r>
              <a:rPr sz="1425" b="0">
                <a:solidFill>
                  <a:srgbClr val="5F7078"/>
                </a:solidFill>
                <a:latin typeface="Noto Sans SC"/>
                <a:ea typeface="Noto Sans SC"/>
                <a:cs typeface="Noto Sans SC"/>
              </a:rPr>
              <a:t>比较最近建筑、GPS + 航向与 CityGML 可见性约束；先量化候选召回。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25F82A75-32CA-48BF-8A54-0594B7DF74AB}"/>
              </a:ext>
            </a:extLst>
          </p:cNvPr>
          <p:cNvSpPr>
            <a:spLocks noGrp="1"/>
          </p:cNvSpPr>
          <p:nvPr/>
        </p:nvSpPr>
        <p:spPr>
          <a:xfrm>
            <a:off x="1571625" y="4324350"/>
            <a:ext cx="9953625" cy="9525"/>
          </a:xfrm>
          <a:prstGeom prst="rect">
            <a:avLst/>
          </a:prstGeom>
          <a:solidFill>
            <a:srgbClr val="B8C8CC"/>
          </a:solidFill>
          <a:ln w="0">
            <a:noFill/>
            <a:prstDash val="solid"/>
          </a:ln>
        </p:spPr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96E47DBF-0306-4A11-AD4B-9123C1C47FA3}"/>
              </a:ext>
            </a:extLst>
          </p:cNvPr>
          <p:cNvSpPr>
            <a:spLocks noGrp="1"/>
          </p:cNvSpPr>
          <p:nvPr/>
        </p:nvSpPr>
        <p:spPr>
          <a:xfrm>
            <a:off x="847725" y="4610100"/>
            <a:ext cx="695325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550" b="0">
                <a:solidFill>
                  <a:srgbClr val="567F8B"/>
                </a:solidFill>
                <a:latin typeface="Georgia"/>
                <a:ea typeface="Georgia"/>
                <a:cs typeface="Georgia"/>
              </a:defRPr>
            </a:defPPr>
            <a:lvl1pPr algn="l">
              <a:defRPr sz="2550" b="0">
                <a:solidFill>
                  <a:srgbClr val="567F8B"/>
                </a:solidFill>
                <a:latin typeface="Georgia"/>
                <a:ea typeface="Georgia"/>
                <a:cs typeface="Georgia"/>
              </a:defRPr>
            </a:lvl1pPr>
            <a:lvl2pPr algn="l">
              <a:defRPr sz="2550" b="0">
                <a:solidFill>
                  <a:srgbClr val="567F8B"/>
                </a:solidFill>
                <a:latin typeface="Georgia"/>
                <a:ea typeface="Georgia"/>
                <a:cs typeface="Georgia"/>
              </a:defRPr>
            </a:lvl2pPr>
            <a:lvl3pPr algn="l">
              <a:defRPr sz="2550" b="0">
                <a:solidFill>
                  <a:srgbClr val="567F8B"/>
                </a:solidFill>
                <a:latin typeface="Georgia"/>
                <a:ea typeface="Georgia"/>
                <a:cs typeface="Georgia"/>
              </a:defRPr>
            </a:lvl3pPr>
            <a:lvl4pPr algn="l">
              <a:defRPr sz="2550" b="0">
                <a:solidFill>
                  <a:srgbClr val="567F8B"/>
                </a:solidFill>
                <a:latin typeface="Georgia"/>
                <a:ea typeface="Georgia"/>
                <a:cs typeface="Georgia"/>
              </a:defRPr>
            </a:lvl4pPr>
            <a:lvl5pPr algn="l">
              <a:defRPr sz="2550" b="0">
                <a:solidFill>
                  <a:srgbClr val="567F8B"/>
                </a:solidFill>
                <a:latin typeface="Georgia"/>
                <a:ea typeface="Georgia"/>
                <a:cs typeface="Georgia"/>
              </a:defRPr>
            </a:lvl5pPr>
            <a:lvl6pPr algn="l">
              <a:defRPr sz="2550" b="0">
                <a:solidFill>
                  <a:srgbClr val="567F8B"/>
                </a:solidFill>
                <a:latin typeface="Georgia"/>
                <a:ea typeface="Georgia"/>
                <a:cs typeface="Georgia"/>
              </a:defRPr>
            </a:lvl6pPr>
            <a:lvl7pPr algn="l">
              <a:defRPr sz="2550" b="0">
                <a:solidFill>
                  <a:srgbClr val="567F8B"/>
                </a:solidFill>
                <a:latin typeface="Georgia"/>
                <a:ea typeface="Georgia"/>
                <a:cs typeface="Georgia"/>
              </a:defRPr>
            </a:lvl7pPr>
            <a:lvl8pPr algn="l">
              <a:defRPr sz="2550" b="0">
                <a:solidFill>
                  <a:srgbClr val="567F8B"/>
                </a:solidFill>
                <a:latin typeface="Georgia"/>
                <a:ea typeface="Georgia"/>
                <a:cs typeface="Georgia"/>
              </a:defRPr>
            </a:lvl8pPr>
            <a:lvl9pPr algn="l">
              <a:defRPr sz="2550" b="0">
                <a:solidFill>
                  <a:srgbClr val="567F8B"/>
                </a:solidFill>
                <a:latin typeface="Georgia"/>
                <a:ea typeface="Georgia"/>
                <a:cs typeface="Georgia"/>
              </a:defRPr>
            </a:lvl9pPr>
          </a:lstStyle>
          <a:p>
            <a:pPr algn="l">
              <a:lnSpc>
                <a:spcPct val="100000"/>
              </a:lnSpc>
              <a:buNone/>
              <a:defRPr sz="2550" b="0">
                <a:solidFill>
                  <a:srgbClr val="567F8B"/>
                </a:solidFill>
                <a:latin typeface="Georgia"/>
                <a:ea typeface="Georgia"/>
                <a:cs typeface="Georgia"/>
              </a:defRPr>
            </a:pPr>
            <a:r>
              <a:rPr sz="2550" b="0">
                <a:solidFill>
                  <a:srgbClr val="567F8B"/>
                </a:solidFill>
                <a:latin typeface="Georgia"/>
                <a:ea typeface="Georgia"/>
                <a:cs typeface="Georgia"/>
              </a:rPr>
              <a:t>03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E000425C-423B-478E-B0D9-F7DB8DCF2BC5}"/>
              </a:ext>
            </a:extLst>
          </p:cNvPr>
          <p:cNvSpPr>
            <a:spLocks noGrp="1"/>
          </p:cNvSpPr>
          <p:nvPr/>
        </p:nvSpPr>
        <p:spPr>
          <a:xfrm>
            <a:off x="1571625" y="4638675"/>
            <a:ext cx="2667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650" b="1">
                <a:solidFill>
                  <a:srgbClr val="26343C"/>
                </a:solidFill>
                <a:latin typeface="Noto Sans SC"/>
                <a:ea typeface="Noto Sans SC"/>
                <a:cs typeface="Noto Sans SC"/>
              </a:defRPr>
            </a:defPPr>
            <a:lvl1pPr algn="l">
              <a:defRPr sz="1650" b="1">
                <a:solidFill>
                  <a:srgbClr val="26343C"/>
                </a:solidFill>
                <a:latin typeface="Noto Sans SC"/>
                <a:ea typeface="Noto Sans SC"/>
                <a:cs typeface="Noto Sans SC"/>
              </a:defRPr>
            </a:lvl1pPr>
            <a:lvl2pPr algn="l">
              <a:defRPr sz="1650" b="1">
                <a:solidFill>
                  <a:srgbClr val="26343C"/>
                </a:solidFill>
                <a:latin typeface="Noto Sans SC"/>
                <a:ea typeface="Noto Sans SC"/>
                <a:cs typeface="Noto Sans SC"/>
              </a:defRPr>
            </a:lvl2pPr>
            <a:lvl3pPr algn="l">
              <a:defRPr sz="1650" b="1">
                <a:solidFill>
                  <a:srgbClr val="26343C"/>
                </a:solidFill>
                <a:latin typeface="Noto Sans SC"/>
                <a:ea typeface="Noto Sans SC"/>
                <a:cs typeface="Noto Sans SC"/>
              </a:defRPr>
            </a:lvl3pPr>
            <a:lvl4pPr algn="l">
              <a:defRPr sz="1650" b="1">
                <a:solidFill>
                  <a:srgbClr val="26343C"/>
                </a:solidFill>
                <a:latin typeface="Noto Sans SC"/>
                <a:ea typeface="Noto Sans SC"/>
                <a:cs typeface="Noto Sans SC"/>
              </a:defRPr>
            </a:lvl4pPr>
            <a:lvl5pPr algn="l">
              <a:defRPr sz="1650" b="1">
                <a:solidFill>
                  <a:srgbClr val="26343C"/>
                </a:solidFill>
                <a:latin typeface="Noto Sans SC"/>
                <a:ea typeface="Noto Sans SC"/>
                <a:cs typeface="Noto Sans SC"/>
              </a:defRPr>
            </a:lvl5pPr>
            <a:lvl6pPr algn="l">
              <a:defRPr sz="1650" b="1">
                <a:solidFill>
                  <a:srgbClr val="26343C"/>
                </a:solidFill>
                <a:latin typeface="Noto Sans SC"/>
                <a:ea typeface="Noto Sans SC"/>
                <a:cs typeface="Noto Sans SC"/>
              </a:defRPr>
            </a:lvl6pPr>
            <a:lvl7pPr algn="l">
              <a:defRPr sz="1650" b="1">
                <a:solidFill>
                  <a:srgbClr val="26343C"/>
                </a:solidFill>
                <a:latin typeface="Noto Sans SC"/>
                <a:ea typeface="Noto Sans SC"/>
                <a:cs typeface="Noto Sans SC"/>
              </a:defRPr>
            </a:lvl7pPr>
            <a:lvl8pPr algn="l">
              <a:defRPr sz="1650" b="1">
                <a:solidFill>
                  <a:srgbClr val="26343C"/>
                </a:solidFill>
                <a:latin typeface="Noto Sans SC"/>
                <a:ea typeface="Noto Sans SC"/>
                <a:cs typeface="Noto Sans SC"/>
              </a:defRPr>
            </a:lvl8pPr>
            <a:lvl9pPr algn="l">
              <a:defRPr sz="1650" b="1">
                <a:solidFill>
                  <a:srgbClr val="26343C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l">
              <a:lnSpc>
                <a:spcPct val="100000"/>
              </a:lnSpc>
              <a:buNone/>
              <a:defRPr sz="1650" b="1">
                <a:solidFill>
                  <a:srgbClr val="26343C"/>
                </a:solidFill>
                <a:latin typeface="Noto Sans SC"/>
                <a:ea typeface="Noto Sans SC"/>
                <a:cs typeface="Noto Sans SC"/>
              </a:defRPr>
            </a:pPr>
            <a:r>
              <a:rPr sz="1650" b="1">
                <a:solidFill>
                  <a:srgbClr val="26343C"/>
                </a:solidFill>
                <a:latin typeface="Noto Sans SC"/>
                <a:ea typeface="Noto Sans SC"/>
                <a:cs typeface="Noto Sans SC"/>
              </a:rPr>
              <a:t>独立测试与拒绝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2E4DB801-745C-45E0-A772-FD5B272C5224}"/>
              </a:ext>
            </a:extLst>
          </p:cNvPr>
          <p:cNvSpPr>
            <a:spLocks noGrp="1"/>
          </p:cNvSpPr>
          <p:nvPr/>
        </p:nvSpPr>
        <p:spPr>
          <a:xfrm>
            <a:off x="4162425" y="4648200"/>
            <a:ext cx="7477125" cy="647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425" b="0">
                <a:solidFill>
                  <a:srgbClr val="5F7078"/>
                </a:solidFill>
                <a:latin typeface="Noto Sans SC"/>
                <a:ea typeface="Noto Sans SC"/>
                <a:cs typeface="Noto Sans SC"/>
              </a:defRPr>
            </a:defPPr>
            <a:lvl1pPr algn="l">
              <a:defRPr sz="1425" b="0">
                <a:solidFill>
                  <a:srgbClr val="5F7078"/>
                </a:solidFill>
                <a:latin typeface="Noto Sans SC"/>
                <a:ea typeface="Noto Sans SC"/>
                <a:cs typeface="Noto Sans SC"/>
              </a:defRPr>
            </a:lvl1pPr>
            <a:lvl2pPr algn="l">
              <a:defRPr sz="1425" b="0">
                <a:solidFill>
                  <a:srgbClr val="5F7078"/>
                </a:solidFill>
                <a:latin typeface="Noto Sans SC"/>
                <a:ea typeface="Noto Sans SC"/>
                <a:cs typeface="Noto Sans SC"/>
              </a:defRPr>
            </a:lvl2pPr>
            <a:lvl3pPr algn="l">
              <a:defRPr sz="1425" b="0">
                <a:solidFill>
                  <a:srgbClr val="5F7078"/>
                </a:solidFill>
                <a:latin typeface="Noto Sans SC"/>
                <a:ea typeface="Noto Sans SC"/>
                <a:cs typeface="Noto Sans SC"/>
              </a:defRPr>
            </a:lvl3pPr>
            <a:lvl4pPr algn="l">
              <a:defRPr sz="1425" b="0">
                <a:solidFill>
                  <a:srgbClr val="5F7078"/>
                </a:solidFill>
                <a:latin typeface="Noto Sans SC"/>
                <a:ea typeface="Noto Sans SC"/>
                <a:cs typeface="Noto Sans SC"/>
              </a:defRPr>
            </a:lvl4pPr>
            <a:lvl5pPr algn="l">
              <a:defRPr sz="1425" b="0">
                <a:solidFill>
                  <a:srgbClr val="5F7078"/>
                </a:solidFill>
                <a:latin typeface="Noto Sans SC"/>
                <a:ea typeface="Noto Sans SC"/>
                <a:cs typeface="Noto Sans SC"/>
              </a:defRPr>
            </a:lvl5pPr>
            <a:lvl6pPr algn="l">
              <a:defRPr sz="1425" b="0">
                <a:solidFill>
                  <a:srgbClr val="5F7078"/>
                </a:solidFill>
                <a:latin typeface="Noto Sans SC"/>
                <a:ea typeface="Noto Sans SC"/>
                <a:cs typeface="Noto Sans SC"/>
              </a:defRPr>
            </a:lvl6pPr>
            <a:lvl7pPr algn="l">
              <a:defRPr sz="1425" b="0">
                <a:solidFill>
                  <a:srgbClr val="5F7078"/>
                </a:solidFill>
                <a:latin typeface="Noto Sans SC"/>
                <a:ea typeface="Noto Sans SC"/>
                <a:cs typeface="Noto Sans SC"/>
              </a:defRPr>
            </a:lvl7pPr>
            <a:lvl8pPr algn="l">
              <a:defRPr sz="1425" b="0">
                <a:solidFill>
                  <a:srgbClr val="5F7078"/>
                </a:solidFill>
                <a:latin typeface="Noto Sans SC"/>
                <a:ea typeface="Noto Sans SC"/>
                <a:cs typeface="Noto Sans SC"/>
              </a:defRPr>
            </a:lvl8pPr>
            <a:lvl9pPr algn="l">
              <a:defRPr sz="1425" b="0">
                <a:solidFill>
                  <a:srgbClr val="5F7078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l">
              <a:lnSpc>
                <a:spcPct val="100000"/>
              </a:lnSpc>
              <a:buNone/>
              <a:defRPr sz="1425" b="0">
                <a:solidFill>
                  <a:srgbClr val="5F7078"/>
                </a:solidFill>
                <a:latin typeface="Noto Sans SC"/>
                <a:ea typeface="Noto Sans SC"/>
                <a:cs typeface="Noto Sans SC"/>
              </a:defRPr>
            </a:pPr>
            <a:r>
              <a:rPr sz="1425" b="0">
                <a:solidFill>
                  <a:srgbClr val="5F7078"/>
                </a:solidFill>
                <a:latin typeface="Noto Sans SC"/>
                <a:ea typeface="Noto Sans SC"/>
                <a:cs typeface="Noto Sans SC"/>
              </a:rPr>
              <a:t>按建筑划分样本；报告 Recall@5、Top-1、错楼接受数和覆盖率，并做先验扰动。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3234DD09-959D-4B81-9F6D-FCD4320A0E36}"/>
              </a:ext>
            </a:extLst>
          </p:cNvPr>
          <p:cNvSpPr>
            <a:spLocks noGrp="1"/>
          </p:cNvSpPr>
          <p:nvPr/>
        </p:nvSpPr>
        <p:spPr>
          <a:xfrm>
            <a:off x="1571625" y="5343525"/>
            <a:ext cx="9953625" cy="9525"/>
          </a:xfrm>
          <a:prstGeom prst="rect">
            <a:avLst/>
          </a:prstGeom>
          <a:solidFill>
            <a:srgbClr val="B8C8CC"/>
          </a:solidFill>
          <a:ln w="0">
            <a:noFill/>
            <a:prstDash val="solid"/>
          </a:ln>
        </p:spPr>
      </p:sp>
    </p:spTree>
    <p:extLst>
      <p:ext uri="{BB962C8B-B14F-4D97-AF65-F5344CB8AC3E}">
        <p14:creationId xmlns:p14="http://schemas.microsoft.com/office/powerpoint/2010/main" val="11632802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>
            <a:extLst>
              <a:ext uri="{FF2B5EF4-FFF2-40B4-BE49-F238E27FC236}">
                <a16:creationId xmlns:a16="http://schemas.microsoft.com/office/drawing/2014/main" id="{1E0B2F1D-00B4-4409-B656-392E1C1A1171}"/>
              </a:ext>
            </a:extLst>
          </p:cNvPr>
          <p:cNvSpPr>
            <a:spLocks noGrp="1"/>
          </p:cNvSpPr>
          <p:nvPr/>
        </p:nvSpPr>
        <p:spPr>
          <a:xfrm>
            <a:off x="361950" y="219075"/>
            <a:ext cx="10382250" cy="2952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725" b="1">
                <a:solidFill>
                  <a:srgbClr val="26343C"/>
                </a:solidFill>
                <a:latin typeface="Noto Sans SC"/>
                <a:ea typeface="Noto Sans SC"/>
                <a:cs typeface="Noto Sans SC"/>
              </a:defRPr>
            </a:defPPr>
            <a:lvl1pPr algn="l">
              <a:defRPr sz="1725" b="1">
                <a:solidFill>
                  <a:srgbClr val="26343C"/>
                </a:solidFill>
                <a:latin typeface="Noto Sans SC"/>
                <a:ea typeface="Noto Sans SC"/>
                <a:cs typeface="Noto Sans SC"/>
              </a:defRPr>
            </a:lvl1pPr>
            <a:lvl2pPr algn="l">
              <a:defRPr sz="1725" b="1">
                <a:solidFill>
                  <a:srgbClr val="26343C"/>
                </a:solidFill>
                <a:latin typeface="Noto Sans SC"/>
                <a:ea typeface="Noto Sans SC"/>
                <a:cs typeface="Noto Sans SC"/>
              </a:defRPr>
            </a:lvl2pPr>
            <a:lvl3pPr algn="l">
              <a:defRPr sz="1725" b="1">
                <a:solidFill>
                  <a:srgbClr val="26343C"/>
                </a:solidFill>
                <a:latin typeface="Noto Sans SC"/>
                <a:ea typeface="Noto Sans SC"/>
                <a:cs typeface="Noto Sans SC"/>
              </a:defRPr>
            </a:lvl3pPr>
            <a:lvl4pPr algn="l">
              <a:defRPr sz="1725" b="1">
                <a:solidFill>
                  <a:srgbClr val="26343C"/>
                </a:solidFill>
                <a:latin typeface="Noto Sans SC"/>
                <a:ea typeface="Noto Sans SC"/>
                <a:cs typeface="Noto Sans SC"/>
              </a:defRPr>
            </a:lvl4pPr>
            <a:lvl5pPr algn="l">
              <a:defRPr sz="1725" b="1">
                <a:solidFill>
                  <a:srgbClr val="26343C"/>
                </a:solidFill>
                <a:latin typeface="Noto Sans SC"/>
                <a:ea typeface="Noto Sans SC"/>
                <a:cs typeface="Noto Sans SC"/>
              </a:defRPr>
            </a:lvl5pPr>
            <a:lvl6pPr algn="l">
              <a:defRPr sz="1725" b="1">
                <a:solidFill>
                  <a:srgbClr val="26343C"/>
                </a:solidFill>
                <a:latin typeface="Noto Sans SC"/>
                <a:ea typeface="Noto Sans SC"/>
                <a:cs typeface="Noto Sans SC"/>
              </a:defRPr>
            </a:lvl6pPr>
            <a:lvl7pPr algn="l">
              <a:defRPr sz="1725" b="1">
                <a:solidFill>
                  <a:srgbClr val="26343C"/>
                </a:solidFill>
                <a:latin typeface="Noto Sans SC"/>
                <a:ea typeface="Noto Sans SC"/>
                <a:cs typeface="Noto Sans SC"/>
              </a:defRPr>
            </a:lvl7pPr>
            <a:lvl8pPr algn="l">
              <a:defRPr sz="1725" b="1">
                <a:solidFill>
                  <a:srgbClr val="26343C"/>
                </a:solidFill>
                <a:latin typeface="Noto Sans SC"/>
                <a:ea typeface="Noto Sans SC"/>
                <a:cs typeface="Noto Sans SC"/>
              </a:defRPr>
            </a:lvl8pPr>
            <a:lvl9pPr algn="l">
              <a:defRPr sz="1725" b="1">
                <a:solidFill>
                  <a:srgbClr val="26343C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l">
              <a:lnSpc>
                <a:spcPct val="100000"/>
              </a:lnSpc>
              <a:buNone/>
              <a:defRPr sz="1725" b="1">
                <a:solidFill>
                  <a:srgbClr val="26343C"/>
                </a:solidFill>
                <a:latin typeface="Noto Sans SC"/>
                <a:ea typeface="Noto Sans SC"/>
                <a:cs typeface="Noto Sans SC"/>
              </a:defRPr>
            </a:pPr>
            <a:r>
              <a:rPr sz="1725" b="1">
                <a:solidFill>
                  <a:srgbClr val="26343C"/>
                </a:solidFill>
                <a:latin typeface="Noto Sans SC"/>
                <a:ea typeface="Noto Sans SC"/>
                <a:cs typeface="Noto Sans SC"/>
              </a:rPr>
              <a:t>结果附图  /  100 张测试图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A5EBBF5B-8330-427C-8471-F10284A9486D}"/>
              </a:ext>
            </a:extLst>
          </p:cNvPr>
          <p:cNvSpPr>
            <a:spLocks noGrp="1"/>
          </p:cNvSpPr>
          <p:nvPr/>
        </p:nvSpPr>
        <p:spPr>
          <a:xfrm>
            <a:off x="361950" y="609600"/>
            <a:ext cx="11468100" cy="66675"/>
          </a:xfrm>
          <a:prstGeom prst="rect">
            <a:avLst/>
          </a:prstGeom>
          <a:solidFill>
            <a:srgbClr val="A9BCC2"/>
          </a:solidFill>
          <a:ln w="0">
            <a:noFill/>
            <a:prstDash val="solid"/>
          </a:ln>
        </p:spPr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9BAA503F-6654-4CE2-9636-5CEF50BB270B}"/>
              </a:ext>
            </a:extLst>
          </p:cNvPr>
          <p:cNvSpPr>
            <a:spLocks noGrp="1"/>
          </p:cNvSpPr>
          <p:nvPr/>
        </p:nvSpPr>
        <p:spPr>
          <a:xfrm>
            <a:off x="609600" y="866775"/>
            <a:ext cx="10972800" cy="5429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775" b="1">
                <a:solidFill>
                  <a:srgbClr val="26343C"/>
                </a:solidFill>
                <a:latin typeface="Noto Sans SC"/>
                <a:ea typeface="Noto Sans SC"/>
                <a:cs typeface="Noto Sans SC"/>
              </a:defRPr>
            </a:defPPr>
            <a:lvl1pPr algn="l">
              <a:defRPr sz="2775" b="1">
                <a:solidFill>
                  <a:srgbClr val="26343C"/>
                </a:solidFill>
                <a:latin typeface="Noto Sans SC"/>
                <a:ea typeface="Noto Sans SC"/>
                <a:cs typeface="Noto Sans SC"/>
              </a:defRPr>
            </a:lvl1pPr>
            <a:lvl2pPr algn="l">
              <a:defRPr sz="2775" b="1">
                <a:solidFill>
                  <a:srgbClr val="26343C"/>
                </a:solidFill>
                <a:latin typeface="Noto Sans SC"/>
                <a:ea typeface="Noto Sans SC"/>
                <a:cs typeface="Noto Sans SC"/>
              </a:defRPr>
            </a:lvl2pPr>
            <a:lvl3pPr algn="l">
              <a:defRPr sz="2775" b="1">
                <a:solidFill>
                  <a:srgbClr val="26343C"/>
                </a:solidFill>
                <a:latin typeface="Noto Sans SC"/>
                <a:ea typeface="Noto Sans SC"/>
                <a:cs typeface="Noto Sans SC"/>
              </a:defRPr>
            </a:lvl3pPr>
            <a:lvl4pPr algn="l">
              <a:defRPr sz="2775" b="1">
                <a:solidFill>
                  <a:srgbClr val="26343C"/>
                </a:solidFill>
                <a:latin typeface="Noto Sans SC"/>
                <a:ea typeface="Noto Sans SC"/>
                <a:cs typeface="Noto Sans SC"/>
              </a:defRPr>
            </a:lvl4pPr>
            <a:lvl5pPr algn="l">
              <a:defRPr sz="2775" b="1">
                <a:solidFill>
                  <a:srgbClr val="26343C"/>
                </a:solidFill>
                <a:latin typeface="Noto Sans SC"/>
                <a:ea typeface="Noto Sans SC"/>
                <a:cs typeface="Noto Sans SC"/>
              </a:defRPr>
            </a:lvl5pPr>
            <a:lvl6pPr algn="l">
              <a:defRPr sz="2775" b="1">
                <a:solidFill>
                  <a:srgbClr val="26343C"/>
                </a:solidFill>
                <a:latin typeface="Noto Sans SC"/>
                <a:ea typeface="Noto Sans SC"/>
                <a:cs typeface="Noto Sans SC"/>
              </a:defRPr>
            </a:lvl6pPr>
            <a:lvl7pPr algn="l">
              <a:defRPr sz="2775" b="1">
                <a:solidFill>
                  <a:srgbClr val="26343C"/>
                </a:solidFill>
                <a:latin typeface="Noto Sans SC"/>
                <a:ea typeface="Noto Sans SC"/>
                <a:cs typeface="Noto Sans SC"/>
              </a:defRPr>
            </a:lvl7pPr>
            <a:lvl8pPr algn="l">
              <a:defRPr sz="2775" b="1">
                <a:solidFill>
                  <a:srgbClr val="26343C"/>
                </a:solidFill>
                <a:latin typeface="Noto Sans SC"/>
                <a:ea typeface="Noto Sans SC"/>
                <a:cs typeface="Noto Sans SC"/>
              </a:defRPr>
            </a:lvl8pPr>
            <a:lvl9pPr algn="l">
              <a:defRPr sz="2775" b="1">
                <a:solidFill>
                  <a:srgbClr val="26343C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l">
              <a:lnSpc>
                <a:spcPct val="100000"/>
              </a:lnSpc>
              <a:buNone/>
              <a:defRPr sz="2775" b="1">
                <a:solidFill>
                  <a:srgbClr val="26343C"/>
                </a:solidFill>
                <a:latin typeface="Noto Sans SC"/>
                <a:ea typeface="Noto Sans SC"/>
                <a:cs typeface="Noto Sans SC"/>
              </a:defRPr>
            </a:pPr>
            <a:r>
              <a:rPr sz="2775" b="1">
                <a:solidFill>
                  <a:srgbClr val="26343C"/>
                </a:solidFill>
                <a:latin typeface="Noto Sans SC"/>
                <a:ea typeface="Noto Sans SC"/>
                <a:cs typeface="Noto Sans SC"/>
              </a:rPr>
              <a:t>两张窗检测样例：误检和漏检都可见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098E0FC8-A6D4-4104-9949-B89FE584548C}"/>
              </a:ext>
            </a:extLst>
          </p:cNvPr>
          <p:cNvSpPr>
            <a:spLocks noGrp="1"/>
          </p:cNvSpPr>
          <p:nvPr/>
        </p:nvSpPr>
        <p:spPr>
          <a:xfrm>
            <a:off x="609600" y="6410325"/>
            <a:ext cx="10972800" cy="9525"/>
          </a:xfrm>
          <a:prstGeom prst="rect">
            <a:avLst/>
          </a:prstGeom>
          <a:solidFill>
            <a:srgbClr val="B8C8CC"/>
          </a:solidFill>
          <a:ln w="0">
            <a:noFill/>
            <a:prstDash val="solid"/>
          </a:ln>
        </p:spPr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44712332-56F4-47FA-A389-464EFB9521BF}"/>
              </a:ext>
            </a:extLst>
          </p:cNvPr>
          <p:cNvSpPr>
            <a:spLocks noGrp="1"/>
          </p:cNvSpPr>
          <p:nvPr/>
        </p:nvSpPr>
        <p:spPr>
          <a:xfrm>
            <a:off x="11163300" y="6515100"/>
            <a:ext cx="409575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r">
              <a:defRPr sz="1050" b="0">
                <a:solidFill>
                  <a:srgbClr val="567F8B"/>
                </a:solidFill>
                <a:latin typeface="Georgia"/>
                <a:ea typeface="Georgia"/>
                <a:cs typeface="Georgia"/>
              </a:defRPr>
            </a:defPPr>
            <a:lvl1pPr algn="r">
              <a:defRPr sz="1050" b="0">
                <a:solidFill>
                  <a:srgbClr val="567F8B"/>
                </a:solidFill>
                <a:latin typeface="Georgia"/>
                <a:ea typeface="Georgia"/>
                <a:cs typeface="Georgia"/>
              </a:defRPr>
            </a:lvl1pPr>
            <a:lvl2pPr algn="r">
              <a:defRPr sz="1050" b="0">
                <a:solidFill>
                  <a:srgbClr val="567F8B"/>
                </a:solidFill>
                <a:latin typeface="Georgia"/>
                <a:ea typeface="Georgia"/>
                <a:cs typeface="Georgia"/>
              </a:defRPr>
            </a:lvl2pPr>
            <a:lvl3pPr algn="r">
              <a:defRPr sz="1050" b="0">
                <a:solidFill>
                  <a:srgbClr val="567F8B"/>
                </a:solidFill>
                <a:latin typeface="Georgia"/>
                <a:ea typeface="Georgia"/>
                <a:cs typeface="Georgia"/>
              </a:defRPr>
            </a:lvl3pPr>
            <a:lvl4pPr algn="r">
              <a:defRPr sz="1050" b="0">
                <a:solidFill>
                  <a:srgbClr val="567F8B"/>
                </a:solidFill>
                <a:latin typeface="Georgia"/>
                <a:ea typeface="Georgia"/>
                <a:cs typeface="Georgia"/>
              </a:defRPr>
            </a:lvl4pPr>
            <a:lvl5pPr algn="r">
              <a:defRPr sz="1050" b="0">
                <a:solidFill>
                  <a:srgbClr val="567F8B"/>
                </a:solidFill>
                <a:latin typeface="Georgia"/>
                <a:ea typeface="Georgia"/>
                <a:cs typeface="Georgia"/>
              </a:defRPr>
            </a:lvl5pPr>
            <a:lvl6pPr algn="r">
              <a:defRPr sz="1050" b="0">
                <a:solidFill>
                  <a:srgbClr val="567F8B"/>
                </a:solidFill>
                <a:latin typeface="Georgia"/>
                <a:ea typeface="Georgia"/>
                <a:cs typeface="Georgia"/>
              </a:defRPr>
            </a:lvl6pPr>
            <a:lvl7pPr algn="r">
              <a:defRPr sz="1050" b="0">
                <a:solidFill>
                  <a:srgbClr val="567F8B"/>
                </a:solidFill>
                <a:latin typeface="Georgia"/>
                <a:ea typeface="Georgia"/>
                <a:cs typeface="Georgia"/>
              </a:defRPr>
            </a:lvl7pPr>
            <a:lvl8pPr algn="r">
              <a:defRPr sz="1050" b="0">
                <a:solidFill>
                  <a:srgbClr val="567F8B"/>
                </a:solidFill>
                <a:latin typeface="Georgia"/>
                <a:ea typeface="Georgia"/>
                <a:cs typeface="Georgia"/>
              </a:defRPr>
            </a:lvl8pPr>
            <a:lvl9pPr algn="r">
              <a:defRPr sz="1050" b="0">
                <a:solidFill>
                  <a:srgbClr val="567F8B"/>
                </a:solidFill>
                <a:latin typeface="Georgia"/>
                <a:ea typeface="Georgia"/>
                <a:cs typeface="Georgia"/>
              </a:defRPr>
            </a:lvl9pPr>
          </a:lstStyle>
          <a:p>
            <a:pPr algn="r">
              <a:lnSpc>
                <a:spcPct val="100000"/>
              </a:lnSpc>
              <a:buNone/>
              <a:defRPr sz="1050" b="0">
                <a:solidFill>
                  <a:srgbClr val="567F8B"/>
                </a:solidFill>
                <a:latin typeface="Georgia"/>
                <a:ea typeface="Georgia"/>
                <a:cs typeface="Georgia"/>
              </a:defRPr>
            </a:pPr>
            <a:r>
              <a:rPr lang="en-US" altLang="zh-CN" sz="1050" b="0">
                <a:solidFill>
                  <a:srgbClr val="567F8B"/>
                </a:solidFill>
                <a:latin typeface="Georgia"/>
                <a:ea typeface="Georgia"/>
                <a:cs typeface="Georgia"/>
              </a:rPr>
              <a:t>16</a:t>
            </a:r>
            <a:endParaRPr sz="1050" b="0">
              <a:solidFill>
                <a:srgbClr val="567F8B"/>
              </a:solidFill>
              <a:latin typeface="Georgia"/>
              <a:ea typeface="Georgia"/>
              <a:cs typeface="Georgia"/>
            </a:endParaRP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662E2F98-FF8F-41AD-8E23-0B9C98157E3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381125" y="1905000"/>
            <a:ext cx="3714750" cy="3714750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730A900F-4968-4DBE-A13B-E5AF4AA7860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7096125" y="1905000"/>
            <a:ext cx="3714750" cy="3714750"/>
          </a:xfrm>
          <a:prstGeom prst="rect">
            <a:avLst/>
          </a:prstGeom>
        </p:spPr>
      </p:pic>
      <p:sp>
        <p:nvSpPr>
          <p:cNvPr id="8" name="矩形 7">
            <a:extLst>
              <a:ext uri="{FF2B5EF4-FFF2-40B4-BE49-F238E27FC236}">
                <a16:creationId xmlns:a16="http://schemas.microsoft.com/office/drawing/2014/main" id="{2EC0E5AD-A1D1-49A7-B7DA-6E0C61139515}"/>
              </a:ext>
            </a:extLst>
          </p:cNvPr>
          <p:cNvSpPr>
            <a:spLocks noGrp="1"/>
          </p:cNvSpPr>
          <p:nvPr/>
        </p:nvSpPr>
        <p:spPr>
          <a:xfrm>
            <a:off x="1143000" y="5667375"/>
            <a:ext cx="4191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ctr">
              <a:defRPr sz="1425" b="0">
                <a:solidFill>
                  <a:srgbClr val="567F8B"/>
                </a:solidFill>
                <a:latin typeface="Georgia"/>
                <a:ea typeface="Georgia"/>
                <a:cs typeface="Georgia"/>
              </a:defRPr>
            </a:defPPr>
            <a:lvl1pPr algn="ctr">
              <a:defRPr sz="1425" b="0">
                <a:solidFill>
                  <a:srgbClr val="567F8B"/>
                </a:solidFill>
                <a:latin typeface="Georgia"/>
                <a:ea typeface="Georgia"/>
                <a:cs typeface="Georgia"/>
              </a:defRPr>
            </a:lvl1pPr>
            <a:lvl2pPr algn="ctr">
              <a:defRPr sz="1425" b="0">
                <a:solidFill>
                  <a:srgbClr val="567F8B"/>
                </a:solidFill>
                <a:latin typeface="Georgia"/>
                <a:ea typeface="Georgia"/>
                <a:cs typeface="Georgia"/>
              </a:defRPr>
            </a:lvl2pPr>
            <a:lvl3pPr algn="ctr">
              <a:defRPr sz="1425" b="0">
                <a:solidFill>
                  <a:srgbClr val="567F8B"/>
                </a:solidFill>
                <a:latin typeface="Georgia"/>
                <a:ea typeface="Georgia"/>
                <a:cs typeface="Georgia"/>
              </a:defRPr>
            </a:lvl3pPr>
            <a:lvl4pPr algn="ctr">
              <a:defRPr sz="1425" b="0">
                <a:solidFill>
                  <a:srgbClr val="567F8B"/>
                </a:solidFill>
                <a:latin typeface="Georgia"/>
                <a:ea typeface="Georgia"/>
                <a:cs typeface="Georgia"/>
              </a:defRPr>
            </a:lvl4pPr>
            <a:lvl5pPr algn="ctr">
              <a:defRPr sz="1425" b="0">
                <a:solidFill>
                  <a:srgbClr val="567F8B"/>
                </a:solidFill>
                <a:latin typeface="Georgia"/>
                <a:ea typeface="Georgia"/>
                <a:cs typeface="Georgia"/>
              </a:defRPr>
            </a:lvl5pPr>
            <a:lvl6pPr algn="ctr">
              <a:defRPr sz="1425" b="0">
                <a:solidFill>
                  <a:srgbClr val="567F8B"/>
                </a:solidFill>
                <a:latin typeface="Georgia"/>
                <a:ea typeface="Georgia"/>
                <a:cs typeface="Georgia"/>
              </a:defRPr>
            </a:lvl6pPr>
            <a:lvl7pPr algn="ctr">
              <a:defRPr sz="1425" b="0">
                <a:solidFill>
                  <a:srgbClr val="567F8B"/>
                </a:solidFill>
                <a:latin typeface="Georgia"/>
                <a:ea typeface="Georgia"/>
                <a:cs typeface="Georgia"/>
              </a:defRPr>
            </a:lvl7pPr>
            <a:lvl8pPr algn="ctr">
              <a:defRPr sz="1425" b="0">
                <a:solidFill>
                  <a:srgbClr val="567F8B"/>
                </a:solidFill>
                <a:latin typeface="Georgia"/>
                <a:ea typeface="Georgia"/>
                <a:cs typeface="Georgia"/>
              </a:defRPr>
            </a:lvl8pPr>
            <a:lvl9pPr algn="ctr">
              <a:defRPr sz="1425" b="0">
                <a:solidFill>
                  <a:srgbClr val="567F8B"/>
                </a:solidFill>
                <a:latin typeface="Georgia"/>
                <a:ea typeface="Georgia"/>
                <a:cs typeface="Georgia"/>
              </a:defRPr>
            </a:lvl9pPr>
          </a:lstStyle>
          <a:p>
            <a:pPr algn="ctr">
              <a:lnSpc>
                <a:spcPct val="100000"/>
              </a:lnSpc>
              <a:buNone/>
              <a:defRPr sz="1425" b="0">
                <a:solidFill>
                  <a:srgbClr val="567F8B"/>
                </a:solidFill>
                <a:latin typeface="Georgia"/>
                <a:ea typeface="Georgia"/>
                <a:cs typeface="Georgia"/>
              </a:defRPr>
            </a:pPr>
            <a:r>
              <a:rPr sz="1425" b="0">
                <a:solidFill>
                  <a:srgbClr val="567F8B"/>
                </a:solidFill>
                <a:latin typeface="Georgia"/>
                <a:ea typeface="Georgia"/>
                <a:cs typeface="Georgia"/>
              </a:rPr>
              <a:t>image_0597   TP 30  /  FP 6  /  FN 6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8664D33-CE05-465F-8EA7-E3D4C3976F90}"/>
              </a:ext>
            </a:extLst>
          </p:cNvPr>
          <p:cNvSpPr>
            <a:spLocks noGrp="1"/>
          </p:cNvSpPr>
          <p:nvPr/>
        </p:nvSpPr>
        <p:spPr>
          <a:xfrm>
            <a:off x="6858000" y="5667375"/>
            <a:ext cx="4191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ctr">
              <a:defRPr sz="1425" b="0">
                <a:solidFill>
                  <a:srgbClr val="567F8B"/>
                </a:solidFill>
                <a:latin typeface="Georgia"/>
                <a:ea typeface="Georgia"/>
                <a:cs typeface="Georgia"/>
              </a:defRPr>
            </a:defPPr>
            <a:lvl1pPr algn="ctr">
              <a:defRPr sz="1425" b="0">
                <a:solidFill>
                  <a:srgbClr val="567F8B"/>
                </a:solidFill>
                <a:latin typeface="Georgia"/>
                <a:ea typeface="Georgia"/>
                <a:cs typeface="Georgia"/>
              </a:defRPr>
            </a:lvl1pPr>
            <a:lvl2pPr algn="ctr">
              <a:defRPr sz="1425" b="0">
                <a:solidFill>
                  <a:srgbClr val="567F8B"/>
                </a:solidFill>
                <a:latin typeface="Georgia"/>
                <a:ea typeface="Georgia"/>
                <a:cs typeface="Georgia"/>
              </a:defRPr>
            </a:lvl2pPr>
            <a:lvl3pPr algn="ctr">
              <a:defRPr sz="1425" b="0">
                <a:solidFill>
                  <a:srgbClr val="567F8B"/>
                </a:solidFill>
                <a:latin typeface="Georgia"/>
                <a:ea typeface="Georgia"/>
                <a:cs typeface="Georgia"/>
              </a:defRPr>
            </a:lvl3pPr>
            <a:lvl4pPr algn="ctr">
              <a:defRPr sz="1425" b="0">
                <a:solidFill>
                  <a:srgbClr val="567F8B"/>
                </a:solidFill>
                <a:latin typeface="Georgia"/>
                <a:ea typeface="Georgia"/>
                <a:cs typeface="Georgia"/>
              </a:defRPr>
            </a:lvl4pPr>
            <a:lvl5pPr algn="ctr">
              <a:defRPr sz="1425" b="0">
                <a:solidFill>
                  <a:srgbClr val="567F8B"/>
                </a:solidFill>
                <a:latin typeface="Georgia"/>
                <a:ea typeface="Georgia"/>
                <a:cs typeface="Georgia"/>
              </a:defRPr>
            </a:lvl5pPr>
            <a:lvl6pPr algn="ctr">
              <a:defRPr sz="1425" b="0">
                <a:solidFill>
                  <a:srgbClr val="567F8B"/>
                </a:solidFill>
                <a:latin typeface="Georgia"/>
                <a:ea typeface="Georgia"/>
                <a:cs typeface="Georgia"/>
              </a:defRPr>
            </a:lvl6pPr>
            <a:lvl7pPr algn="ctr">
              <a:defRPr sz="1425" b="0">
                <a:solidFill>
                  <a:srgbClr val="567F8B"/>
                </a:solidFill>
                <a:latin typeface="Georgia"/>
                <a:ea typeface="Georgia"/>
                <a:cs typeface="Georgia"/>
              </a:defRPr>
            </a:lvl7pPr>
            <a:lvl8pPr algn="ctr">
              <a:defRPr sz="1425" b="0">
                <a:solidFill>
                  <a:srgbClr val="567F8B"/>
                </a:solidFill>
                <a:latin typeface="Georgia"/>
                <a:ea typeface="Georgia"/>
                <a:cs typeface="Georgia"/>
              </a:defRPr>
            </a:lvl8pPr>
            <a:lvl9pPr algn="ctr">
              <a:defRPr sz="1425" b="0">
                <a:solidFill>
                  <a:srgbClr val="567F8B"/>
                </a:solidFill>
                <a:latin typeface="Georgia"/>
                <a:ea typeface="Georgia"/>
                <a:cs typeface="Georgia"/>
              </a:defRPr>
            </a:lvl9pPr>
          </a:lstStyle>
          <a:p>
            <a:pPr algn="ctr">
              <a:lnSpc>
                <a:spcPct val="100000"/>
              </a:lnSpc>
              <a:buNone/>
              <a:defRPr sz="1425" b="0">
                <a:solidFill>
                  <a:srgbClr val="567F8B"/>
                </a:solidFill>
                <a:latin typeface="Georgia"/>
                <a:ea typeface="Georgia"/>
                <a:cs typeface="Georgia"/>
              </a:defRPr>
            </a:pPr>
            <a:r>
              <a:rPr sz="1425" b="0">
                <a:solidFill>
                  <a:srgbClr val="567F8B"/>
                </a:solidFill>
                <a:latin typeface="Georgia"/>
                <a:ea typeface="Georgia"/>
                <a:cs typeface="Georgia"/>
              </a:rPr>
              <a:t>image_0204   TP 12  /  FP 9  /  FN 9</a:t>
            </a:r>
          </a:p>
        </p:txBody>
      </p:sp>
    </p:spTree>
    <p:extLst>
      <p:ext uri="{BB962C8B-B14F-4D97-AF65-F5344CB8AC3E}">
        <p14:creationId xmlns:p14="http://schemas.microsoft.com/office/powerpoint/2010/main" val="109966557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矩形 25">
            <a:extLst>
              <a:ext uri="{FF2B5EF4-FFF2-40B4-BE49-F238E27FC236}">
                <a16:creationId xmlns:a16="http://schemas.microsoft.com/office/drawing/2014/main" id="{2399C6E9-0454-49E8-B52F-675726BECB01}"/>
              </a:ext>
            </a:extLst>
          </p:cNvPr>
          <p:cNvSpPr>
            <a:spLocks noGrp="1"/>
          </p:cNvSpPr>
          <p:nvPr/>
        </p:nvSpPr>
        <p:spPr>
          <a:xfrm>
            <a:off x="361950" y="219075"/>
            <a:ext cx="10382250" cy="2952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725" b="1">
                <a:solidFill>
                  <a:srgbClr val="26343C"/>
                </a:solidFill>
                <a:latin typeface="Noto Sans SC"/>
                <a:ea typeface="Noto Sans SC"/>
                <a:cs typeface="Noto Sans SC"/>
              </a:defRPr>
            </a:defPPr>
            <a:lvl1pPr algn="l">
              <a:defRPr sz="1725" b="1">
                <a:solidFill>
                  <a:srgbClr val="26343C"/>
                </a:solidFill>
                <a:latin typeface="Noto Sans SC"/>
                <a:ea typeface="Noto Sans SC"/>
                <a:cs typeface="Noto Sans SC"/>
              </a:defRPr>
            </a:lvl1pPr>
            <a:lvl2pPr algn="l">
              <a:defRPr sz="1725" b="1">
                <a:solidFill>
                  <a:srgbClr val="26343C"/>
                </a:solidFill>
                <a:latin typeface="Noto Sans SC"/>
                <a:ea typeface="Noto Sans SC"/>
                <a:cs typeface="Noto Sans SC"/>
              </a:defRPr>
            </a:lvl2pPr>
            <a:lvl3pPr algn="l">
              <a:defRPr sz="1725" b="1">
                <a:solidFill>
                  <a:srgbClr val="26343C"/>
                </a:solidFill>
                <a:latin typeface="Noto Sans SC"/>
                <a:ea typeface="Noto Sans SC"/>
                <a:cs typeface="Noto Sans SC"/>
              </a:defRPr>
            </a:lvl3pPr>
            <a:lvl4pPr algn="l">
              <a:defRPr sz="1725" b="1">
                <a:solidFill>
                  <a:srgbClr val="26343C"/>
                </a:solidFill>
                <a:latin typeface="Noto Sans SC"/>
                <a:ea typeface="Noto Sans SC"/>
                <a:cs typeface="Noto Sans SC"/>
              </a:defRPr>
            </a:lvl4pPr>
            <a:lvl5pPr algn="l">
              <a:defRPr sz="1725" b="1">
                <a:solidFill>
                  <a:srgbClr val="26343C"/>
                </a:solidFill>
                <a:latin typeface="Noto Sans SC"/>
                <a:ea typeface="Noto Sans SC"/>
                <a:cs typeface="Noto Sans SC"/>
              </a:defRPr>
            </a:lvl5pPr>
            <a:lvl6pPr algn="l">
              <a:defRPr sz="1725" b="1">
                <a:solidFill>
                  <a:srgbClr val="26343C"/>
                </a:solidFill>
                <a:latin typeface="Noto Sans SC"/>
                <a:ea typeface="Noto Sans SC"/>
                <a:cs typeface="Noto Sans SC"/>
              </a:defRPr>
            </a:lvl6pPr>
            <a:lvl7pPr algn="l">
              <a:defRPr sz="1725" b="1">
                <a:solidFill>
                  <a:srgbClr val="26343C"/>
                </a:solidFill>
                <a:latin typeface="Noto Sans SC"/>
                <a:ea typeface="Noto Sans SC"/>
                <a:cs typeface="Noto Sans SC"/>
              </a:defRPr>
            </a:lvl7pPr>
            <a:lvl8pPr algn="l">
              <a:defRPr sz="1725" b="1">
                <a:solidFill>
                  <a:srgbClr val="26343C"/>
                </a:solidFill>
                <a:latin typeface="Noto Sans SC"/>
                <a:ea typeface="Noto Sans SC"/>
                <a:cs typeface="Noto Sans SC"/>
              </a:defRPr>
            </a:lvl8pPr>
            <a:lvl9pPr algn="l">
              <a:defRPr sz="1725" b="1">
                <a:solidFill>
                  <a:srgbClr val="26343C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l">
              <a:lnSpc>
                <a:spcPct val="100000"/>
              </a:lnSpc>
              <a:buNone/>
              <a:defRPr sz="1725" b="1">
                <a:solidFill>
                  <a:srgbClr val="26343C"/>
                </a:solidFill>
                <a:latin typeface="Noto Sans SC"/>
                <a:ea typeface="Noto Sans SC"/>
                <a:cs typeface="Noto Sans SC"/>
              </a:defRPr>
            </a:pPr>
            <a:r>
              <a:rPr sz="1725" b="1">
                <a:solidFill>
                  <a:srgbClr val="26343C"/>
                </a:solidFill>
                <a:latin typeface="Noto Sans SC"/>
                <a:ea typeface="Noto Sans SC"/>
                <a:cs typeface="Noto Sans SC"/>
              </a:rPr>
              <a:t>结果附图  /  17 张立面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3A118210-3A50-4FE2-A443-89C7C7678FC6}"/>
              </a:ext>
            </a:extLst>
          </p:cNvPr>
          <p:cNvSpPr>
            <a:spLocks noGrp="1"/>
          </p:cNvSpPr>
          <p:nvPr/>
        </p:nvSpPr>
        <p:spPr>
          <a:xfrm>
            <a:off x="361950" y="609600"/>
            <a:ext cx="11468100" cy="66675"/>
          </a:xfrm>
          <a:prstGeom prst="rect">
            <a:avLst/>
          </a:prstGeom>
          <a:solidFill>
            <a:srgbClr val="A9BCC2"/>
          </a:solidFill>
          <a:ln w="0">
            <a:noFill/>
            <a:prstDash val="solid"/>
          </a:ln>
        </p:spPr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E4FBA121-8940-40E6-83F7-DC184B2769DF}"/>
              </a:ext>
            </a:extLst>
          </p:cNvPr>
          <p:cNvSpPr>
            <a:spLocks noGrp="1"/>
          </p:cNvSpPr>
          <p:nvPr/>
        </p:nvSpPr>
        <p:spPr>
          <a:xfrm>
            <a:off x="609600" y="866775"/>
            <a:ext cx="10972800" cy="5429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775" b="1">
                <a:solidFill>
                  <a:srgbClr val="26343C"/>
                </a:solidFill>
                <a:latin typeface="Noto Sans SC"/>
                <a:ea typeface="Noto Sans SC"/>
                <a:cs typeface="Noto Sans SC"/>
              </a:defRPr>
            </a:defPPr>
            <a:lvl1pPr algn="l">
              <a:defRPr sz="2775" b="1">
                <a:solidFill>
                  <a:srgbClr val="26343C"/>
                </a:solidFill>
                <a:latin typeface="Noto Sans SC"/>
                <a:ea typeface="Noto Sans SC"/>
                <a:cs typeface="Noto Sans SC"/>
              </a:defRPr>
            </a:lvl1pPr>
            <a:lvl2pPr algn="l">
              <a:defRPr sz="2775" b="1">
                <a:solidFill>
                  <a:srgbClr val="26343C"/>
                </a:solidFill>
                <a:latin typeface="Noto Sans SC"/>
                <a:ea typeface="Noto Sans SC"/>
                <a:cs typeface="Noto Sans SC"/>
              </a:defRPr>
            </a:lvl2pPr>
            <a:lvl3pPr algn="l">
              <a:defRPr sz="2775" b="1">
                <a:solidFill>
                  <a:srgbClr val="26343C"/>
                </a:solidFill>
                <a:latin typeface="Noto Sans SC"/>
                <a:ea typeface="Noto Sans SC"/>
                <a:cs typeface="Noto Sans SC"/>
              </a:defRPr>
            </a:lvl3pPr>
            <a:lvl4pPr algn="l">
              <a:defRPr sz="2775" b="1">
                <a:solidFill>
                  <a:srgbClr val="26343C"/>
                </a:solidFill>
                <a:latin typeface="Noto Sans SC"/>
                <a:ea typeface="Noto Sans SC"/>
                <a:cs typeface="Noto Sans SC"/>
              </a:defRPr>
            </a:lvl4pPr>
            <a:lvl5pPr algn="l">
              <a:defRPr sz="2775" b="1">
                <a:solidFill>
                  <a:srgbClr val="26343C"/>
                </a:solidFill>
                <a:latin typeface="Noto Sans SC"/>
                <a:ea typeface="Noto Sans SC"/>
                <a:cs typeface="Noto Sans SC"/>
              </a:defRPr>
            </a:lvl5pPr>
            <a:lvl6pPr algn="l">
              <a:defRPr sz="2775" b="1">
                <a:solidFill>
                  <a:srgbClr val="26343C"/>
                </a:solidFill>
                <a:latin typeface="Noto Sans SC"/>
                <a:ea typeface="Noto Sans SC"/>
                <a:cs typeface="Noto Sans SC"/>
              </a:defRPr>
            </a:lvl6pPr>
            <a:lvl7pPr algn="l">
              <a:defRPr sz="2775" b="1">
                <a:solidFill>
                  <a:srgbClr val="26343C"/>
                </a:solidFill>
                <a:latin typeface="Noto Sans SC"/>
                <a:ea typeface="Noto Sans SC"/>
                <a:cs typeface="Noto Sans SC"/>
              </a:defRPr>
            </a:lvl7pPr>
            <a:lvl8pPr algn="l">
              <a:defRPr sz="2775" b="1">
                <a:solidFill>
                  <a:srgbClr val="26343C"/>
                </a:solidFill>
                <a:latin typeface="Noto Sans SC"/>
                <a:ea typeface="Noto Sans SC"/>
                <a:cs typeface="Noto Sans SC"/>
              </a:defRPr>
            </a:lvl8pPr>
            <a:lvl9pPr algn="l">
              <a:defRPr sz="2775" b="1">
                <a:solidFill>
                  <a:srgbClr val="26343C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l">
              <a:lnSpc>
                <a:spcPct val="100000"/>
              </a:lnSpc>
              <a:buNone/>
              <a:defRPr sz="2775" b="1">
                <a:solidFill>
                  <a:srgbClr val="26343C"/>
                </a:solidFill>
                <a:latin typeface="Noto Sans SC"/>
                <a:ea typeface="Noto Sans SC"/>
                <a:cs typeface="Noto Sans SC"/>
              </a:defRPr>
            </a:pPr>
            <a:r>
              <a:rPr sz="2775" b="1">
                <a:solidFill>
                  <a:srgbClr val="26343C"/>
                </a:solidFill>
                <a:latin typeface="Noto Sans SC"/>
                <a:ea typeface="Noto Sans SC"/>
                <a:cs typeface="Noto Sans SC"/>
              </a:rPr>
              <a:t>立面检测图集  1 / 4  ·  纵向照片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B50EB64D-7293-4EFB-A1D0-BC281BF87B76}"/>
              </a:ext>
            </a:extLst>
          </p:cNvPr>
          <p:cNvSpPr>
            <a:spLocks noGrp="1"/>
          </p:cNvSpPr>
          <p:nvPr/>
        </p:nvSpPr>
        <p:spPr>
          <a:xfrm>
            <a:off x="609600" y="6410325"/>
            <a:ext cx="10972800" cy="9525"/>
          </a:xfrm>
          <a:prstGeom prst="rect">
            <a:avLst/>
          </a:prstGeom>
          <a:solidFill>
            <a:srgbClr val="B8C8CC"/>
          </a:solidFill>
          <a:ln w="0">
            <a:noFill/>
            <a:prstDash val="solid"/>
          </a:ln>
        </p:spPr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A9F67385-EAB8-4AC9-9CE8-416AC340C50C}"/>
              </a:ext>
            </a:extLst>
          </p:cNvPr>
          <p:cNvSpPr>
            <a:spLocks noGrp="1"/>
          </p:cNvSpPr>
          <p:nvPr/>
        </p:nvSpPr>
        <p:spPr>
          <a:xfrm>
            <a:off x="11163300" y="6515100"/>
            <a:ext cx="409575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r">
              <a:defRPr sz="1050" b="0">
                <a:solidFill>
                  <a:srgbClr val="567F8B"/>
                </a:solidFill>
                <a:latin typeface="Georgia"/>
                <a:ea typeface="Georgia"/>
                <a:cs typeface="Georgia"/>
              </a:defRPr>
            </a:defPPr>
            <a:lvl1pPr algn="r">
              <a:defRPr sz="1050" b="0">
                <a:solidFill>
                  <a:srgbClr val="567F8B"/>
                </a:solidFill>
                <a:latin typeface="Georgia"/>
                <a:ea typeface="Georgia"/>
                <a:cs typeface="Georgia"/>
              </a:defRPr>
            </a:lvl1pPr>
            <a:lvl2pPr algn="r">
              <a:defRPr sz="1050" b="0">
                <a:solidFill>
                  <a:srgbClr val="567F8B"/>
                </a:solidFill>
                <a:latin typeface="Georgia"/>
                <a:ea typeface="Georgia"/>
                <a:cs typeface="Georgia"/>
              </a:defRPr>
            </a:lvl2pPr>
            <a:lvl3pPr algn="r">
              <a:defRPr sz="1050" b="0">
                <a:solidFill>
                  <a:srgbClr val="567F8B"/>
                </a:solidFill>
                <a:latin typeface="Georgia"/>
                <a:ea typeface="Georgia"/>
                <a:cs typeface="Georgia"/>
              </a:defRPr>
            </a:lvl3pPr>
            <a:lvl4pPr algn="r">
              <a:defRPr sz="1050" b="0">
                <a:solidFill>
                  <a:srgbClr val="567F8B"/>
                </a:solidFill>
                <a:latin typeface="Georgia"/>
                <a:ea typeface="Georgia"/>
                <a:cs typeface="Georgia"/>
              </a:defRPr>
            </a:lvl4pPr>
            <a:lvl5pPr algn="r">
              <a:defRPr sz="1050" b="0">
                <a:solidFill>
                  <a:srgbClr val="567F8B"/>
                </a:solidFill>
                <a:latin typeface="Georgia"/>
                <a:ea typeface="Georgia"/>
                <a:cs typeface="Georgia"/>
              </a:defRPr>
            </a:lvl5pPr>
            <a:lvl6pPr algn="r">
              <a:defRPr sz="1050" b="0">
                <a:solidFill>
                  <a:srgbClr val="567F8B"/>
                </a:solidFill>
                <a:latin typeface="Georgia"/>
                <a:ea typeface="Georgia"/>
                <a:cs typeface="Georgia"/>
              </a:defRPr>
            </a:lvl6pPr>
            <a:lvl7pPr algn="r">
              <a:defRPr sz="1050" b="0">
                <a:solidFill>
                  <a:srgbClr val="567F8B"/>
                </a:solidFill>
                <a:latin typeface="Georgia"/>
                <a:ea typeface="Georgia"/>
                <a:cs typeface="Georgia"/>
              </a:defRPr>
            </a:lvl7pPr>
            <a:lvl8pPr algn="r">
              <a:defRPr sz="1050" b="0">
                <a:solidFill>
                  <a:srgbClr val="567F8B"/>
                </a:solidFill>
                <a:latin typeface="Georgia"/>
                <a:ea typeface="Georgia"/>
                <a:cs typeface="Georgia"/>
              </a:defRPr>
            </a:lvl8pPr>
            <a:lvl9pPr algn="r">
              <a:defRPr sz="1050" b="0">
                <a:solidFill>
                  <a:srgbClr val="567F8B"/>
                </a:solidFill>
                <a:latin typeface="Georgia"/>
                <a:ea typeface="Georgia"/>
                <a:cs typeface="Georgia"/>
              </a:defRPr>
            </a:lvl9pPr>
          </a:lstStyle>
          <a:p>
            <a:pPr algn="r">
              <a:lnSpc>
                <a:spcPct val="100000"/>
              </a:lnSpc>
              <a:buNone/>
              <a:defRPr sz="1050" b="0">
                <a:solidFill>
                  <a:srgbClr val="567F8B"/>
                </a:solidFill>
                <a:latin typeface="Georgia"/>
                <a:ea typeface="Georgia"/>
                <a:cs typeface="Georgia"/>
              </a:defRPr>
            </a:pPr>
            <a:r>
              <a:rPr lang="en-US" altLang="zh-CN" sz="1050" b="0">
                <a:solidFill>
                  <a:srgbClr val="567F8B"/>
                </a:solidFill>
                <a:latin typeface="Georgia"/>
                <a:ea typeface="Georgia"/>
                <a:cs typeface="Georgia"/>
              </a:rPr>
              <a:t>17</a:t>
            </a:r>
            <a:endParaRPr sz="1050" b="0">
              <a:solidFill>
                <a:srgbClr val="567F8B"/>
              </a:solidFill>
              <a:latin typeface="Georgia"/>
              <a:ea typeface="Georgia"/>
              <a:cs typeface="Georgia"/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E4FE6D5D-FDD9-4749-B980-D8E61AE343BD}"/>
              </a:ext>
            </a:extLst>
          </p:cNvPr>
          <p:cNvSpPr>
            <a:spLocks noGrp="1"/>
          </p:cNvSpPr>
          <p:nvPr/>
        </p:nvSpPr>
        <p:spPr>
          <a:xfrm>
            <a:off x="619125" y="1981200"/>
            <a:ext cx="2057400" cy="4038600"/>
          </a:xfrm>
          <a:prstGeom prst="rect">
            <a:avLst/>
          </a:prstGeom>
          <a:solidFill>
            <a:srgbClr val="FFFFFF"/>
          </a:solidFill>
          <a:ln w="9525">
            <a:solidFill>
              <a:srgbClr val="B8C8CC"/>
            </a:solidFill>
            <a:prstDash val="solid"/>
          </a:ln>
        </p:spPr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5EA076D8-DC7D-4EC7-A40B-FBEDAE34F41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695325" y="2602725"/>
            <a:ext cx="1905000" cy="2452651"/>
          </a:xfrm>
          <a:prstGeom prst="rect">
            <a:avLst/>
          </a:prstGeom>
        </p:spPr>
      </p:pic>
      <p:sp>
        <p:nvSpPr>
          <p:cNvPr id="8" name="矩形 7">
            <a:extLst>
              <a:ext uri="{FF2B5EF4-FFF2-40B4-BE49-F238E27FC236}">
                <a16:creationId xmlns:a16="http://schemas.microsoft.com/office/drawing/2014/main" id="{0E4F086F-3B04-408E-9B73-93CB98C85863}"/>
              </a:ext>
            </a:extLst>
          </p:cNvPr>
          <p:cNvSpPr>
            <a:spLocks noGrp="1"/>
          </p:cNvSpPr>
          <p:nvPr/>
        </p:nvSpPr>
        <p:spPr>
          <a:xfrm>
            <a:off x="714375" y="5610225"/>
            <a:ext cx="1866900" cy="9525"/>
          </a:xfrm>
          <a:prstGeom prst="rect">
            <a:avLst/>
          </a:prstGeom>
          <a:solidFill>
            <a:srgbClr val="B8C8CC"/>
          </a:solidFill>
          <a:ln w="0">
            <a:noFill/>
            <a:prstDash val="solid"/>
          </a:ln>
        </p:spPr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67EFECFF-0EDD-4A70-B250-F43B1AE1E4C9}"/>
              </a:ext>
            </a:extLst>
          </p:cNvPr>
          <p:cNvSpPr>
            <a:spLocks noGrp="1"/>
          </p:cNvSpPr>
          <p:nvPr/>
        </p:nvSpPr>
        <p:spPr>
          <a:xfrm>
            <a:off x="752475" y="5695950"/>
            <a:ext cx="1790700" cy="2571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ctr">
              <a:defRPr sz="1200" b="0">
                <a:solidFill>
                  <a:srgbClr val="26343C"/>
                </a:solidFill>
                <a:latin typeface="Georgia"/>
                <a:ea typeface="Georgia"/>
                <a:cs typeface="Georgia"/>
              </a:defRPr>
            </a:defPPr>
            <a:lvl1pPr algn="ctr">
              <a:defRPr sz="1200" b="0">
                <a:solidFill>
                  <a:srgbClr val="26343C"/>
                </a:solidFill>
                <a:latin typeface="Georgia"/>
                <a:ea typeface="Georgia"/>
                <a:cs typeface="Georgia"/>
              </a:defRPr>
            </a:lvl1pPr>
            <a:lvl2pPr algn="ctr">
              <a:defRPr sz="1200" b="0">
                <a:solidFill>
                  <a:srgbClr val="26343C"/>
                </a:solidFill>
                <a:latin typeface="Georgia"/>
                <a:ea typeface="Georgia"/>
                <a:cs typeface="Georgia"/>
              </a:defRPr>
            </a:lvl2pPr>
            <a:lvl3pPr algn="ctr">
              <a:defRPr sz="1200" b="0">
                <a:solidFill>
                  <a:srgbClr val="26343C"/>
                </a:solidFill>
                <a:latin typeface="Georgia"/>
                <a:ea typeface="Georgia"/>
                <a:cs typeface="Georgia"/>
              </a:defRPr>
            </a:lvl3pPr>
            <a:lvl4pPr algn="ctr">
              <a:defRPr sz="1200" b="0">
                <a:solidFill>
                  <a:srgbClr val="26343C"/>
                </a:solidFill>
                <a:latin typeface="Georgia"/>
                <a:ea typeface="Georgia"/>
                <a:cs typeface="Georgia"/>
              </a:defRPr>
            </a:lvl4pPr>
            <a:lvl5pPr algn="ctr">
              <a:defRPr sz="1200" b="0">
                <a:solidFill>
                  <a:srgbClr val="26343C"/>
                </a:solidFill>
                <a:latin typeface="Georgia"/>
                <a:ea typeface="Georgia"/>
                <a:cs typeface="Georgia"/>
              </a:defRPr>
            </a:lvl5pPr>
            <a:lvl6pPr algn="ctr">
              <a:defRPr sz="1200" b="0">
                <a:solidFill>
                  <a:srgbClr val="26343C"/>
                </a:solidFill>
                <a:latin typeface="Georgia"/>
                <a:ea typeface="Georgia"/>
                <a:cs typeface="Georgia"/>
              </a:defRPr>
            </a:lvl6pPr>
            <a:lvl7pPr algn="ctr">
              <a:defRPr sz="1200" b="0">
                <a:solidFill>
                  <a:srgbClr val="26343C"/>
                </a:solidFill>
                <a:latin typeface="Georgia"/>
                <a:ea typeface="Georgia"/>
                <a:cs typeface="Georgia"/>
              </a:defRPr>
            </a:lvl7pPr>
            <a:lvl8pPr algn="ctr">
              <a:defRPr sz="1200" b="0">
                <a:solidFill>
                  <a:srgbClr val="26343C"/>
                </a:solidFill>
                <a:latin typeface="Georgia"/>
                <a:ea typeface="Georgia"/>
                <a:cs typeface="Georgia"/>
              </a:defRPr>
            </a:lvl8pPr>
            <a:lvl9pPr algn="ctr">
              <a:defRPr sz="1200" b="0">
                <a:solidFill>
                  <a:srgbClr val="26343C"/>
                </a:solidFill>
                <a:latin typeface="Georgia"/>
                <a:ea typeface="Georgia"/>
                <a:cs typeface="Georgia"/>
              </a:defRPr>
            </a:lvl9pPr>
          </a:lstStyle>
          <a:p>
            <a:pPr algn="ctr">
              <a:lnSpc>
                <a:spcPct val="100000"/>
              </a:lnSpc>
              <a:buNone/>
              <a:defRPr sz="1200" b="0">
                <a:solidFill>
                  <a:srgbClr val="26343C"/>
                </a:solidFill>
                <a:latin typeface="Georgia"/>
                <a:ea typeface="Georgia"/>
                <a:cs typeface="Georgia"/>
              </a:defRPr>
            </a:pPr>
            <a:r>
              <a:rPr sz="1200" b="0">
                <a:solidFill>
                  <a:srgbClr val="26343C"/>
                </a:solidFill>
                <a:latin typeface="Georgia"/>
                <a:ea typeface="Georgia"/>
                <a:cs typeface="Georgia"/>
              </a:rPr>
              <a:t>4906970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6AFC607-DFFD-4091-8C2D-EE0895BD74B0}"/>
              </a:ext>
            </a:extLst>
          </p:cNvPr>
          <p:cNvSpPr>
            <a:spLocks noGrp="1"/>
          </p:cNvSpPr>
          <p:nvPr/>
        </p:nvSpPr>
        <p:spPr>
          <a:xfrm>
            <a:off x="2847975" y="1981200"/>
            <a:ext cx="2057400" cy="4038600"/>
          </a:xfrm>
          <a:prstGeom prst="rect">
            <a:avLst/>
          </a:prstGeom>
          <a:solidFill>
            <a:srgbClr val="FFFFFF"/>
          </a:solidFill>
          <a:ln w="9525">
            <a:solidFill>
              <a:srgbClr val="B8C8CC"/>
            </a:solidFill>
            <a:prstDash val="solid"/>
          </a:ln>
        </p:spPr>
      </p:sp>
      <p:pic>
        <p:nvPicPr>
          <p:cNvPr id="11" name="图片 10">
            <a:extLst>
              <a:ext uri="{FF2B5EF4-FFF2-40B4-BE49-F238E27FC236}">
                <a16:creationId xmlns:a16="http://schemas.microsoft.com/office/drawing/2014/main" id="{2CE2DA11-05C5-495F-8CF4-AC2C5FC0A77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3175119" y="2057400"/>
            <a:ext cx="1403111" cy="3543300"/>
          </a:xfrm>
          <a:prstGeom prst="rect">
            <a:avLst/>
          </a:prstGeom>
        </p:spPr>
      </p:pic>
      <p:sp>
        <p:nvSpPr>
          <p:cNvPr id="12" name="矩形 11">
            <a:extLst>
              <a:ext uri="{FF2B5EF4-FFF2-40B4-BE49-F238E27FC236}">
                <a16:creationId xmlns:a16="http://schemas.microsoft.com/office/drawing/2014/main" id="{6E0D9292-C3AD-487E-BF8B-ABFCDD4C2C71}"/>
              </a:ext>
            </a:extLst>
          </p:cNvPr>
          <p:cNvSpPr>
            <a:spLocks noGrp="1"/>
          </p:cNvSpPr>
          <p:nvPr/>
        </p:nvSpPr>
        <p:spPr>
          <a:xfrm>
            <a:off x="2943225" y="5610225"/>
            <a:ext cx="1866900" cy="9525"/>
          </a:xfrm>
          <a:prstGeom prst="rect">
            <a:avLst/>
          </a:prstGeom>
          <a:solidFill>
            <a:srgbClr val="B8C8CC"/>
          </a:solidFill>
          <a:ln w="0">
            <a:noFill/>
            <a:prstDash val="solid"/>
          </a:ln>
        </p:spPr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F5D9AC09-D446-4235-AA3C-E66380EE8BB4}"/>
              </a:ext>
            </a:extLst>
          </p:cNvPr>
          <p:cNvSpPr>
            <a:spLocks noGrp="1"/>
          </p:cNvSpPr>
          <p:nvPr/>
        </p:nvSpPr>
        <p:spPr>
          <a:xfrm>
            <a:off x="2981325" y="5695950"/>
            <a:ext cx="1790700" cy="2571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ctr">
              <a:defRPr sz="1200" b="0">
                <a:solidFill>
                  <a:srgbClr val="26343C"/>
                </a:solidFill>
                <a:latin typeface="Georgia"/>
                <a:ea typeface="Georgia"/>
                <a:cs typeface="Georgia"/>
              </a:defRPr>
            </a:defPPr>
            <a:lvl1pPr algn="ctr">
              <a:defRPr sz="1200" b="0">
                <a:solidFill>
                  <a:srgbClr val="26343C"/>
                </a:solidFill>
                <a:latin typeface="Georgia"/>
                <a:ea typeface="Georgia"/>
                <a:cs typeface="Georgia"/>
              </a:defRPr>
            </a:lvl1pPr>
            <a:lvl2pPr algn="ctr">
              <a:defRPr sz="1200" b="0">
                <a:solidFill>
                  <a:srgbClr val="26343C"/>
                </a:solidFill>
                <a:latin typeface="Georgia"/>
                <a:ea typeface="Georgia"/>
                <a:cs typeface="Georgia"/>
              </a:defRPr>
            </a:lvl2pPr>
            <a:lvl3pPr algn="ctr">
              <a:defRPr sz="1200" b="0">
                <a:solidFill>
                  <a:srgbClr val="26343C"/>
                </a:solidFill>
                <a:latin typeface="Georgia"/>
                <a:ea typeface="Georgia"/>
                <a:cs typeface="Georgia"/>
              </a:defRPr>
            </a:lvl3pPr>
            <a:lvl4pPr algn="ctr">
              <a:defRPr sz="1200" b="0">
                <a:solidFill>
                  <a:srgbClr val="26343C"/>
                </a:solidFill>
                <a:latin typeface="Georgia"/>
                <a:ea typeface="Georgia"/>
                <a:cs typeface="Georgia"/>
              </a:defRPr>
            </a:lvl4pPr>
            <a:lvl5pPr algn="ctr">
              <a:defRPr sz="1200" b="0">
                <a:solidFill>
                  <a:srgbClr val="26343C"/>
                </a:solidFill>
                <a:latin typeface="Georgia"/>
                <a:ea typeface="Georgia"/>
                <a:cs typeface="Georgia"/>
              </a:defRPr>
            </a:lvl5pPr>
            <a:lvl6pPr algn="ctr">
              <a:defRPr sz="1200" b="0">
                <a:solidFill>
                  <a:srgbClr val="26343C"/>
                </a:solidFill>
                <a:latin typeface="Georgia"/>
                <a:ea typeface="Georgia"/>
                <a:cs typeface="Georgia"/>
              </a:defRPr>
            </a:lvl6pPr>
            <a:lvl7pPr algn="ctr">
              <a:defRPr sz="1200" b="0">
                <a:solidFill>
                  <a:srgbClr val="26343C"/>
                </a:solidFill>
                <a:latin typeface="Georgia"/>
                <a:ea typeface="Georgia"/>
                <a:cs typeface="Georgia"/>
              </a:defRPr>
            </a:lvl7pPr>
            <a:lvl8pPr algn="ctr">
              <a:defRPr sz="1200" b="0">
                <a:solidFill>
                  <a:srgbClr val="26343C"/>
                </a:solidFill>
                <a:latin typeface="Georgia"/>
                <a:ea typeface="Georgia"/>
                <a:cs typeface="Georgia"/>
              </a:defRPr>
            </a:lvl8pPr>
            <a:lvl9pPr algn="ctr">
              <a:defRPr sz="1200" b="0">
                <a:solidFill>
                  <a:srgbClr val="26343C"/>
                </a:solidFill>
                <a:latin typeface="Georgia"/>
                <a:ea typeface="Georgia"/>
                <a:cs typeface="Georgia"/>
              </a:defRPr>
            </a:lvl9pPr>
          </a:lstStyle>
          <a:p>
            <a:pPr algn="ctr">
              <a:lnSpc>
                <a:spcPct val="100000"/>
              </a:lnSpc>
              <a:buNone/>
              <a:defRPr sz="1200" b="0">
                <a:solidFill>
                  <a:srgbClr val="26343C"/>
                </a:solidFill>
                <a:latin typeface="Georgia"/>
                <a:ea typeface="Georgia"/>
                <a:cs typeface="Georgia"/>
              </a:defRPr>
            </a:pPr>
            <a:r>
              <a:rPr sz="1200" b="0">
                <a:solidFill>
                  <a:srgbClr val="26343C"/>
                </a:solidFill>
                <a:latin typeface="Georgia"/>
                <a:ea typeface="Georgia"/>
                <a:cs typeface="Georgia"/>
              </a:rPr>
              <a:t>4906972_front_01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986493F9-0970-42CC-8885-7B52DBADF84F}"/>
              </a:ext>
            </a:extLst>
          </p:cNvPr>
          <p:cNvSpPr>
            <a:spLocks noGrp="1"/>
          </p:cNvSpPr>
          <p:nvPr/>
        </p:nvSpPr>
        <p:spPr>
          <a:xfrm>
            <a:off x="5076825" y="1981200"/>
            <a:ext cx="2057400" cy="4038600"/>
          </a:xfrm>
          <a:prstGeom prst="rect">
            <a:avLst/>
          </a:prstGeom>
          <a:solidFill>
            <a:srgbClr val="FFFFFF"/>
          </a:solidFill>
          <a:ln w="9525">
            <a:solidFill>
              <a:srgbClr val="B8C8CC"/>
            </a:solidFill>
            <a:prstDash val="solid"/>
          </a:ln>
        </p:spPr>
      </p:sp>
      <p:pic>
        <p:nvPicPr>
          <p:cNvPr id="15" name="图片 14">
            <a:extLst>
              <a:ext uri="{FF2B5EF4-FFF2-40B4-BE49-F238E27FC236}">
                <a16:creationId xmlns:a16="http://schemas.microsoft.com/office/drawing/2014/main" id="{654015DE-7927-42B4-9D71-42C7213159B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/>
        </p:blipFill>
        <p:spPr>
          <a:xfrm>
            <a:off x="5416192" y="2057400"/>
            <a:ext cx="1378666" cy="3543300"/>
          </a:xfrm>
          <a:prstGeom prst="rect">
            <a:avLst/>
          </a:prstGeom>
        </p:spPr>
      </p:pic>
      <p:sp>
        <p:nvSpPr>
          <p:cNvPr id="16" name="矩形 15">
            <a:extLst>
              <a:ext uri="{FF2B5EF4-FFF2-40B4-BE49-F238E27FC236}">
                <a16:creationId xmlns:a16="http://schemas.microsoft.com/office/drawing/2014/main" id="{9F7BCAD0-6930-4E2C-B98A-2415BCF03BDB}"/>
              </a:ext>
            </a:extLst>
          </p:cNvPr>
          <p:cNvSpPr>
            <a:spLocks noGrp="1"/>
          </p:cNvSpPr>
          <p:nvPr/>
        </p:nvSpPr>
        <p:spPr>
          <a:xfrm>
            <a:off x="5172075" y="5610225"/>
            <a:ext cx="1866900" cy="9525"/>
          </a:xfrm>
          <a:prstGeom prst="rect">
            <a:avLst/>
          </a:prstGeom>
          <a:solidFill>
            <a:srgbClr val="B8C8CC"/>
          </a:solidFill>
          <a:ln w="0">
            <a:noFill/>
            <a:prstDash val="solid"/>
          </a:ln>
        </p:spPr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E463FCE0-8E54-4A1E-9EB6-FADA68CEA9D6}"/>
              </a:ext>
            </a:extLst>
          </p:cNvPr>
          <p:cNvSpPr>
            <a:spLocks noGrp="1"/>
          </p:cNvSpPr>
          <p:nvPr/>
        </p:nvSpPr>
        <p:spPr>
          <a:xfrm>
            <a:off x="5210175" y="5695950"/>
            <a:ext cx="1790700" cy="2571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ctr">
              <a:defRPr sz="1200" b="0">
                <a:solidFill>
                  <a:srgbClr val="26343C"/>
                </a:solidFill>
                <a:latin typeface="Georgia"/>
                <a:ea typeface="Georgia"/>
                <a:cs typeface="Georgia"/>
              </a:defRPr>
            </a:defPPr>
            <a:lvl1pPr algn="ctr">
              <a:defRPr sz="1200" b="0">
                <a:solidFill>
                  <a:srgbClr val="26343C"/>
                </a:solidFill>
                <a:latin typeface="Georgia"/>
                <a:ea typeface="Georgia"/>
                <a:cs typeface="Georgia"/>
              </a:defRPr>
            </a:lvl1pPr>
            <a:lvl2pPr algn="ctr">
              <a:defRPr sz="1200" b="0">
                <a:solidFill>
                  <a:srgbClr val="26343C"/>
                </a:solidFill>
                <a:latin typeface="Georgia"/>
                <a:ea typeface="Georgia"/>
                <a:cs typeface="Georgia"/>
              </a:defRPr>
            </a:lvl2pPr>
            <a:lvl3pPr algn="ctr">
              <a:defRPr sz="1200" b="0">
                <a:solidFill>
                  <a:srgbClr val="26343C"/>
                </a:solidFill>
                <a:latin typeface="Georgia"/>
                <a:ea typeface="Georgia"/>
                <a:cs typeface="Georgia"/>
              </a:defRPr>
            </a:lvl3pPr>
            <a:lvl4pPr algn="ctr">
              <a:defRPr sz="1200" b="0">
                <a:solidFill>
                  <a:srgbClr val="26343C"/>
                </a:solidFill>
                <a:latin typeface="Georgia"/>
                <a:ea typeface="Georgia"/>
                <a:cs typeface="Georgia"/>
              </a:defRPr>
            </a:lvl4pPr>
            <a:lvl5pPr algn="ctr">
              <a:defRPr sz="1200" b="0">
                <a:solidFill>
                  <a:srgbClr val="26343C"/>
                </a:solidFill>
                <a:latin typeface="Georgia"/>
                <a:ea typeface="Georgia"/>
                <a:cs typeface="Georgia"/>
              </a:defRPr>
            </a:lvl5pPr>
            <a:lvl6pPr algn="ctr">
              <a:defRPr sz="1200" b="0">
                <a:solidFill>
                  <a:srgbClr val="26343C"/>
                </a:solidFill>
                <a:latin typeface="Georgia"/>
                <a:ea typeface="Georgia"/>
                <a:cs typeface="Georgia"/>
              </a:defRPr>
            </a:lvl6pPr>
            <a:lvl7pPr algn="ctr">
              <a:defRPr sz="1200" b="0">
                <a:solidFill>
                  <a:srgbClr val="26343C"/>
                </a:solidFill>
                <a:latin typeface="Georgia"/>
                <a:ea typeface="Georgia"/>
                <a:cs typeface="Georgia"/>
              </a:defRPr>
            </a:lvl7pPr>
            <a:lvl8pPr algn="ctr">
              <a:defRPr sz="1200" b="0">
                <a:solidFill>
                  <a:srgbClr val="26343C"/>
                </a:solidFill>
                <a:latin typeface="Georgia"/>
                <a:ea typeface="Georgia"/>
                <a:cs typeface="Georgia"/>
              </a:defRPr>
            </a:lvl8pPr>
            <a:lvl9pPr algn="ctr">
              <a:defRPr sz="1200" b="0">
                <a:solidFill>
                  <a:srgbClr val="26343C"/>
                </a:solidFill>
                <a:latin typeface="Georgia"/>
                <a:ea typeface="Georgia"/>
                <a:cs typeface="Georgia"/>
              </a:defRPr>
            </a:lvl9pPr>
          </a:lstStyle>
          <a:p>
            <a:pPr algn="ctr">
              <a:lnSpc>
                <a:spcPct val="100000"/>
              </a:lnSpc>
              <a:buNone/>
              <a:defRPr sz="1200" b="0">
                <a:solidFill>
                  <a:srgbClr val="26343C"/>
                </a:solidFill>
                <a:latin typeface="Georgia"/>
                <a:ea typeface="Georgia"/>
                <a:cs typeface="Georgia"/>
              </a:defRPr>
            </a:pPr>
            <a:r>
              <a:rPr sz="1200" b="0">
                <a:solidFill>
                  <a:srgbClr val="26343C"/>
                </a:solidFill>
                <a:latin typeface="Georgia"/>
                <a:ea typeface="Georgia"/>
                <a:cs typeface="Georgia"/>
              </a:rPr>
              <a:t>4906972_front_03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C52CFA9E-BACF-448C-A351-45D1D773DD92}"/>
              </a:ext>
            </a:extLst>
          </p:cNvPr>
          <p:cNvSpPr>
            <a:spLocks noGrp="1"/>
          </p:cNvSpPr>
          <p:nvPr/>
        </p:nvSpPr>
        <p:spPr>
          <a:xfrm>
            <a:off x="7305675" y="1981200"/>
            <a:ext cx="2057400" cy="4038600"/>
          </a:xfrm>
          <a:prstGeom prst="rect">
            <a:avLst/>
          </a:prstGeom>
          <a:solidFill>
            <a:srgbClr val="FFFFFF"/>
          </a:solidFill>
          <a:ln w="9525">
            <a:solidFill>
              <a:srgbClr val="B8C8CC"/>
            </a:solidFill>
            <a:prstDash val="solid"/>
          </a:ln>
        </p:spPr>
      </p:sp>
      <p:pic>
        <p:nvPicPr>
          <p:cNvPr id="19" name="图片 18">
            <a:extLst>
              <a:ext uri="{FF2B5EF4-FFF2-40B4-BE49-F238E27FC236}">
                <a16:creationId xmlns:a16="http://schemas.microsoft.com/office/drawing/2014/main" id="{14D8AC1F-B68A-43ED-8A12-DEAEAB4DFBC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/>
        </p:blipFill>
        <p:spPr>
          <a:xfrm>
            <a:off x="7381875" y="2543009"/>
            <a:ext cx="1905000" cy="2572082"/>
          </a:xfrm>
          <a:prstGeom prst="rect">
            <a:avLst/>
          </a:prstGeom>
        </p:spPr>
      </p:pic>
      <p:sp>
        <p:nvSpPr>
          <p:cNvPr id="20" name="矩形 19">
            <a:extLst>
              <a:ext uri="{FF2B5EF4-FFF2-40B4-BE49-F238E27FC236}">
                <a16:creationId xmlns:a16="http://schemas.microsoft.com/office/drawing/2014/main" id="{7E1B71FB-E4DA-4106-A6CD-29E821CA68EC}"/>
              </a:ext>
            </a:extLst>
          </p:cNvPr>
          <p:cNvSpPr>
            <a:spLocks noGrp="1"/>
          </p:cNvSpPr>
          <p:nvPr/>
        </p:nvSpPr>
        <p:spPr>
          <a:xfrm>
            <a:off x="7400925" y="5610225"/>
            <a:ext cx="1866900" cy="9525"/>
          </a:xfrm>
          <a:prstGeom prst="rect">
            <a:avLst/>
          </a:prstGeom>
          <a:solidFill>
            <a:srgbClr val="B8C8CC"/>
          </a:solidFill>
          <a:ln w="0">
            <a:noFill/>
            <a:prstDash val="solid"/>
          </a:ln>
        </p:spPr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EA0AE8AC-D97E-401D-944D-40F7DA06C71D}"/>
              </a:ext>
            </a:extLst>
          </p:cNvPr>
          <p:cNvSpPr>
            <a:spLocks noGrp="1"/>
          </p:cNvSpPr>
          <p:nvPr/>
        </p:nvSpPr>
        <p:spPr>
          <a:xfrm>
            <a:off x="7439025" y="5695950"/>
            <a:ext cx="1790700" cy="2571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ctr">
              <a:defRPr sz="1200" b="0">
                <a:solidFill>
                  <a:srgbClr val="26343C"/>
                </a:solidFill>
                <a:latin typeface="Georgia"/>
                <a:ea typeface="Georgia"/>
                <a:cs typeface="Georgia"/>
              </a:defRPr>
            </a:defPPr>
            <a:lvl1pPr algn="ctr">
              <a:defRPr sz="1200" b="0">
                <a:solidFill>
                  <a:srgbClr val="26343C"/>
                </a:solidFill>
                <a:latin typeface="Georgia"/>
                <a:ea typeface="Georgia"/>
                <a:cs typeface="Georgia"/>
              </a:defRPr>
            </a:lvl1pPr>
            <a:lvl2pPr algn="ctr">
              <a:defRPr sz="1200" b="0">
                <a:solidFill>
                  <a:srgbClr val="26343C"/>
                </a:solidFill>
                <a:latin typeface="Georgia"/>
                <a:ea typeface="Georgia"/>
                <a:cs typeface="Georgia"/>
              </a:defRPr>
            </a:lvl2pPr>
            <a:lvl3pPr algn="ctr">
              <a:defRPr sz="1200" b="0">
                <a:solidFill>
                  <a:srgbClr val="26343C"/>
                </a:solidFill>
                <a:latin typeface="Georgia"/>
                <a:ea typeface="Georgia"/>
                <a:cs typeface="Georgia"/>
              </a:defRPr>
            </a:lvl3pPr>
            <a:lvl4pPr algn="ctr">
              <a:defRPr sz="1200" b="0">
                <a:solidFill>
                  <a:srgbClr val="26343C"/>
                </a:solidFill>
                <a:latin typeface="Georgia"/>
                <a:ea typeface="Georgia"/>
                <a:cs typeface="Georgia"/>
              </a:defRPr>
            </a:lvl4pPr>
            <a:lvl5pPr algn="ctr">
              <a:defRPr sz="1200" b="0">
                <a:solidFill>
                  <a:srgbClr val="26343C"/>
                </a:solidFill>
                <a:latin typeface="Georgia"/>
                <a:ea typeface="Georgia"/>
                <a:cs typeface="Georgia"/>
              </a:defRPr>
            </a:lvl5pPr>
            <a:lvl6pPr algn="ctr">
              <a:defRPr sz="1200" b="0">
                <a:solidFill>
                  <a:srgbClr val="26343C"/>
                </a:solidFill>
                <a:latin typeface="Georgia"/>
                <a:ea typeface="Georgia"/>
                <a:cs typeface="Georgia"/>
              </a:defRPr>
            </a:lvl6pPr>
            <a:lvl7pPr algn="ctr">
              <a:defRPr sz="1200" b="0">
                <a:solidFill>
                  <a:srgbClr val="26343C"/>
                </a:solidFill>
                <a:latin typeface="Georgia"/>
                <a:ea typeface="Georgia"/>
                <a:cs typeface="Georgia"/>
              </a:defRPr>
            </a:lvl7pPr>
            <a:lvl8pPr algn="ctr">
              <a:defRPr sz="1200" b="0">
                <a:solidFill>
                  <a:srgbClr val="26343C"/>
                </a:solidFill>
                <a:latin typeface="Georgia"/>
                <a:ea typeface="Georgia"/>
                <a:cs typeface="Georgia"/>
              </a:defRPr>
            </a:lvl8pPr>
            <a:lvl9pPr algn="ctr">
              <a:defRPr sz="1200" b="0">
                <a:solidFill>
                  <a:srgbClr val="26343C"/>
                </a:solidFill>
                <a:latin typeface="Georgia"/>
                <a:ea typeface="Georgia"/>
                <a:cs typeface="Georgia"/>
              </a:defRPr>
            </a:lvl9pPr>
          </a:lstStyle>
          <a:p>
            <a:pPr algn="ctr">
              <a:lnSpc>
                <a:spcPct val="100000"/>
              </a:lnSpc>
              <a:buNone/>
              <a:defRPr sz="1200" b="0">
                <a:solidFill>
                  <a:srgbClr val="26343C"/>
                </a:solidFill>
                <a:latin typeface="Georgia"/>
                <a:ea typeface="Georgia"/>
                <a:cs typeface="Georgia"/>
              </a:defRPr>
            </a:pPr>
            <a:r>
              <a:rPr sz="1200" b="0">
                <a:solidFill>
                  <a:srgbClr val="26343C"/>
                </a:solidFill>
                <a:latin typeface="Georgia"/>
                <a:ea typeface="Georgia"/>
                <a:cs typeface="Georgia"/>
              </a:rPr>
              <a:t>4907514</a:t>
            </a: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EA0F993A-64CA-495A-9E1B-B9DAED512341}"/>
              </a:ext>
            </a:extLst>
          </p:cNvPr>
          <p:cNvSpPr>
            <a:spLocks noGrp="1"/>
          </p:cNvSpPr>
          <p:nvPr/>
        </p:nvSpPr>
        <p:spPr>
          <a:xfrm>
            <a:off x="9534525" y="1981200"/>
            <a:ext cx="2057400" cy="4038600"/>
          </a:xfrm>
          <a:prstGeom prst="rect">
            <a:avLst/>
          </a:prstGeom>
          <a:solidFill>
            <a:srgbClr val="FFFFFF"/>
          </a:solidFill>
          <a:ln w="9525">
            <a:solidFill>
              <a:srgbClr val="B8C8CC"/>
            </a:solidFill>
            <a:prstDash val="solid"/>
          </a:ln>
        </p:spPr>
      </p:sp>
      <p:pic>
        <p:nvPicPr>
          <p:cNvPr id="23" name="图片 22">
            <a:extLst>
              <a:ext uri="{FF2B5EF4-FFF2-40B4-BE49-F238E27FC236}">
                <a16:creationId xmlns:a16="http://schemas.microsoft.com/office/drawing/2014/main" id="{F1A58324-083C-4D55-90A0-4C9CC039FAAE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/>
        </p:blipFill>
        <p:spPr>
          <a:xfrm>
            <a:off x="9610725" y="2668659"/>
            <a:ext cx="1905000" cy="2320782"/>
          </a:xfrm>
          <a:prstGeom prst="rect">
            <a:avLst/>
          </a:prstGeom>
        </p:spPr>
      </p:pic>
      <p:sp>
        <p:nvSpPr>
          <p:cNvPr id="24" name="矩形 23">
            <a:extLst>
              <a:ext uri="{FF2B5EF4-FFF2-40B4-BE49-F238E27FC236}">
                <a16:creationId xmlns:a16="http://schemas.microsoft.com/office/drawing/2014/main" id="{60D10423-4981-4869-96DD-20914D31A0F4}"/>
              </a:ext>
            </a:extLst>
          </p:cNvPr>
          <p:cNvSpPr>
            <a:spLocks noGrp="1"/>
          </p:cNvSpPr>
          <p:nvPr/>
        </p:nvSpPr>
        <p:spPr>
          <a:xfrm>
            <a:off x="9629775" y="5610225"/>
            <a:ext cx="1866900" cy="9525"/>
          </a:xfrm>
          <a:prstGeom prst="rect">
            <a:avLst/>
          </a:prstGeom>
          <a:solidFill>
            <a:srgbClr val="B8C8CC"/>
          </a:solidFill>
          <a:ln w="0">
            <a:noFill/>
            <a:prstDash val="solid"/>
          </a:ln>
        </p:spPr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509138E0-F48E-4B04-A0C9-87C6CB150D61}"/>
              </a:ext>
            </a:extLst>
          </p:cNvPr>
          <p:cNvSpPr>
            <a:spLocks noGrp="1"/>
          </p:cNvSpPr>
          <p:nvPr/>
        </p:nvSpPr>
        <p:spPr>
          <a:xfrm>
            <a:off x="9667875" y="5695950"/>
            <a:ext cx="1790700" cy="2571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ctr">
              <a:defRPr sz="1200" b="0">
                <a:solidFill>
                  <a:srgbClr val="26343C"/>
                </a:solidFill>
                <a:latin typeface="Georgia"/>
                <a:ea typeface="Georgia"/>
                <a:cs typeface="Georgia"/>
              </a:defRPr>
            </a:defPPr>
            <a:lvl1pPr algn="ctr">
              <a:defRPr sz="1200" b="0">
                <a:solidFill>
                  <a:srgbClr val="26343C"/>
                </a:solidFill>
                <a:latin typeface="Georgia"/>
                <a:ea typeface="Georgia"/>
                <a:cs typeface="Georgia"/>
              </a:defRPr>
            </a:lvl1pPr>
            <a:lvl2pPr algn="ctr">
              <a:defRPr sz="1200" b="0">
                <a:solidFill>
                  <a:srgbClr val="26343C"/>
                </a:solidFill>
                <a:latin typeface="Georgia"/>
                <a:ea typeface="Georgia"/>
                <a:cs typeface="Georgia"/>
              </a:defRPr>
            </a:lvl2pPr>
            <a:lvl3pPr algn="ctr">
              <a:defRPr sz="1200" b="0">
                <a:solidFill>
                  <a:srgbClr val="26343C"/>
                </a:solidFill>
                <a:latin typeface="Georgia"/>
                <a:ea typeface="Georgia"/>
                <a:cs typeface="Georgia"/>
              </a:defRPr>
            </a:lvl3pPr>
            <a:lvl4pPr algn="ctr">
              <a:defRPr sz="1200" b="0">
                <a:solidFill>
                  <a:srgbClr val="26343C"/>
                </a:solidFill>
                <a:latin typeface="Georgia"/>
                <a:ea typeface="Georgia"/>
                <a:cs typeface="Georgia"/>
              </a:defRPr>
            </a:lvl4pPr>
            <a:lvl5pPr algn="ctr">
              <a:defRPr sz="1200" b="0">
                <a:solidFill>
                  <a:srgbClr val="26343C"/>
                </a:solidFill>
                <a:latin typeface="Georgia"/>
                <a:ea typeface="Georgia"/>
                <a:cs typeface="Georgia"/>
              </a:defRPr>
            </a:lvl5pPr>
            <a:lvl6pPr algn="ctr">
              <a:defRPr sz="1200" b="0">
                <a:solidFill>
                  <a:srgbClr val="26343C"/>
                </a:solidFill>
                <a:latin typeface="Georgia"/>
                <a:ea typeface="Georgia"/>
                <a:cs typeface="Georgia"/>
              </a:defRPr>
            </a:lvl6pPr>
            <a:lvl7pPr algn="ctr">
              <a:defRPr sz="1200" b="0">
                <a:solidFill>
                  <a:srgbClr val="26343C"/>
                </a:solidFill>
                <a:latin typeface="Georgia"/>
                <a:ea typeface="Georgia"/>
                <a:cs typeface="Georgia"/>
              </a:defRPr>
            </a:lvl7pPr>
            <a:lvl8pPr algn="ctr">
              <a:defRPr sz="1200" b="0">
                <a:solidFill>
                  <a:srgbClr val="26343C"/>
                </a:solidFill>
                <a:latin typeface="Georgia"/>
                <a:ea typeface="Georgia"/>
                <a:cs typeface="Georgia"/>
              </a:defRPr>
            </a:lvl8pPr>
            <a:lvl9pPr algn="ctr">
              <a:defRPr sz="1200" b="0">
                <a:solidFill>
                  <a:srgbClr val="26343C"/>
                </a:solidFill>
                <a:latin typeface="Georgia"/>
                <a:ea typeface="Georgia"/>
                <a:cs typeface="Georgia"/>
              </a:defRPr>
            </a:lvl9pPr>
          </a:lstStyle>
          <a:p>
            <a:pPr algn="ctr">
              <a:lnSpc>
                <a:spcPct val="100000"/>
              </a:lnSpc>
              <a:buNone/>
              <a:defRPr sz="1200" b="0">
                <a:solidFill>
                  <a:srgbClr val="26343C"/>
                </a:solidFill>
                <a:latin typeface="Georgia"/>
                <a:ea typeface="Georgia"/>
                <a:cs typeface="Georgia"/>
              </a:defRPr>
            </a:pPr>
            <a:r>
              <a:rPr sz="1200" b="0">
                <a:solidFill>
                  <a:srgbClr val="26343C"/>
                </a:solidFill>
                <a:latin typeface="Georgia"/>
                <a:ea typeface="Georgia"/>
                <a:cs typeface="Georgia"/>
              </a:rPr>
              <a:t>4907518_right</a:t>
            </a:r>
          </a:p>
        </p:txBody>
      </p:sp>
    </p:spTree>
    <p:extLst>
      <p:ext uri="{BB962C8B-B14F-4D97-AF65-F5344CB8AC3E}">
        <p14:creationId xmlns:p14="http://schemas.microsoft.com/office/powerpoint/2010/main" val="20798767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矩形 25">
            <a:extLst>
              <a:ext uri="{FF2B5EF4-FFF2-40B4-BE49-F238E27FC236}">
                <a16:creationId xmlns:a16="http://schemas.microsoft.com/office/drawing/2014/main" id="{08F29897-0A5E-431A-AFE3-A3E020C1064E}"/>
              </a:ext>
            </a:extLst>
          </p:cNvPr>
          <p:cNvSpPr>
            <a:spLocks noGrp="1"/>
          </p:cNvSpPr>
          <p:nvPr/>
        </p:nvSpPr>
        <p:spPr>
          <a:xfrm>
            <a:off x="361950" y="219075"/>
            <a:ext cx="10382250" cy="2952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725" b="1">
                <a:solidFill>
                  <a:srgbClr val="26343C"/>
                </a:solidFill>
                <a:latin typeface="Noto Sans SC"/>
                <a:ea typeface="Noto Sans SC"/>
                <a:cs typeface="Noto Sans SC"/>
              </a:defRPr>
            </a:defPPr>
            <a:lvl1pPr algn="l">
              <a:defRPr sz="1725" b="1">
                <a:solidFill>
                  <a:srgbClr val="26343C"/>
                </a:solidFill>
                <a:latin typeface="Noto Sans SC"/>
                <a:ea typeface="Noto Sans SC"/>
                <a:cs typeface="Noto Sans SC"/>
              </a:defRPr>
            </a:lvl1pPr>
            <a:lvl2pPr algn="l">
              <a:defRPr sz="1725" b="1">
                <a:solidFill>
                  <a:srgbClr val="26343C"/>
                </a:solidFill>
                <a:latin typeface="Noto Sans SC"/>
                <a:ea typeface="Noto Sans SC"/>
                <a:cs typeface="Noto Sans SC"/>
              </a:defRPr>
            </a:lvl2pPr>
            <a:lvl3pPr algn="l">
              <a:defRPr sz="1725" b="1">
                <a:solidFill>
                  <a:srgbClr val="26343C"/>
                </a:solidFill>
                <a:latin typeface="Noto Sans SC"/>
                <a:ea typeface="Noto Sans SC"/>
                <a:cs typeface="Noto Sans SC"/>
              </a:defRPr>
            </a:lvl3pPr>
            <a:lvl4pPr algn="l">
              <a:defRPr sz="1725" b="1">
                <a:solidFill>
                  <a:srgbClr val="26343C"/>
                </a:solidFill>
                <a:latin typeface="Noto Sans SC"/>
                <a:ea typeface="Noto Sans SC"/>
                <a:cs typeface="Noto Sans SC"/>
              </a:defRPr>
            </a:lvl4pPr>
            <a:lvl5pPr algn="l">
              <a:defRPr sz="1725" b="1">
                <a:solidFill>
                  <a:srgbClr val="26343C"/>
                </a:solidFill>
                <a:latin typeface="Noto Sans SC"/>
                <a:ea typeface="Noto Sans SC"/>
                <a:cs typeface="Noto Sans SC"/>
              </a:defRPr>
            </a:lvl5pPr>
            <a:lvl6pPr algn="l">
              <a:defRPr sz="1725" b="1">
                <a:solidFill>
                  <a:srgbClr val="26343C"/>
                </a:solidFill>
                <a:latin typeface="Noto Sans SC"/>
                <a:ea typeface="Noto Sans SC"/>
                <a:cs typeface="Noto Sans SC"/>
              </a:defRPr>
            </a:lvl6pPr>
            <a:lvl7pPr algn="l">
              <a:defRPr sz="1725" b="1">
                <a:solidFill>
                  <a:srgbClr val="26343C"/>
                </a:solidFill>
                <a:latin typeface="Noto Sans SC"/>
                <a:ea typeface="Noto Sans SC"/>
                <a:cs typeface="Noto Sans SC"/>
              </a:defRPr>
            </a:lvl7pPr>
            <a:lvl8pPr algn="l">
              <a:defRPr sz="1725" b="1">
                <a:solidFill>
                  <a:srgbClr val="26343C"/>
                </a:solidFill>
                <a:latin typeface="Noto Sans SC"/>
                <a:ea typeface="Noto Sans SC"/>
                <a:cs typeface="Noto Sans SC"/>
              </a:defRPr>
            </a:lvl8pPr>
            <a:lvl9pPr algn="l">
              <a:defRPr sz="1725" b="1">
                <a:solidFill>
                  <a:srgbClr val="26343C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l">
              <a:lnSpc>
                <a:spcPct val="100000"/>
              </a:lnSpc>
              <a:buNone/>
              <a:defRPr sz="1725" b="1">
                <a:solidFill>
                  <a:srgbClr val="26343C"/>
                </a:solidFill>
                <a:latin typeface="Noto Sans SC"/>
                <a:ea typeface="Noto Sans SC"/>
                <a:cs typeface="Noto Sans SC"/>
              </a:defRPr>
            </a:pPr>
            <a:r>
              <a:rPr sz="1725" b="1">
                <a:solidFill>
                  <a:srgbClr val="26343C"/>
                </a:solidFill>
                <a:latin typeface="Noto Sans SC"/>
                <a:ea typeface="Noto Sans SC"/>
                <a:cs typeface="Noto Sans SC"/>
              </a:rPr>
              <a:t>结果附图  /  17 张立面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2FE3253C-E865-469B-BD36-ABA6C4CB2B90}"/>
              </a:ext>
            </a:extLst>
          </p:cNvPr>
          <p:cNvSpPr>
            <a:spLocks noGrp="1"/>
          </p:cNvSpPr>
          <p:nvPr/>
        </p:nvSpPr>
        <p:spPr>
          <a:xfrm>
            <a:off x="361950" y="609600"/>
            <a:ext cx="11468100" cy="66675"/>
          </a:xfrm>
          <a:prstGeom prst="rect">
            <a:avLst/>
          </a:prstGeom>
          <a:solidFill>
            <a:srgbClr val="A9BCC2"/>
          </a:solidFill>
          <a:ln w="0">
            <a:noFill/>
            <a:prstDash val="solid"/>
          </a:ln>
        </p:spPr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D62958A0-A651-443E-9F02-9D12D8CDD547}"/>
              </a:ext>
            </a:extLst>
          </p:cNvPr>
          <p:cNvSpPr>
            <a:spLocks noGrp="1"/>
          </p:cNvSpPr>
          <p:nvPr/>
        </p:nvSpPr>
        <p:spPr>
          <a:xfrm>
            <a:off x="609600" y="866775"/>
            <a:ext cx="10972800" cy="5429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775" b="1">
                <a:solidFill>
                  <a:srgbClr val="26343C"/>
                </a:solidFill>
                <a:latin typeface="Noto Sans SC"/>
                <a:ea typeface="Noto Sans SC"/>
                <a:cs typeface="Noto Sans SC"/>
              </a:defRPr>
            </a:defPPr>
            <a:lvl1pPr algn="l">
              <a:defRPr sz="2775" b="1">
                <a:solidFill>
                  <a:srgbClr val="26343C"/>
                </a:solidFill>
                <a:latin typeface="Noto Sans SC"/>
                <a:ea typeface="Noto Sans SC"/>
                <a:cs typeface="Noto Sans SC"/>
              </a:defRPr>
            </a:lvl1pPr>
            <a:lvl2pPr algn="l">
              <a:defRPr sz="2775" b="1">
                <a:solidFill>
                  <a:srgbClr val="26343C"/>
                </a:solidFill>
                <a:latin typeface="Noto Sans SC"/>
                <a:ea typeface="Noto Sans SC"/>
                <a:cs typeface="Noto Sans SC"/>
              </a:defRPr>
            </a:lvl2pPr>
            <a:lvl3pPr algn="l">
              <a:defRPr sz="2775" b="1">
                <a:solidFill>
                  <a:srgbClr val="26343C"/>
                </a:solidFill>
                <a:latin typeface="Noto Sans SC"/>
                <a:ea typeface="Noto Sans SC"/>
                <a:cs typeface="Noto Sans SC"/>
              </a:defRPr>
            </a:lvl3pPr>
            <a:lvl4pPr algn="l">
              <a:defRPr sz="2775" b="1">
                <a:solidFill>
                  <a:srgbClr val="26343C"/>
                </a:solidFill>
                <a:latin typeface="Noto Sans SC"/>
                <a:ea typeface="Noto Sans SC"/>
                <a:cs typeface="Noto Sans SC"/>
              </a:defRPr>
            </a:lvl4pPr>
            <a:lvl5pPr algn="l">
              <a:defRPr sz="2775" b="1">
                <a:solidFill>
                  <a:srgbClr val="26343C"/>
                </a:solidFill>
                <a:latin typeface="Noto Sans SC"/>
                <a:ea typeface="Noto Sans SC"/>
                <a:cs typeface="Noto Sans SC"/>
              </a:defRPr>
            </a:lvl5pPr>
            <a:lvl6pPr algn="l">
              <a:defRPr sz="2775" b="1">
                <a:solidFill>
                  <a:srgbClr val="26343C"/>
                </a:solidFill>
                <a:latin typeface="Noto Sans SC"/>
                <a:ea typeface="Noto Sans SC"/>
                <a:cs typeface="Noto Sans SC"/>
              </a:defRPr>
            </a:lvl6pPr>
            <a:lvl7pPr algn="l">
              <a:defRPr sz="2775" b="1">
                <a:solidFill>
                  <a:srgbClr val="26343C"/>
                </a:solidFill>
                <a:latin typeface="Noto Sans SC"/>
                <a:ea typeface="Noto Sans SC"/>
                <a:cs typeface="Noto Sans SC"/>
              </a:defRPr>
            </a:lvl7pPr>
            <a:lvl8pPr algn="l">
              <a:defRPr sz="2775" b="1">
                <a:solidFill>
                  <a:srgbClr val="26343C"/>
                </a:solidFill>
                <a:latin typeface="Noto Sans SC"/>
                <a:ea typeface="Noto Sans SC"/>
                <a:cs typeface="Noto Sans SC"/>
              </a:defRPr>
            </a:lvl8pPr>
            <a:lvl9pPr algn="l">
              <a:defRPr sz="2775" b="1">
                <a:solidFill>
                  <a:srgbClr val="26343C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l">
              <a:lnSpc>
                <a:spcPct val="100000"/>
              </a:lnSpc>
              <a:buNone/>
              <a:defRPr sz="2775" b="1">
                <a:solidFill>
                  <a:srgbClr val="26343C"/>
                </a:solidFill>
                <a:latin typeface="Noto Sans SC"/>
                <a:ea typeface="Noto Sans SC"/>
                <a:cs typeface="Noto Sans SC"/>
              </a:defRPr>
            </a:pPr>
            <a:r>
              <a:rPr sz="2775" b="1">
                <a:solidFill>
                  <a:srgbClr val="26343C"/>
                </a:solidFill>
                <a:latin typeface="Noto Sans SC"/>
                <a:ea typeface="Noto Sans SC"/>
                <a:cs typeface="Noto Sans SC"/>
              </a:rPr>
              <a:t>立面检测图集  2 / 4  ·  宽幅照片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7A68839B-E36F-4B90-8B3C-CE973C4851D5}"/>
              </a:ext>
            </a:extLst>
          </p:cNvPr>
          <p:cNvSpPr>
            <a:spLocks noGrp="1"/>
          </p:cNvSpPr>
          <p:nvPr/>
        </p:nvSpPr>
        <p:spPr>
          <a:xfrm>
            <a:off x="609600" y="6410325"/>
            <a:ext cx="10972800" cy="9525"/>
          </a:xfrm>
          <a:prstGeom prst="rect">
            <a:avLst/>
          </a:prstGeom>
          <a:solidFill>
            <a:srgbClr val="B8C8CC"/>
          </a:solidFill>
          <a:ln w="0">
            <a:noFill/>
            <a:prstDash val="solid"/>
          </a:ln>
        </p:spPr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F5320F89-0128-4F1F-8014-20C37398E95E}"/>
              </a:ext>
            </a:extLst>
          </p:cNvPr>
          <p:cNvSpPr>
            <a:spLocks noGrp="1"/>
          </p:cNvSpPr>
          <p:nvPr/>
        </p:nvSpPr>
        <p:spPr>
          <a:xfrm>
            <a:off x="11163300" y="6515100"/>
            <a:ext cx="409575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r">
              <a:defRPr sz="1050" b="0">
                <a:solidFill>
                  <a:srgbClr val="567F8B"/>
                </a:solidFill>
                <a:latin typeface="Georgia"/>
                <a:ea typeface="Georgia"/>
                <a:cs typeface="Georgia"/>
              </a:defRPr>
            </a:defPPr>
            <a:lvl1pPr algn="r">
              <a:defRPr sz="1050" b="0">
                <a:solidFill>
                  <a:srgbClr val="567F8B"/>
                </a:solidFill>
                <a:latin typeface="Georgia"/>
                <a:ea typeface="Georgia"/>
                <a:cs typeface="Georgia"/>
              </a:defRPr>
            </a:lvl1pPr>
            <a:lvl2pPr algn="r">
              <a:defRPr sz="1050" b="0">
                <a:solidFill>
                  <a:srgbClr val="567F8B"/>
                </a:solidFill>
                <a:latin typeface="Georgia"/>
                <a:ea typeface="Georgia"/>
                <a:cs typeface="Georgia"/>
              </a:defRPr>
            </a:lvl2pPr>
            <a:lvl3pPr algn="r">
              <a:defRPr sz="1050" b="0">
                <a:solidFill>
                  <a:srgbClr val="567F8B"/>
                </a:solidFill>
                <a:latin typeface="Georgia"/>
                <a:ea typeface="Georgia"/>
                <a:cs typeface="Georgia"/>
              </a:defRPr>
            </a:lvl3pPr>
            <a:lvl4pPr algn="r">
              <a:defRPr sz="1050" b="0">
                <a:solidFill>
                  <a:srgbClr val="567F8B"/>
                </a:solidFill>
                <a:latin typeface="Georgia"/>
                <a:ea typeface="Georgia"/>
                <a:cs typeface="Georgia"/>
              </a:defRPr>
            </a:lvl4pPr>
            <a:lvl5pPr algn="r">
              <a:defRPr sz="1050" b="0">
                <a:solidFill>
                  <a:srgbClr val="567F8B"/>
                </a:solidFill>
                <a:latin typeface="Georgia"/>
                <a:ea typeface="Georgia"/>
                <a:cs typeface="Georgia"/>
              </a:defRPr>
            </a:lvl5pPr>
            <a:lvl6pPr algn="r">
              <a:defRPr sz="1050" b="0">
                <a:solidFill>
                  <a:srgbClr val="567F8B"/>
                </a:solidFill>
                <a:latin typeface="Georgia"/>
                <a:ea typeface="Georgia"/>
                <a:cs typeface="Georgia"/>
              </a:defRPr>
            </a:lvl6pPr>
            <a:lvl7pPr algn="r">
              <a:defRPr sz="1050" b="0">
                <a:solidFill>
                  <a:srgbClr val="567F8B"/>
                </a:solidFill>
                <a:latin typeface="Georgia"/>
                <a:ea typeface="Georgia"/>
                <a:cs typeface="Georgia"/>
              </a:defRPr>
            </a:lvl7pPr>
            <a:lvl8pPr algn="r">
              <a:defRPr sz="1050" b="0">
                <a:solidFill>
                  <a:srgbClr val="567F8B"/>
                </a:solidFill>
                <a:latin typeface="Georgia"/>
                <a:ea typeface="Georgia"/>
                <a:cs typeface="Georgia"/>
              </a:defRPr>
            </a:lvl8pPr>
            <a:lvl9pPr algn="r">
              <a:defRPr sz="1050" b="0">
                <a:solidFill>
                  <a:srgbClr val="567F8B"/>
                </a:solidFill>
                <a:latin typeface="Georgia"/>
                <a:ea typeface="Georgia"/>
                <a:cs typeface="Georgia"/>
              </a:defRPr>
            </a:lvl9pPr>
          </a:lstStyle>
          <a:p>
            <a:pPr algn="r">
              <a:lnSpc>
                <a:spcPct val="100000"/>
              </a:lnSpc>
              <a:buNone/>
              <a:defRPr sz="1050" b="0">
                <a:solidFill>
                  <a:srgbClr val="567F8B"/>
                </a:solidFill>
                <a:latin typeface="Georgia"/>
                <a:ea typeface="Georgia"/>
                <a:cs typeface="Georgia"/>
              </a:defRPr>
            </a:pPr>
            <a:r>
              <a:rPr lang="en-US" altLang="zh-CN" sz="1050" b="0">
                <a:solidFill>
                  <a:srgbClr val="567F8B"/>
                </a:solidFill>
                <a:latin typeface="Georgia"/>
                <a:ea typeface="Georgia"/>
                <a:cs typeface="Georgia"/>
              </a:rPr>
              <a:t>18</a:t>
            </a:r>
            <a:endParaRPr sz="1050" b="0">
              <a:solidFill>
                <a:srgbClr val="567F8B"/>
              </a:solidFill>
              <a:latin typeface="Georgia"/>
              <a:ea typeface="Georgia"/>
              <a:cs typeface="Georgia"/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0D2F074F-84BF-4743-8426-CB6E76BDE6BD}"/>
              </a:ext>
            </a:extLst>
          </p:cNvPr>
          <p:cNvSpPr>
            <a:spLocks noGrp="1"/>
          </p:cNvSpPr>
          <p:nvPr/>
        </p:nvSpPr>
        <p:spPr>
          <a:xfrm>
            <a:off x="628650" y="1933575"/>
            <a:ext cx="5314950" cy="1924050"/>
          </a:xfrm>
          <a:prstGeom prst="rect">
            <a:avLst/>
          </a:prstGeom>
          <a:solidFill>
            <a:srgbClr val="FFFFFF"/>
          </a:solidFill>
          <a:ln w="9525">
            <a:solidFill>
              <a:srgbClr val="B8C8CC"/>
            </a:solidFill>
            <a:prstDash val="solid"/>
          </a:ln>
        </p:spPr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C110218B-684F-48C4-940D-3BB153DF9D2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792486" y="2009775"/>
            <a:ext cx="4987279" cy="1428750"/>
          </a:xfrm>
          <a:prstGeom prst="rect">
            <a:avLst/>
          </a:prstGeom>
        </p:spPr>
      </p:pic>
      <p:sp>
        <p:nvSpPr>
          <p:cNvPr id="8" name="矩形 7">
            <a:extLst>
              <a:ext uri="{FF2B5EF4-FFF2-40B4-BE49-F238E27FC236}">
                <a16:creationId xmlns:a16="http://schemas.microsoft.com/office/drawing/2014/main" id="{42C3D429-93CC-485F-8F01-2EC2D9805438}"/>
              </a:ext>
            </a:extLst>
          </p:cNvPr>
          <p:cNvSpPr>
            <a:spLocks noGrp="1"/>
          </p:cNvSpPr>
          <p:nvPr/>
        </p:nvSpPr>
        <p:spPr>
          <a:xfrm>
            <a:off x="723900" y="3448050"/>
            <a:ext cx="5124450" cy="9525"/>
          </a:xfrm>
          <a:prstGeom prst="rect">
            <a:avLst/>
          </a:prstGeom>
          <a:solidFill>
            <a:srgbClr val="B8C8CC"/>
          </a:solidFill>
          <a:ln w="0">
            <a:noFill/>
            <a:prstDash val="solid"/>
          </a:ln>
        </p:spPr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AF73AD2C-19A7-48CD-AE2C-6243C2233768}"/>
              </a:ext>
            </a:extLst>
          </p:cNvPr>
          <p:cNvSpPr>
            <a:spLocks noGrp="1"/>
          </p:cNvSpPr>
          <p:nvPr/>
        </p:nvSpPr>
        <p:spPr>
          <a:xfrm>
            <a:off x="762000" y="3533775"/>
            <a:ext cx="5048250" cy="2571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ctr">
              <a:defRPr sz="1275" b="0">
                <a:solidFill>
                  <a:srgbClr val="26343C"/>
                </a:solidFill>
                <a:latin typeface="Georgia"/>
                <a:ea typeface="Georgia"/>
                <a:cs typeface="Georgia"/>
              </a:defRPr>
            </a:defPPr>
            <a:lvl1pPr algn="ctr">
              <a:defRPr sz="1275" b="0">
                <a:solidFill>
                  <a:srgbClr val="26343C"/>
                </a:solidFill>
                <a:latin typeface="Georgia"/>
                <a:ea typeface="Georgia"/>
                <a:cs typeface="Georgia"/>
              </a:defRPr>
            </a:lvl1pPr>
            <a:lvl2pPr algn="ctr">
              <a:defRPr sz="1275" b="0">
                <a:solidFill>
                  <a:srgbClr val="26343C"/>
                </a:solidFill>
                <a:latin typeface="Georgia"/>
                <a:ea typeface="Georgia"/>
                <a:cs typeface="Georgia"/>
              </a:defRPr>
            </a:lvl2pPr>
            <a:lvl3pPr algn="ctr">
              <a:defRPr sz="1275" b="0">
                <a:solidFill>
                  <a:srgbClr val="26343C"/>
                </a:solidFill>
                <a:latin typeface="Georgia"/>
                <a:ea typeface="Georgia"/>
                <a:cs typeface="Georgia"/>
              </a:defRPr>
            </a:lvl3pPr>
            <a:lvl4pPr algn="ctr">
              <a:defRPr sz="1275" b="0">
                <a:solidFill>
                  <a:srgbClr val="26343C"/>
                </a:solidFill>
                <a:latin typeface="Georgia"/>
                <a:ea typeface="Georgia"/>
                <a:cs typeface="Georgia"/>
              </a:defRPr>
            </a:lvl4pPr>
            <a:lvl5pPr algn="ctr">
              <a:defRPr sz="1275" b="0">
                <a:solidFill>
                  <a:srgbClr val="26343C"/>
                </a:solidFill>
                <a:latin typeface="Georgia"/>
                <a:ea typeface="Georgia"/>
                <a:cs typeface="Georgia"/>
              </a:defRPr>
            </a:lvl5pPr>
            <a:lvl6pPr algn="ctr">
              <a:defRPr sz="1275" b="0">
                <a:solidFill>
                  <a:srgbClr val="26343C"/>
                </a:solidFill>
                <a:latin typeface="Georgia"/>
                <a:ea typeface="Georgia"/>
                <a:cs typeface="Georgia"/>
              </a:defRPr>
            </a:lvl6pPr>
            <a:lvl7pPr algn="ctr">
              <a:defRPr sz="1275" b="0">
                <a:solidFill>
                  <a:srgbClr val="26343C"/>
                </a:solidFill>
                <a:latin typeface="Georgia"/>
                <a:ea typeface="Georgia"/>
                <a:cs typeface="Georgia"/>
              </a:defRPr>
            </a:lvl7pPr>
            <a:lvl8pPr algn="ctr">
              <a:defRPr sz="1275" b="0">
                <a:solidFill>
                  <a:srgbClr val="26343C"/>
                </a:solidFill>
                <a:latin typeface="Georgia"/>
                <a:ea typeface="Georgia"/>
                <a:cs typeface="Georgia"/>
              </a:defRPr>
            </a:lvl8pPr>
            <a:lvl9pPr algn="ctr">
              <a:defRPr sz="1275" b="0">
                <a:solidFill>
                  <a:srgbClr val="26343C"/>
                </a:solidFill>
                <a:latin typeface="Georgia"/>
                <a:ea typeface="Georgia"/>
                <a:cs typeface="Georgia"/>
              </a:defRPr>
            </a:lvl9pPr>
          </a:lstStyle>
          <a:p>
            <a:pPr algn="ctr">
              <a:lnSpc>
                <a:spcPct val="100000"/>
              </a:lnSpc>
              <a:buNone/>
              <a:defRPr sz="1275" b="0">
                <a:solidFill>
                  <a:srgbClr val="26343C"/>
                </a:solidFill>
                <a:latin typeface="Georgia"/>
                <a:ea typeface="Georgia"/>
                <a:cs typeface="Georgia"/>
              </a:defRPr>
            </a:pPr>
            <a:r>
              <a:rPr sz="1275" b="0">
                <a:solidFill>
                  <a:srgbClr val="26343C"/>
                </a:solidFill>
                <a:latin typeface="Georgia"/>
                <a:ea typeface="Georgia"/>
                <a:cs typeface="Georgia"/>
              </a:rPr>
              <a:t>4906981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E0B188DB-8CA9-4516-A664-9365F3765B3A}"/>
              </a:ext>
            </a:extLst>
          </p:cNvPr>
          <p:cNvSpPr>
            <a:spLocks noGrp="1"/>
          </p:cNvSpPr>
          <p:nvPr/>
        </p:nvSpPr>
        <p:spPr>
          <a:xfrm>
            <a:off x="6229350" y="1933575"/>
            <a:ext cx="5314950" cy="1924050"/>
          </a:xfrm>
          <a:prstGeom prst="rect">
            <a:avLst/>
          </a:prstGeom>
          <a:solidFill>
            <a:srgbClr val="FFFFFF"/>
          </a:solidFill>
          <a:ln w="9525">
            <a:solidFill>
              <a:srgbClr val="B8C8CC"/>
            </a:solidFill>
            <a:prstDash val="solid"/>
          </a:ln>
        </p:spPr>
      </p:sp>
      <p:pic>
        <p:nvPicPr>
          <p:cNvPr id="11" name="图片 10">
            <a:extLst>
              <a:ext uri="{FF2B5EF4-FFF2-40B4-BE49-F238E27FC236}">
                <a16:creationId xmlns:a16="http://schemas.microsoft.com/office/drawing/2014/main" id="{7D080333-457D-4886-B25A-8F6330BD6E2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6365501" y="2009775"/>
            <a:ext cx="5042647" cy="1428750"/>
          </a:xfrm>
          <a:prstGeom prst="rect">
            <a:avLst/>
          </a:prstGeom>
        </p:spPr>
      </p:pic>
      <p:sp>
        <p:nvSpPr>
          <p:cNvPr id="12" name="矩形 11">
            <a:extLst>
              <a:ext uri="{FF2B5EF4-FFF2-40B4-BE49-F238E27FC236}">
                <a16:creationId xmlns:a16="http://schemas.microsoft.com/office/drawing/2014/main" id="{9A0396CA-E88B-49F2-8FD5-0F2D380F6B2C}"/>
              </a:ext>
            </a:extLst>
          </p:cNvPr>
          <p:cNvSpPr>
            <a:spLocks noGrp="1"/>
          </p:cNvSpPr>
          <p:nvPr/>
        </p:nvSpPr>
        <p:spPr>
          <a:xfrm>
            <a:off x="6324600" y="3448050"/>
            <a:ext cx="5124450" cy="9525"/>
          </a:xfrm>
          <a:prstGeom prst="rect">
            <a:avLst/>
          </a:prstGeom>
          <a:solidFill>
            <a:srgbClr val="B8C8CC"/>
          </a:solidFill>
          <a:ln w="0">
            <a:noFill/>
            <a:prstDash val="solid"/>
          </a:ln>
        </p:spPr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387682A3-34A2-4086-BDD7-70F9E2102495}"/>
              </a:ext>
            </a:extLst>
          </p:cNvPr>
          <p:cNvSpPr>
            <a:spLocks noGrp="1"/>
          </p:cNvSpPr>
          <p:nvPr/>
        </p:nvSpPr>
        <p:spPr>
          <a:xfrm>
            <a:off x="6362700" y="3533775"/>
            <a:ext cx="5048250" cy="2571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ctr">
              <a:defRPr sz="1275" b="0">
                <a:solidFill>
                  <a:srgbClr val="26343C"/>
                </a:solidFill>
                <a:latin typeface="Georgia"/>
                <a:ea typeface="Georgia"/>
                <a:cs typeface="Georgia"/>
              </a:defRPr>
            </a:defPPr>
            <a:lvl1pPr algn="ctr">
              <a:defRPr sz="1275" b="0">
                <a:solidFill>
                  <a:srgbClr val="26343C"/>
                </a:solidFill>
                <a:latin typeface="Georgia"/>
                <a:ea typeface="Georgia"/>
                <a:cs typeface="Georgia"/>
              </a:defRPr>
            </a:lvl1pPr>
            <a:lvl2pPr algn="ctr">
              <a:defRPr sz="1275" b="0">
                <a:solidFill>
                  <a:srgbClr val="26343C"/>
                </a:solidFill>
                <a:latin typeface="Georgia"/>
                <a:ea typeface="Georgia"/>
                <a:cs typeface="Georgia"/>
              </a:defRPr>
            </a:lvl2pPr>
            <a:lvl3pPr algn="ctr">
              <a:defRPr sz="1275" b="0">
                <a:solidFill>
                  <a:srgbClr val="26343C"/>
                </a:solidFill>
                <a:latin typeface="Georgia"/>
                <a:ea typeface="Georgia"/>
                <a:cs typeface="Georgia"/>
              </a:defRPr>
            </a:lvl3pPr>
            <a:lvl4pPr algn="ctr">
              <a:defRPr sz="1275" b="0">
                <a:solidFill>
                  <a:srgbClr val="26343C"/>
                </a:solidFill>
                <a:latin typeface="Georgia"/>
                <a:ea typeface="Georgia"/>
                <a:cs typeface="Georgia"/>
              </a:defRPr>
            </a:lvl4pPr>
            <a:lvl5pPr algn="ctr">
              <a:defRPr sz="1275" b="0">
                <a:solidFill>
                  <a:srgbClr val="26343C"/>
                </a:solidFill>
                <a:latin typeface="Georgia"/>
                <a:ea typeface="Georgia"/>
                <a:cs typeface="Georgia"/>
              </a:defRPr>
            </a:lvl5pPr>
            <a:lvl6pPr algn="ctr">
              <a:defRPr sz="1275" b="0">
                <a:solidFill>
                  <a:srgbClr val="26343C"/>
                </a:solidFill>
                <a:latin typeface="Georgia"/>
                <a:ea typeface="Georgia"/>
                <a:cs typeface="Georgia"/>
              </a:defRPr>
            </a:lvl6pPr>
            <a:lvl7pPr algn="ctr">
              <a:defRPr sz="1275" b="0">
                <a:solidFill>
                  <a:srgbClr val="26343C"/>
                </a:solidFill>
                <a:latin typeface="Georgia"/>
                <a:ea typeface="Georgia"/>
                <a:cs typeface="Georgia"/>
              </a:defRPr>
            </a:lvl7pPr>
            <a:lvl8pPr algn="ctr">
              <a:defRPr sz="1275" b="0">
                <a:solidFill>
                  <a:srgbClr val="26343C"/>
                </a:solidFill>
                <a:latin typeface="Georgia"/>
                <a:ea typeface="Georgia"/>
                <a:cs typeface="Georgia"/>
              </a:defRPr>
            </a:lvl8pPr>
            <a:lvl9pPr algn="ctr">
              <a:defRPr sz="1275" b="0">
                <a:solidFill>
                  <a:srgbClr val="26343C"/>
                </a:solidFill>
                <a:latin typeface="Georgia"/>
                <a:ea typeface="Georgia"/>
                <a:cs typeface="Georgia"/>
              </a:defRPr>
            </a:lvl9pPr>
          </a:lstStyle>
          <a:p>
            <a:pPr algn="ctr">
              <a:lnSpc>
                <a:spcPct val="100000"/>
              </a:lnSpc>
              <a:buNone/>
              <a:defRPr sz="1275" b="0">
                <a:solidFill>
                  <a:srgbClr val="26343C"/>
                </a:solidFill>
                <a:latin typeface="Georgia"/>
                <a:ea typeface="Georgia"/>
                <a:cs typeface="Georgia"/>
              </a:defRPr>
            </a:pPr>
            <a:r>
              <a:rPr sz="1275" b="0">
                <a:solidFill>
                  <a:srgbClr val="26343C"/>
                </a:solidFill>
                <a:latin typeface="Georgia"/>
                <a:ea typeface="Georgia"/>
                <a:cs typeface="Georgia"/>
              </a:rPr>
              <a:t>4959323_front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FBADF5D8-2A99-4C52-8EFA-5BDA59CC2623}"/>
              </a:ext>
            </a:extLst>
          </p:cNvPr>
          <p:cNvSpPr>
            <a:spLocks noGrp="1"/>
          </p:cNvSpPr>
          <p:nvPr/>
        </p:nvSpPr>
        <p:spPr>
          <a:xfrm>
            <a:off x="628650" y="4067175"/>
            <a:ext cx="3429000" cy="1924050"/>
          </a:xfrm>
          <a:prstGeom prst="rect">
            <a:avLst/>
          </a:prstGeom>
          <a:solidFill>
            <a:srgbClr val="FFFFFF"/>
          </a:solidFill>
          <a:ln w="9525">
            <a:solidFill>
              <a:srgbClr val="B8C8CC"/>
            </a:solidFill>
            <a:prstDash val="solid"/>
          </a:ln>
        </p:spPr>
      </p:sp>
      <p:pic>
        <p:nvPicPr>
          <p:cNvPr id="15" name="图片 14">
            <a:extLst>
              <a:ext uri="{FF2B5EF4-FFF2-40B4-BE49-F238E27FC236}">
                <a16:creationId xmlns:a16="http://schemas.microsoft.com/office/drawing/2014/main" id="{B702154C-7A9F-42A1-9C99-E4A6EF6F97A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/>
        </p:blipFill>
        <p:spPr>
          <a:xfrm>
            <a:off x="1351444" y="4143375"/>
            <a:ext cx="1983412" cy="1428750"/>
          </a:xfrm>
          <a:prstGeom prst="rect">
            <a:avLst/>
          </a:prstGeom>
        </p:spPr>
      </p:pic>
      <p:sp>
        <p:nvSpPr>
          <p:cNvPr id="16" name="矩形 15">
            <a:extLst>
              <a:ext uri="{FF2B5EF4-FFF2-40B4-BE49-F238E27FC236}">
                <a16:creationId xmlns:a16="http://schemas.microsoft.com/office/drawing/2014/main" id="{46743A38-C0A0-47B7-9766-C3580CCDA602}"/>
              </a:ext>
            </a:extLst>
          </p:cNvPr>
          <p:cNvSpPr>
            <a:spLocks noGrp="1"/>
          </p:cNvSpPr>
          <p:nvPr/>
        </p:nvSpPr>
        <p:spPr>
          <a:xfrm>
            <a:off x="723900" y="5581650"/>
            <a:ext cx="3238500" cy="9525"/>
          </a:xfrm>
          <a:prstGeom prst="rect">
            <a:avLst/>
          </a:prstGeom>
          <a:solidFill>
            <a:srgbClr val="B8C8CC"/>
          </a:solidFill>
          <a:ln w="0">
            <a:noFill/>
            <a:prstDash val="solid"/>
          </a:ln>
        </p:spPr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08EC497E-16D4-4D45-9024-1ED02CA1B8E5}"/>
              </a:ext>
            </a:extLst>
          </p:cNvPr>
          <p:cNvSpPr>
            <a:spLocks noGrp="1"/>
          </p:cNvSpPr>
          <p:nvPr/>
        </p:nvSpPr>
        <p:spPr>
          <a:xfrm>
            <a:off x="762000" y="5667375"/>
            <a:ext cx="3162300" cy="2571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ctr">
              <a:defRPr sz="1275" b="0">
                <a:solidFill>
                  <a:srgbClr val="26343C"/>
                </a:solidFill>
                <a:latin typeface="Georgia"/>
                <a:ea typeface="Georgia"/>
                <a:cs typeface="Georgia"/>
              </a:defRPr>
            </a:defPPr>
            <a:lvl1pPr algn="ctr">
              <a:defRPr sz="1275" b="0">
                <a:solidFill>
                  <a:srgbClr val="26343C"/>
                </a:solidFill>
                <a:latin typeface="Georgia"/>
                <a:ea typeface="Georgia"/>
                <a:cs typeface="Georgia"/>
              </a:defRPr>
            </a:lvl1pPr>
            <a:lvl2pPr algn="ctr">
              <a:defRPr sz="1275" b="0">
                <a:solidFill>
                  <a:srgbClr val="26343C"/>
                </a:solidFill>
                <a:latin typeface="Georgia"/>
                <a:ea typeface="Georgia"/>
                <a:cs typeface="Georgia"/>
              </a:defRPr>
            </a:lvl2pPr>
            <a:lvl3pPr algn="ctr">
              <a:defRPr sz="1275" b="0">
                <a:solidFill>
                  <a:srgbClr val="26343C"/>
                </a:solidFill>
                <a:latin typeface="Georgia"/>
                <a:ea typeface="Georgia"/>
                <a:cs typeface="Georgia"/>
              </a:defRPr>
            </a:lvl3pPr>
            <a:lvl4pPr algn="ctr">
              <a:defRPr sz="1275" b="0">
                <a:solidFill>
                  <a:srgbClr val="26343C"/>
                </a:solidFill>
                <a:latin typeface="Georgia"/>
                <a:ea typeface="Georgia"/>
                <a:cs typeface="Georgia"/>
              </a:defRPr>
            </a:lvl4pPr>
            <a:lvl5pPr algn="ctr">
              <a:defRPr sz="1275" b="0">
                <a:solidFill>
                  <a:srgbClr val="26343C"/>
                </a:solidFill>
                <a:latin typeface="Georgia"/>
                <a:ea typeface="Georgia"/>
                <a:cs typeface="Georgia"/>
              </a:defRPr>
            </a:lvl5pPr>
            <a:lvl6pPr algn="ctr">
              <a:defRPr sz="1275" b="0">
                <a:solidFill>
                  <a:srgbClr val="26343C"/>
                </a:solidFill>
                <a:latin typeface="Georgia"/>
                <a:ea typeface="Georgia"/>
                <a:cs typeface="Georgia"/>
              </a:defRPr>
            </a:lvl6pPr>
            <a:lvl7pPr algn="ctr">
              <a:defRPr sz="1275" b="0">
                <a:solidFill>
                  <a:srgbClr val="26343C"/>
                </a:solidFill>
                <a:latin typeface="Georgia"/>
                <a:ea typeface="Georgia"/>
                <a:cs typeface="Georgia"/>
              </a:defRPr>
            </a:lvl7pPr>
            <a:lvl8pPr algn="ctr">
              <a:defRPr sz="1275" b="0">
                <a:solidFill>
                  <a:srgbClr val="26343C"/>
                </a:solidFill>
                <a:latin typeface="Georgia"/>
                <a:ea typeface="Georgia"/>
                <a:cs typeface="Georgia"/>
              </a:defRPr>
            </a:lvl8pPr>
            <a:lvl9pPr algn="ctr">
              <a:defRPr sz="1275" b="0">
                <a:solidFill>
                  <a:srgbClr val="26343C"/>
                </a:solidFill>
                <a:latin typeface="Georgia"/>
                <a:ea typeface="Georgia"/>
                <a:cs typeface="Georgia"/>
              </a:defRPr>
            </a:lvl9pPr>
          </a:lstStyle>
          <a:p>
            <a:pPr algn="ctr">
              <a:lnSpc>
                <a:spcPct val="100000"/>
              </a:lnSpc>
              <a:buNone/>
              <a:defRPr sz="1275" b="0">
                <a:solidFill>
                  <a:srgbClr val="26343C"/>
                </a:solidFill>
                <a:latin typeface="Georgia"/>
                <a:ea typeface="Georgia"/>
                <a:cs typeface="Georgia"/>
              </a:defRPr>
            </a:pPr>
            <a:r>
              <a:rPr sz="1275" b="0">
                <a:solidFill>
                  <a:srgbClr val="26343C"/>
                </a:solidFill>
                <a:latin typeface="Georgia"/>
                <a:ea typeface="Georgia"/>
                <a:cs typeface="Georgia"/>
              </a:rPr>
              <a:t>4907506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BFA845D2-9578-434F-A956-BC4442B8DB75}"/>
              </a:ext>
            </a:extLst>
          </p:cNvPr>
          <p:cNvSpPr>
            <a:spLocks noGrp="1"/>
          </p:cNvSpPr>
          <p:nvPr/>
        </p:nvSpPr>
        <p:spPr>
          <a:xfrm>
            <a:off x="4391025" y="4067175"/>
            <a:ext cx="3429000" cy="1924050"/>
          </a:xfrm>
          <a:prstGeom prst="rect">
            <a:avLst/>
          </a:prstGeom>
          <a:solidFill>
            <a:srgbClr val="FFFFFF"/>
          </a:solidFill>
          <a:ln w="9525">
            <a:solidFill>
              <a:srgbClr val="B8C8CC"/>
            </a:solidFill>
            <a:prstDash val="solid"/>
          </a:ln>
        </p:spPr>
      </p:sp>
      <p:pic>
        <p:nvPicPr>
          <p:cNvPr id="19" name="图片 18">
            <a:extLst>
              <a:ext uri="{FF2B5EF4-FFF2-40B4-BE49-F238E27FC236}">
                <a16:creationId xmlns:a16="http://schemas.microsoft.com/office/drawing/2014/main" id="{E8997ACA-4575-4CE5-9A7D-64B20A93348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/>
        </p:blipFill>
        <p:spPr>
          <a:xfrm>
            <a:off x="4972285" y="4143375"/>
            <a:ext cx="2266480" cy="1428750"/>
          </a:xfrm>
          <a:prstGeom prst="rect">
            <a:avLst/>
          </a:prstGeom>
        </p:spPr>
      </p:pic>
      <p:sp>
        <p:nvSpPr>
          <p:cNvPr id="20" name="矩形 19">
            <a:extLst>
              <a:ext uri="{FF2B5EF4-FFF2-40B4-BE49-F238E27FC236}">
                <a16:creationId xmlns:a16="http://schemas.microsoft.com/office/drawing/2014/main" id="{481C7497-64EF-447C-BE0B-808B8FEAC6CC}"/>
              </a:ext>
            </a:extLst>
          </p:cNvPr>
          <p:cNvSpPr>
            <a:spLocks noGrp="1"/>
          </p:cNvSpPr>
          <p:nvPr/>
        </p:nvSpPr>
        <p:spPr>
          <a:xfrm>
            <a:off x="4486275" y="5581650"/>
            <a:ext cx="3238500" cy="9525"/>
          </a:xfrm>
          <a:prstGeom prst="rect">
            <a:avLst/>
          </a:prstGeom>
          <a:solidFill>
            <a:srgbClr val="B8C8CC"/>
          </a:solidFill>
          <a:ln w="0">
            <a:noFill/>
            <a:prstDash val="solid"/>
          </a:ln>
        </p:spPr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6AB85350-E99A-47E1-A629-465F80B35D5B}"/>
              </a:ext>
            </a:extLst>
          </p:cNvPr>
          <p:cNvSpPr>
            <a:spLocks noGrp="1"/>
          </p:cNvSpPr>
          <p:nvPr/>
        </p:nvSpPr>
        <p:spPr>
          <a:xfrm>
            <a:off x="4524375" y="5667375"/>
            <a:ext cx="3162300" cy="2571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ctr">
              <a:defRPr sz="1275" b="0">
                <a:solidFill>
                  <a:srgbClr val="26343C"/>
                </a:solidFill>
                <a:latin typeface="Georgia"/>
                <a:ea typeface="Georgia"/>
                <a:cs typeface="Georgia"/>
              </a:defRPr>
            </a:defPPr>
            <a:lvl1pPr algn="ctr">
              <a:defRPr sz="1275" b="0">
                <a:solidFill>
                  <a:srgbClr val="26343C"/>
                </a:solidFill>
                <a:latin typeface="Georgia"/>
                <a:ea typeface="Georgia"/>
                <a:cs typeface="Georgia"/>
              </a:defRPr>
            </a:lvl1pPr>
            <a:lvl2pPr algn="ctr">
              <a:defRPr sz="1275" b="0">
                <a:solidFill>
                  <a:srgbClr val="26343C"/>
                </a:solidFill>
                <a:latin typeface="Georgia"/>
                <a:ea typeface="Georgia"/>
                <a:cs typeface="Georgia"/>
              </a:defRPr>
            </a:lvl2pPr>
            <a:lvl3pPr algn="ctr">
              <a:defRPr sz="1275" b="0">
                <a:solidFill>
                  <a:srgbClr val="26343C"/>
                </a:solidFill>
                <a:latin typeface="Georgia"/>
                <a:ea typeface="Georgia"/>
                <a:cs typeface="Georgia"/>
              </a:defRPr>
            </a:lvl3pPr>
            <a:lvl4pPr algn="ctr">
              <a:defRPr sz="1275" b="0">
                <a:solidFill>
                  <a:srgbClr val="26343C"/>
                </a:solidFill>
                <a:latin typeface="Georgia"/>
                <a:ea typeface="Georgia"/>
                <a:cs typeface="Georgia"/>
              </a:defRPr>
            </a:lvl4pPr>
            <a:lvl5pPr algn="ctr">
              <a:defRPr sz="1275" b="0">
                <a:solidFill>
                  <a:srgbClr val="26343C"/>
                </a:solidFill>
                <a:latin typeface="Georgia"/>
                <a:ea typeface="Georgia"/>
                <a:cs typeface="Georgia"/>
              </a:defRPr>
            </a:lvl5pPr>
            <a:lvl6pPr algn="ctr">
              <a:defRPr sz="1275" b="0">
                <a:solidFill>
                  <a:srgbClr val="26343C"/>
                </a:solidFill>
                <a:latin typeface="Georgia"/>
                <a:ea typeface="Georgia"/>
                <a:cs typeface="Georgia"/>
              </a:defRPr>
            </a:lvl6pPr>
            <a:lvl7pPr algn="ctr">
              <a:defRPr sz="1275" b="0">
                <a:solidFill>
                  <a:srgbClr val="26343C"/>
                </a:solidFill>
                <a:latin typeface="Georgia"/>
                <a:ea typeface="Georgia"/>
                <a:cs typeface="Georgia"/>
              </a:defRPr>
            </a:lvl7pPr>
            <a:lvl8pPr algn="ctr">
              <a:defRPr sz="1275" b="0">
                <a:solidFill>
                  <a:srgbClr val="26343C"/>
                </a:solidFill>
                <a:latin typeface="Georgia"/>
                <a:ea typeface="Georgia"/>
                <a:cs typeface="Georgia"/>
              </a:defRPr>
            </a:lvl8pPr>
            <a:lvl9pPr algn="ctr">
              <a:defRPr sz="1275" b="0">
                <a:solidFill>
                  <a:srgbClr val="26343C"/>
                </a:solidFill>
                <a:latin typeface="Georgia"/>
                <a:ea typeface="Georgia"/>
                <a:cs typeface="Georgia"/>
              </a:defRPr>
            </a:lvl9pPr>
          </a:lstStyle>
          <a:p>
            <a:pPr algn="ctr">
              <a:lnSpc>
                <a:spcPct val="100000"/>
              </a:lnSpc>
              <a:buNone/>
              <a:defRPr sz="1275" b="0">
                <a:solidFill>
                  <a:srgbClr val="26343C"/>
                </a:solidFill>
                <a:latin typeface="Georgia"/>
                <a:ea typeface="Georgia"/>
                <a:cs typeface="Georgia"/>
              </a:defRPr>
            </a:pPr>
            <a:r>
              <a:rPr sz="1275" b="0">
                <a:solidFill>
                  <a:srgbClr val="26343C"/>
                </a:solidFill>
                <a:latin typeface="Georgia"/>
                <a:ea typeface="Georgia"/>
                <a:cs typeface="Georgia"/>
              </a:rPr>
              <a:t>4907507</a:t>
            </a: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B3C05046-A3D8-437D-B86D-8455EE72C1D1}"/>
              </a:ext>
            </a:extLst>
          </p:cNvPr>
          <p:cNvSpPr>
            <a:spLocks noGrp="1"/>
          </p:cNvSpPr>
          <p:nvPr/>
        </p:nvSpPr>
        <p:spPr>
          <a:xfrm>
            <a:off x="8153400" y="4067175"/>
            <a:ext cx="3429000" cy="1924050"/>
          </a:xfrm>
          <a:prstGeom prst="rect">
            <a:avLst/>
          </a:prstGeom>
          <a:solidFill>
            <a:srgbClr val="FFFFFF"/>
          </a:solidFill>
          <a:ln w="9525">
            <a:solidFill>
              <a:srgbClr val="B8C8CC"/>
            </a:solidFill>
            <a:prstDash val="solid"/>
          </a:ln>
        </p:spPr>
      </p:sp>
      <p:pic>
        <p:nvPicPr>
          <p:cNvPr id="23" name="图片 22">
            <a:extLst>
              <a:ext uri="{FF2B5EF4-FFF2-40B4-BE49-F238E27FC236}">
                <a16:creationId xmlns:a16="http://schemas.microsoft.com/office/drawing/2014/main" id="{F10E3DC8-9FEF-4FDD-BB1E-9AEC91B8252F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/>
        </p:blipFill>
        <p:spPr>
          <a:xfrm>
            <a:off x="8749444" y="4143375"/>
            <a:ext cx="2236912" cy="1428750"/>
          </a:xfrm>
          <a:prstGeom prst="rect">
            <a:avLst/>
          </a:prstGeom>
        </p:spPr>
      </p:pic>
      <p:sp>
        <p:nvSpPr>
          <p:cNvPr id="24" name="矩形 23">
            <a:extLst>
              <a:ext uri="{FF2B5EF4-FFF2-40B4-BE49-F238E27FC236}">
                <a16:creationId xmlns:a16="http://schemas.microsoft.com/office/drawing/2014/main" id="{7B6DB5EF-8B23-4AC1-A018-394A3A12CA3F}"/>
              </a:ext>
            </a:extLst>
          </p:cNvPr>
          <p:cNvSpPr>
            <a:spLocks noGrp="1"/>
          </p:cNvSpPr>
          <p:nvPr/>
        </p:nvSpPr>
        <p:spPr>
          <a:xfrm>
            <a:off x="8248650" y="5581650"/>
            <a:ext cx="3238500" cy="9525"/>
          </a:xfrm>
          <a:prstGeom prst="rect">
            <a:avLst/>
          </a:prstGeom>
          <a:solidFill>
            <a:srgbClr val="B8C8CC"/>
          </a:solidFill>
          <a:ln w="0">
            <a:noFill/>
            <a:prstDash val="solid"/>
          </a:ln>
        </p:spPr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AA0162EB-E8C0-49F0-961A-D58CA76F68BC}"/>
              </a:ext>
            </a:extLst>
          </p:cNvPr>
          <p:cNvSpPr>
            <a:spLocks noGrp="1"/>
          </p:cNvSpPr>
          <p:nvPr/>
        </p:nvSpPr>
        <p:spPr>
          <a:xfrm>
            <a:off x="8286750" y="5667375"/>
            <a:ext cx="3162300" cy="2571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ctr">
              <a:defRPr sz="1275" b="0">
                <a:solidFill>
                  <a:srgbClr val="26343C"/>
                </a:solidFill>
                <a:latin typeface="Georgia"/>
                <a:ea typeface="Georgia"/>
                <a:cs typeface="Georgia"/>
              </a:defRPr>
            </a:defPPr>
            <a:lvl1pPr algn="ctr">
              <a:defRPr sz="1275" b="0">
                <a:solidFill>
                  <a:srgbClr val="26343C"/>
                </a:solidFill>
                <a:latin typeface="Georgia"/>
                <a:ea typeface="Georgia"/>
                <a:cs typeface="Georgia"/>
              </a:defRPr>
            </a:lvl1pPr>
            <a:lvl2pPr algn="ctr">
              <a:defRPr sz="1275" b="0">
                <a:solidFill>
                  <a:srgbClr val="26343C"/>
                </a:solidFill>
                <a:latin typeface="Georgia"/>
                <a:ea typeface="Georgia"/>
                <a:cs typeface="Georgia"/>
              </a:defRPr>
            </a:lvl2pPr>
            <a:lvl3pPr algn="ctr">
              <a:defRPr sz="1275" b="0">
                <a:solidFill>
                  <a:srgbClr val="26343C"/>
                </a:solidFill>
                <a:latin typeface="Georgia"/>
                <a:ea typeface="Georgia"/>
                <a:cs typeface="Georgia"/>
              </a:defRPr>
            </a:lvl3pPr>
            <a:lvl4pPr algn="ctr">
              <a:defRPr sz="1275" b="0">
                <a:solidFill>
                  <a:srgbClr val="26343C"/>
                </a:solidFill>
                <a:latin typeface="Georgia"/>
                <a:ea typeface="Georgia"/>
                <a:cs typeface="Georgia"/>
              </a:defRPr>
            </a:lvl4pPr>
            <a:lvl5pPr algn="ctr">
              <a:defRPr sz="1275" b="0">
                <a:solidFill>
                  <a:srgbClr val="26343C"/>
                </a:solidFill>
                <a:latin typeface="Georgia"/>
                <a:ea typeface="Georgia"/>
                <a:cs typeface="Georgia"/>
              </a:defRPr>
            </a:lvl5pPr>
            <a:lvl6pPr algn="ctr">
              <a:defRPr sz="1275" b="0">
                <a:solidFill>
                  <a:srgbClr val="26343C"/>
                </a:solidFill>
                <a:latin typeface="Georgia"/>
                <a:ea typeface="Georgia"/>
                <a:cs typeface="Georgia"/>
              </a:defRPr>
            </a:lvl6pPr>
            <a:lvl7pPr algn="ctr">
              <a:defRPr sz="1275" b="0">
                <a:solidFill>
                  <a:srgbClr val="26343C"/>
                </a:solidFill>
                <a:latin typeface="Georgia"/>
                <a:ea typeface="Georgia"/>
                <a:cs typeface="Georgia"/>
              </a:defRPr>
            </a:lvl7pPr>
            <a:lvl8pPr algn="ctr">
              <a:defRPr sz="1275" b="0">
                <a:solidFill>
                  <a:srgbClr val="26343C"/>
                </a:solidFill>
                <a:latin typeface="Georgia"/>
                <a:ea typeface="Georgia"/>
                <a:cs typeface="Georgia"/>
              </a:defRPr>
            </a:lvl8pPr>
            <a:lvl9pPr algn="ctr">
              <a:defRPr sz="1275" b="0">
                <a:solidFill>
                  <a:srgbClr val="26343C"/>
                </a:solidFill>
                <a:latin typeface="Georgia"/>
                <a:ea typeface="Georgia"/>
                <a:cs typeface="Georgia"/>
              </a:defRPr>
            </a:lvl9pPr>
          </a:lstStyle>
          <a:p>
            <a:pPr algn="ctr">
              <a:lnSpc>
                <a:spcPct val="100000"/>
              </a:lnSpc>
              <a:buNone/>
              <a:defRPr sz="1275" b="0">
                <a:solidFill>
                  <a:srgbClr val="26343C"/>
                </a:solidFill>
                <a:latin typeface="Georgia"/>
                <a:ea typeface="Georgia"/>
                <a:cs typeface="Georgia"/>
              </a:defRPr>
            </a:pPr>
            <a:r>
              <a:rPr sz="1275" b="0">
                <a:solidFill>
                  <a:srgbClr val="26343C"/>
                </a:solidFill>
                <a:latin typeface="Georgia"/>
                <a:ea typeface="Georgia"/>
                <a:cs typeface="Georgia"/>
              </a:rPr>
              <a:t>4959322</a:t>
            </a:r>
          </a:p>
        </p:txBody>
      </p:sp>
    </p:spTree>
    <p:extLst>
      <p:ext uri="{BB962C8B-B14F-4D97-AF65-F5344CB8AC3E}">
        <p14:creationId xmlns:p14="http://schemas.microsoft.com/office/powerpoint/2010/main" val="121279565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矩形 21">
            <a:extLst>
              <a:ext uri="{FF2B5EF4-FFF2-40B4-BE49-F238E27FC236}">
                <a16:creationId xmlns:a16="http://schemas.microsoft.com/office/drawing/2014/main" id="{BB64A46D-8380-4944-B3F5-36D67F1819B5}"/>
              </a:ext>
            </a:extLst>
          </p:cNvPr>
          <p:cNvSpPr>
            <a:spLocks noGrp="1"/>
          </p:cNvSpPr>
          <p:nvPr/>
        </p:nvSpPr>
        <p:spPr>
          <a:xfrm>
            <a:off x="361950" y="219075"/>
            <a:ext cx="10382250" cy="2952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725" b="1">
                <a:solidFill>
                  <a:srgbClr val="26343C"/>
                </a:solidFill>
                <a:latin typeface="Noto Sans SC"/>
                <a:ea typeface="Noto Sans SC"/>
                <a:cs typeface="Noto Sans SC"/>
              </a:defRPr>
            </a:defPPr>
            <a:lvl1pPr algn="l">
              <a:defRPr sz="1725" b="1">
                <a:solidFill>
                  <a:srgbClr val="26343C"/>
                </a:solidFill>
                <a:latin typeface="Noto Sans SC"/>
                <a:ea typeface="Noto Sans SC"/>
                <a:cs typeface="Noto Sans SC"/>
              </a:defRPr>
            </a:lvl1pPr>
            <a:lvl2pPr algn="l">
              <a:defRPr sz="1725" b="1">
                <a:solidFill>
                  <a:srgbClr val="26343C"/>
                </a:solidFill>
                <a:latin typeface="Noto Sans SC"/>
                <a:ea typeface="Noto Sans SC"/>
                <a:cs typeface="Noto Sans SC"/>
              </a:defRPr>
            </a:lvl2pPr>
            <a:lvl3pPr algn="l">
              <a:defRPr sz="1725" b="1">
                <a:solidFill>
                  <a:srgbClr val="26343C"/>
                </a:solidFill>
                <a:latin typeface="Noto Sans SC"/>
                <a:ea typeface="Noto Sans SC"/>
                <a:cs typeface="Noto Sans SC"/>
              </a:defRPr>
            </a:lvl3pPr>
            <a:lvl4pPr algn="l">
              <a:defRPr sz="1725" b="1">
                <a:solidFill>
                  <a:srgbClr val="26343C"/>
                </a:solidFill>
                <a:latin typeface="Noto Sans SC"/>
                <a:ea typeface="Noto Sans SC"/>
                <a:cs typeface="Noto Sans SC"/>
              </a:defRPr>
            </a:lvl4pPr>
            <a:lvl5pPr algn="l">
              <a:defRPr sz="1725" b="1">
                <a:solidFill>
                  <a:srgbClr val="26343C"/>
                </a:solidFill>
                <a:latin typeface="Noto Sans SC"/>
                <a:ea typeface="Noto Sans SC"/>
                <a:cs typeface="Noto Sans SC"/>
              </a:defRPr>
            </a:lvl5pPr>
            <a:lvl6pPr algn="l">
              <a:defRPr sz="1725" b="1">
                <a:solidFill>
                  <a:srgbClr val="26343C"/>
                </a:solidFill>
                <a:latin typeface="Noto Sans SC"/>
                <a:ea typeface="Noto Sans SC"/>
                <a:cs typeface="Noto Sans SC"/>
              </a:defRPr>
            </a:lvl6pPr>
            <a:lvl7pPr algn="l">
              <a:defRPr sz="1725" b="1">
                <a:solidFill>
                  <a:srgbClr val="26343C"/>
                </a:solidFill>
                <a:latin typeface="Noto Sans SC"/>
                <a:ea typeface="Noto Sans SC"/>
                <a:cs typeface="Noto Sans SC"/>
              </a:defRPr>
            </a:lvl7pPr>
            <a:lvl8pPr algn="l">
              <a:defRPr sz="1725" b="1">
                <a:solidFill>
                  <a:srgbClr val="26343C"/>
                </a:solidFill>
                <a:latin typeface="Noto Sans SC"/>
                <a:ea typeface="Noto Sans SC"/>
                <a:cs typeface="Noto Sans SC"/>
              </a:defRPr>
            </a:lvl8pPr>
            <a:lvl9pPr algn="l">
              <a:defRPr sz="1725" b="1">
                <a:solidFill>
                  <a:srgbClr val="26343C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l">
              <a:lnSpc>
                <a:spcPct val="100000"/>
              </a:lnSpc>
              <a:buNone/>
              <a:defRPr sz="1725" b="1">
                <a:solidFill>
                  <a:srgbClr val="26343C"/>
                </a:solidFill>
                <a:latin typeface="Noto Sans SC"/>
                <a:ea typeface="Noto Sans SC"/>
                <a:cs typeface="Noto Sans SC"/>
              </a:defRPr>
            </a:pPr>
            <a:r>
              <a:rPr sz="1725" b="1">
                <a:solidFill>
                  <a:srgbClr val="26343C"/>
                </a:solidFill>
                <a:latin typeface="Noto Sans SC"/>
                <a:ea typeface="Noto Sans SC"/>
                <a:cs typeface="Noto Sans SC"/>
              </a:rPr>
              <a:t>结果附图  /  17 张立面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6671282E-CC0D-4F32-B0B1-190C0D17F808}"/>
              </a:ext>
            </a:extLst>
          </p:cNvPr>
          <p:cNvSpPr>
            <a:spLocks noGrp="1"/>
          </p:cNvSpPr>
          <p:nvPr/>
        </p:nvSpPr>
        <p:spPr>
          <a:xfrm>
            <a:off x="361950" y="609600"/>
            <a:ext cx="11468100" cy="66675"/>
          </a:xfrm>
          <a:prstGeom prst="rect">
            <a:avLst/>
          </a:prstGeom>
          <a:solidFill>
            <a:srgbClr val="A9BCC2"/>
          </a:solidFill>
          <a:ln w="0">
            <a:noFill/>
            <a:prstDash val="solid"/>
          </a:ln>
        </p:spPr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66DF51A-4476-41CA-9A66-83931CA35A9D}"/>
              </a:ext>
            </a:extLst>
          </p:cNvPr>
          <p:cNvSpPr>
            <a:spLocks noGrp="1"/>
          </p:cNvSpPr>
          <p:nvPr/>
        </p:nvSpPr>
        <p:spPr>
          <a:xfrm>
            <a:off x="609600" y="866775"/>
            <a:ext cx="10972800" cy="5429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775" b="1">
                <a:solidFill>
                  <a:srgbClr val="26343C"/>
                </a:solidFill>
                <a:latin typeface="Noto Sans SC"/>
                <a:ea typeface="Noto Sans SC"/>
                <a:cs typeface="Noto Sans SC"/>
              </a:defRPr>
            </a:defPPr>
            <a:lvl1pPr algn="l">
              <a:defRPr sz="2775" b="1">
                <a:solidFill>
                  <a:srgbClr val="26343C"/>
                </a:solidFill>
                <a:latin typeface="Noto Sans SC"/>
                <a:ea typeface="Noto Sans SC"/>
                <a:cs typeface="Noto Sans SC"/>
              </a:defRPr>
            </a:lvl1pPr>
            <a:lvl2pPr algn="l">
              <a:defRPr sz="2775" b="1">
                <a:solidFill>
                  <a:srgbClr val="26343C"/>
                </a:solidFill>
                <a:latin typeface="Noto Sans SC"/>
                <a:ea typeface="Noto Sans SC"/>
                <a:cs typeface="Noto Sans SC"/>
              </a:defRPr>
            </a:lvl2pPr>
            <a:lvl3pPr algn="l">
              <a:defRPr sz="2775" b="1">
                <a:solidFill>
                  <a:srgbClr val="26343C"/>
                </a:solidFill>
                <a:latin typeface="Noto Sans SC"/>
                <a:ea typeface="Noto Sans SC"/>
                <a:cs typeface="Noto Sans SC"/>
              </a:defRPr>
            </a:lvl3pPr>
            <a:lvl4pPr algn="l">
              <a:defRPr sz="2775" b="1">
                <a:solidFill>
                  <a:srgbClr val="26343C"/>
                </a:solidFill>
                <a:latin typeface="Noto Sans SC"/>
                <a:ea typeface="Noto Sans SC"/>
                <a:cs typeface="Noto Sans SC"/>
              </a:defRPr>
            </a:lvl4pPr>
            <a:lvl5pPr algn="l">
              <a:defRPr sz="2775" b="1">
                <a:solidFill>
                  <a:srgbClr val="26343C"/>
                </a:solidFill>
                <a:latin typeface="Noto Sans SC"/>
                <a:ea typeface="Noto Sans SC"/>
                <a:cs typeface="Noto Sans SC"/>
              </a:defRPr>
            </a:lvl5pPr>
            <a:lvl6pPr algn="l">
              <a:defRPr sz="2775" b="1">
                <a:solidFill>
                  <a:srgbClr val="26343C"/>
                </a:solidFill>
                <a:latin typeface="Noto Sans SC"/>
                <a:ea typeface="Noto Sans SC"/>
                <a:cs typeface="Noto Sans SC"/>
              </a:defRPr>
            </a:lvl6pPr>
            <a:lvl7pPr algn="l">
              <a:defRPr sz="2775" b="1">
                <a:solidFill>
                  <a:srgbClr val="26343C"/>
                </a:solidFill>
                <a:latin typeface="Noto Sans SC"/>
                <a:ea typeface="Noto Sans SC"/>
                <a:cs typeface="Noto Sans SC"/>
              </a:defRPr>
            </a:lvl7pPr>
            <a:lvl8pPr algn="l">
              <a:defRPr sz="2775" b="1">
                <a:solidFill>
                  <a:srgbClr val="26343C"/>
                </a:solidFill>
                <a:latin typeface="Noto Sans SC"/>
                <a:ea typeface="Noto Sans SC"/>
                <a:cs typeface="Noto Sans SC"/>
              </a:defRPr>
            </a:lvl8pPr>
            <a:lvl9pPr algn="l">
              <a:defRPr sz="2775" b="1">
                <a:solidFill>
                  <a:srgbClr val="26343C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l">
              <a:lnSpc>
                <a:spcPct val="100000"/>
              </a:lnSpc>
              <a:buNone/>
              <a:defRPr sz="2775" b="1">
                <a:solidFill>
                  <a:srgbClr val="26343C"/>
                </a:solidFill>
                <a:latin typeface="Noto Sans SC"/>
                <a:ea typeface="Noto Sans SC"/>
                <a:cs typeface="Noto Sans SC"/>
              </a:defRPr>
            </a:pPr>
            <a:r>
              <a:rPr sz="2775" b="1">
                <a:solidFill>
                  <a:srgbClr val="26343C"/>
                </a:solidFill>
                <a:latin typeface="Noto Sans SC"/>
                <a:ea typeface="Noto Sans SC"/>
                <a:cs typeface="Noto Sans SC"/>
              </a:rPr>
              <a:t>立面检测图集  3 / 4  ·  近方幅照片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0AFF37A1-D131-47C4-AE7E-7FB9D254B6C3}"/>
              </a:ext>
            </a:extLst>
          </p:cNvPr>
          <p:cNvSpPr>
            <a:spLocks noGrp="1"/>
          </p:cNvSpPr>
          <p:nvPr/>
        </p:nvSpPr>
        <p:spPr>
          <a:xfrm>
            <a:off x="609600" y="6410325"/>
            <a:ext cx="10972800" cy="9525"/>
          </a:xfrm>
          <a:prstGeom prst="rect">
            <a:avLst/>
          </a:prstGeom>
          <a:solidFill>
            <a:srgbClr val="B8C8CC"/>
          </a:solidFill>
          <a:ln w="0">
            <a:noFill/>
            <a:prstDash val="solid"/>
          </a:ln>
        </p:spPr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4B5CE492-BC60-4E35-9F6D-9B68D443EB29}"/>
              </a:ext>
            </a:extLst>
          </p:cNvPr>
          <p:cNvSpPr>
            <a:spLocks noGrp="1"/>
          </p:cNvSpPr>
          <p:nvPr/>
        </p:nvSpPr>
        <p:spPr>
          <a:xfrm>
            <a:off x="11163300" y="6515100"/>
            <a:ext cx="409575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r">
              <a:defRPr sz="1050" b="0">
                <a:solidFill>
                  <a:srgbClr val="567F8B"/>
                </a:solidFill>
                <a:latin typeface="Georgia"/>
                <a:ea typeface="Georgia"/>
                <a:cs typeface="Georgia"/>
              </a:defRPr>
            </a:defPPr>
            <a:lvl1pPr algn="r">
              <a:defRPr sz="1050" b="0">
                <a:solidFill>
                  <a:srgbClr val="567F8B"/>
                </a:solidFill>
                <a:latin typeface="Georgia"/>
                <a:ea typeface="Georgia"/>
                <a:cs typeface="Georgia"/>
              </a:defRPr>
            </a:lvl1pPr>
            <a:lvl2pPr algn="r">
              <a:defRPr sz="1050" b="0">
                <a:solidFill>
                  <a:srgbClr val="567F8B"/>
                </a:solidFill>
                <a:latin typeface="Georgia"/>
                <a:ea typeface="Georgia"/>
                <a:cs typeface="Georgia"/>
              </a:defRPr>
            </a:lvl2pPr>
            <a:lvl3pPr algn="r">
              <a:defRPr sz="1050" b="0">
                <a:solidFill>
                  <a:srgbClr val="567F8B"/>
                </a:solidFill>
                <a:latin typeface="Georgia"/>
                <a:ea typeface="Georgia"/>
                <a:cs typeface="Georgia"/>
              </a:defRPr>
            </a:lvl3pPr>
            <a:lvl4pPr algn="r">
              <a:defRPr sz="1050" b="0">
                <a:solidFill>
                  <a:srgbClr val="567F8B"/>
                </a:solidFill>
                <a:latin typeface="Georgia"/>
                <a:ea typeface="Georgia"/>
                <a:cs typeface="Georgia"/>
              </a:defRPr>
            </a:lvl4pPr>
            <a:lvl5pPr algn="r">
              <a:defRPr sz="1050" b="0">
                <a:solidFill>
                  <a:srgbClr val="567F8B"/>
                </a:solidFill>
                <a:latin typeface="Georgia"/>
                <a:ea typeface="Georgia"/>
                <a:cs typeface="Georgia"/>
              </a:defRPr>
            </a:lvl5pPr>
            <a:lvl6pPr algn="r">
              <a:defRPr sz="1050" b="0">
                <a:solidFill>
                  <a:srgbClr val="567F8B"/>
                </a:solidFill>
                <a:latin typeface="Georgia"/>
                <a:ea typeface="Georgia"/>
                <a:cs typeface="Georgia"/>
              </a:defRPr>
            </a:lvl6pPr>
            <a:lvl7pPr algn="r">
              <a:defRPr sz="1050" b="0">
                <a:solidFill>
                  <a:srgbClr val="567F8B"/>
                </a:solidFill>
                <a:latin typeface="Georgia"/>
                <a:ea typeface="Georgia"/>
                <a:cs typeface="Georgia"/>
              </a:defRPr>
            </a:lvl7pPr>
            <a:lvl8pPr algn="r">
              <a:defRPr sz="1050" b="0">
                <a:solidFill>
                  <a:srgbClr val="567F8B"/>
                </a:solidFill>
                <a:latin typeface="Georgia"/>
                <a:ea typeface="Georgia"/>
                <a:cs typeface="Georgia"/>
              </a:defRPr>
            </a:lvl8pPr>
            <a:lvl9pPr algn="r">
              <a:defRPr sz="1050" b="0">
                <a:solidFill>
                  <a:srgbClr val="567F8B"/>
                </a:solidFill>
                <a:latin typeface="Georgia"/>
                <a:ea typeface="Georgia"/>
                <a:cs typeface="Georgia"/>
              </a:defRPr>
            </a:lvl9pPr>
          </a:lstStyle>
          <a:p>
            <a:pPr algn="r">
              <a:lnSpc>
                <a:spcPct val="100000"/>
              </a:lnSpc>
              <a:buNone/>
              <a:defRPr sz="1050" b="0">
                <a:solidFill>
                  <a:srgbClr val="567F8B"/>
                </a:solidFill>
                <a:latin typeface="Georgia"/>
                <a:ea typeface="Georgia"/>
                <a:cs typeface="Georgia"/>
              </a:defRPr>
            </a:pPr>
            <a:r>
              <a:rPr lang="en-US" altLang="zh-CN" sz="1050" b="0">
                <a:solidFill>
                  <a:srgbClr val="567F8B"/>
                </a:solidFill>
                <a:latin typeface="Georgia"/>
                <a:ea typeface="Georgia"/>
                <a:cs typeface="Georgia"/>
              </a:rPr>
              <a:t>19</a:t>
            </a:r>
            <a:endParaRPr sz="1050" b="0">
              <a:solidFill>
                <a:srgbClr val="567F8B"/>
              </a:solidFill>
              <a:latin typeface="Georgia"/>
              <a:ea typeface="Georgia"/>
              <a:cs typeface="Georgia"/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0F8BF216-4733-40DD-94A9-7656A8AE01FC}"/>
              </a:ext>
            </a:extLst>
          </p:cNvPr>
          <p:cNvSpPr>
            <a:spLocks noGrp="1"/>
          </p:cNvSpPr>
          <p:nvPr/>
        </p:nvSpPr>
        <p:spPr>
          <a:xfrm>
            <a:off x="619125" y="2143125"/>
            <a:ext cx="2571750" cy="3676650"/>
          </a:xfrm>
          <a:prstGeom prst="rect">
            <a:avLst/>
          </a:prstGeom>
          <a:solidFill>
            <a:srgbClr val="FFFFFF"/>
          </a:solidFill>
          <a:ln w="9525">
            <a:solidFill>
              <a:srgbClr val="B8C8CC"/>
            </a:solidFill>
            <a:prstDash val="solid"/>
          </a:ln>
        </p:spPr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3DE5D45A-991F-43EE-A341-6F7732A5237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695325" y="2562093"/>
            <a:ext cx="2419350" cy="2495815"/>
          </a:xfrm>
          <a:prstGeom prst="rect">
            <a:avLst/>
          </a:prstGeom>
        </p:spPr>
      </p:pic>
      <p:sp>
        <p:nvSpPr>
          <p:cNvPr id="8" name="矩形 7">
            <a:extLst>
              <a:ext uri="{FF2B5EF4-FFF2-40B4-BE49-F238E27FC236}">
                <a16:creationId xmlns:a16="http://schemas.microsoft.com/office/drawing/2014/main" id="{E111C39C-08B7-42C0-ABB2-A5EE73DA6741}"/>
              </a:ext>
            </a:extLst>
          </p:cNvPr>
          <p:cNvSpPr>
            <a:spLocks noGrp="1"/>
          </p:cNvSpPr>
          <p:nvPr/>
        </p:nvSpPr>
        <p:spPr>
          <a:xfrm>
            <a:off x="714375" y="5410200"/>
            <a:ext cx="2381250" cy="9525"/>
          </a:xfrm>
          <a:prstGeom prst="rect">
            <a:avLst/>
          </a:prstGeom>
          <a:solidFill>
            <a:srgbClr val="B8C8CC"/>
          </a:solidFill>
          <a:ln w="0">
            <a:noFill/>
            <a:prstDash val="solid"/>
          </a:ln>
        </p:spPr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6F05BCED-ED72-41F6-B7F3-7C2737211847}"/>
              </a:ext>
            </a:extLst>
          </p:cNvPr>
          <p:cNvSpPr>
            <a:spLocks noGrp="1"/>
          </p:cNvSpPr>
          <p:nvPr/>
        </p:nvSpPr>
        <p:spPr>
          <a:xfrm>
            <a:off x="752475" y="5495925"/>
            <a:ext cx="2305050" cy="2571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ctr">
              <a:defRPr sz="1275" b="0">
                <a:solidFill>
                  <a:srgbClr val="26343C"/>
                </a:solidFill>
                <a:latin typeface="Georgia"/>
                <a:ea typeface="Georgia"/>
                <a:cs typeface="Georgia"/>
              </a:defRPr>
            </a:defPPr>
            <a:lvl1pPr algn="ctr">
              <a:defRPr sz="1275" b="0">
                <a:solidFill>
                  <a:srgbClr val="26343C"/>
                </a:solidFill>
                <a:latin typeface="Georgia"/>
                <a:ea typeface="Georgia"/>
                <a:cs typeface="Georgia"/>
              </a:defRPr>
            </a:lvl1pPr>
            <a:lvl2pPr algn="ctr">
              <a:defRPr sz="1275" b="0">
                <a:solidFill>
                  <a:srgbClr val="26343C"/>
                </a:solidFill>
                <a:latin typeface="Georgia"/>
                <a:ea typeface="Georgia"/>
                <a:cs typeface="Georgia"/>
              </a:defRPr>
            </a:lvl2pPr>
            <a:lvl3pPr algn="ctr">
              <a:defRPr sz="1275" b="0">
                <a:solidFill>
                  <a:srgbClr val="26343C"/>
                </a:solidFill>
                <a:latin typeface="Georgia"/>
                <a:ea typeface="Georgia"/>
                <a:cs typeface="Georgia"/>
              </a:defRPr>
            </a:lvl3pPr>
            <a:lvl4pPr algn="ctr">
              <a:defRPr sz="1275" b="0">
                <a:solidFill>
                  <a:srgbClr val="26343C"/>
                </a:solidFill>
                <a:latin typeface="Georgia"/>
                <a:ea typeface="Georgia"/>
                <a:cs typeface="Georgia"/>
              </a:defRPr>
            </a:lvl4pPr>
            <a:lvl5pPr algn="ctr">
              <a:defRPr sz="1275" b="0">
                <a:solidFill>
                  <a:srgbClr val="26343C"/>
                </a:solidFill>
                <a:latin typeface="Georgia"/>
                <a:ea typeface="Georgia"/>
                <a:cs typeface="Georgia"/>
              </a:defRPr>
            </a:lvl5pPr>
            <a:lvl6pPr algn="ctr">
              <a:defRPr sz="1275" b="0">
                <a:solidFill>
                  <a:srgbClr val="26343C"/>
                </a:solidFill>
                <a:latin typeface="Georgia"/>
                <a:ea typeface="Georgia"/>
                <a:cs typeface="Georgia"/>
              </a:defRPr>
            </a:lvl6pPr>
            <a:lvl7pPr algn="ctr">
              <a:defRPr sz="1275" b="0">
                <a:solidFill>
                  <a:srgbClr val="26343C"/>
                </a:solidFill>
                <a:latin typeface="Georgia"/>
                <a:ea typeface="Georgia"/>
                <a:cs typeface="Georgia"/>
              </a:defRPr>
            </a:lvl7pPr>
            <a:lvl8pPr algn="ctr">
              <a:defRPr sz="1275" b="0">
                <a:solidFill>
                  <a:srgbClr val="26343C"/>
                </a:solidFill>
                <a:latin typeface="Georgia"/>
                <a:ea typeface="Georgia"/>
                <a:cs typeface="Georgia"/>
              </a:defRPr>
            </a:lvl8pPr>
            <a:lvl9pPr algn="ctr">
              <a:defRPr sz="1275" b="0">
                <a:solidFill>
                  <a:srgbClr val="26343C"/>
                </a:solidFill>
                <a:latin typeface="Georgia"/>
                <a:ea typeface="Georgia"/>
                <a:cs typeface="Georgia"/>
              </a:defRPr>
            </a:lvl9pPr>
          </a:lstStyle>
          <a:p>
            <a:pPr algn="ctr">
              <a:lnSpc>
                <a:spcPct val="100000"/>
              </a:lnSpc>
              <a:buNone/>
              <a:defRPr sz="1275" b="0">
                <a:solidFill>
                  <a:srgbClr val="26343C"/>
                </a:solidFill>
                <a:latin typeface="Georgia"/>
                <a:ea typeface="Georgia"/>
                <a:cs typeface="Georgia"/>
              </a:defRPr>
            </a:pPr>
            <a:r>
              <a:rPr sz="1275" b="0">
                <a:solidFill>
                  <a:srgbClr val="26343C"/>
                </a:solidFill>
                <a:latin typeface="Georgia"/>
                <a:ea typeface="Georgia"/>
                <a:cs typeface="Georgia"/>
              </a:rPr>
              <a:t>4906972_front_02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699160C4-693D-4C47-A888-455FD937DF9B}"/>
              </a:ext>
            </a:extLst>
          </p:cNvPr>
          <p:cNvSpPr>
            <a:spLocks noGrp="1"/>
          </p:cNvSpPr>
          <p:nvPr/>
        </p:nvSpPr>
        <p:spPr>
          <a:xfrm>
            <a:off x="3419475" y="2143125"/>
            <a:ext cx="2571750" cy="3676650"/>
          </a:xfrm>
          <a:prstGeom prst="rect">
            <a:avLst/>
          </a:prstGeom>
          <a:solidFill>
            <a:srgbClr val="FFFFFF"/>
          </a:solidFill>
          <a:ln w="9525">
            <a:solidFill>
              <a:srgbClr val="B8C8CC"/>
            </a:solidFill>
            <a:prstDash val="solid"/>
          </a:ln>
        </p:spPr>
      </p:sp>
      <p:pic>
        <p:nvPicPr>
          <p:cNvPr id="11" name="图片 10">
            <a:extLst>
              <a:ext uri="{FF2B5EF4-FFF2-40B4-BE49-F238E27FC236}">
                <a16:creationId xmlns:a16="http://schemas.microsoft.com/office/drawing/2014/main" id="{4E5E1054-9EB9-4C56-8812-0CC10630E01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3495675" y="2602257"/>
            <a:ext cx="2419350" cy="2415485"/>
          </a:xfrm>
          <a:prstGeom prst="rect">
            <a:avLst/>
          </a:prstGeom>
        </p:spPr>
      </p:pic>
      <p:sp>
        <p:nvSpPr>
          <p:cNvPr id="12" name="矩形 11">
            <a:extLst>
              <a:ext uri="{FF2B5EF4-FFF2-40B4-BE49-F238E27FC236}">
                <a16:creationId xmlns:a16="http://schemas.microsoft.com/office/drawing/2014/main" id="{2BF6C96B-1D76-4271-8A1D-5FD6F770F5D3}"/>
              </a:ext>
            </a:extLst>
          </p:cNvPr>
          <p:cNvSpPr>
            <a:spLocks noGrp="1"/>
          </p:cNvSpPr>
          <p:nvPr/>
        </p:nvSpPr>
        <p:spPr>
          <a:xfrm>
            <a:off x="3514725" y="5410200"/>
            <a:ext cx="2381250" cy="9525"/>
          </a:xfrm>
          <a:prstGeom prst="rect">
            <a:avLst/>
          </a:prstGeom>
          <a:solidFill>
            <a:srgbClr val="B8C8CC"/>
          </a:solidFill>
          <a:ln w="0">
            <a:noFill/>
            <a:prstDash val="solid"/>
          </a:ln>
        </p:spPr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B16BA29D-54B2-4A95-97AA-0B779D7CEF05}"/>
              </a:ext>
            </a:extLst>
          </p:cNvPr>
          <p:cNvSpPr>
            <a:spLocks noGrp="1"/>
          </p:cNvSpPr>
          <p:nvPr/>
        </p:nvSpPr>
        <p:spPr>
          <a:xfrm>
            <a:off x="3552825" y="5495925"/>
            <a:ext cx="2305050" cy="2571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ctr">
              <a:defRPr sz="1275" b="0">
                <a:solidFill>
                  <a:srgbClr val="26343C"/>
                </a:solidFill>
                <a:latin typeface="Georgia"/>
                <a:ea typeface="Georgia"/>
                <a:cs typeface="Georgia"/>
              </a:defRPr>
            </a:defPPr>
            <a:lvl1pPr algn="ctr">
              <a:defRPr sz="1275" b="0">
                <a:solidFill>
                  <a:srgbClr val="26343C"/>
                </a:solidFill>
                <a:latin typeface="Georgia"/>
                <a:ea typeface="Georgia"/>
                <a:cs typeface="Georgia"/>
              </a:defRPr>
            </a:lvl1pPr>
            <a:lvl2pPr algn="ctr">
              <a:defRPr sz="1275" b="0">
                <a:solidFill>
                  <a:srgbClr val="26343C"/>
                </a:solidFill>
                <a:latin typeface="Georgia"/>
                <a:ea typeface="Georgia"/>
                <a:cs typeface="Georgia"/>
              </a:defRPr>
            </a:lvl2pPr>
            <a:lvl3pPr algn="ctr">
              <a:defRPr sz="1275" b="0">
                <a:solidFill>
                  <a:srgbClr val="26343C"/>
                </a:solidFill>
                <a:latin typeface="Georgia"/>
                <a:ea typeface="Georgia"/>
                <a:cs typeface="Georgia"/>
              </a:defRPr>
            </a:lvl3pPr>
            <a:lvl4pPr algn="ctr">
              <a:defRPr sz="1275" b="0">
                <a:solidFill>
                  <a:srgbClr val="26343C"/>
                </a:solidFill>
                <a:latin typeface="Georgia"/>
                <a:ea typeface="Georgia"/>
                <a:cs typeface="Georgia"/>
              </a:defRPr>
            </a:lvl4pPr>
            <a:lvl5pPr algn="ctr">
              <a:defRPr sz="1275" b="0">
                <a:solidFill>
                  <a:srgbClr val="26343C"/>
                </a:solidFill>
                <a:latin typeface="Georgia"/>
                <a:ea typeface="Georgia"/>
                <a:cs typeface="Georgia"/>
              </a:defRPr>
            </a:lvl5pPr>
            <a:lvl6pPr algn="ctr">
              <a:defRPr sz="1275" b="0">
                <a:solidFill>
                  <a:srgbClr val="26343C"/>
                </a:solidFill>
                <a:latin typeface="Georgia"/>
                <a:ea typeface="Georgia"/>
                <a:cs typeface="Georgia"/>
              </a:defRPr>
            </a:lvl6pPr>
            <a:lvl7pPr algn="ctr">
              <a:defRPr sz="1275" b="0">
                <a:solidFill>
                  <a:srgbClr val="26343C"/>
                </a:solidFill>
                <a:latin typeface="Georgia"/>
                <a:ea typeface="Georgia"/>
                <a:cs typeface="Georgia"/>
              </a:defRPr>
            </a:lvl7pPr>
            <a:lvl8pPr algn="ctr">
              <a:defRPr sz="1275" b="0">
                <a:solidFill>
                  <a:srgbClr val="26343C"/>
                </a:solidFill>
                <a:latin typeface="Georgia"/>
                <a:ea typeface="Georgia"/>
                <a:cs typeface="Georgia"/>
              </a:defRPr>
            </a:lvl8pPr>
            <a:lvl9pPr algn="ctr">
              <a:defRPr sz="1275" b="0">
                <a:solidFill>
                  <a:srgbClr val="26343C"/>
                </a:solidFill>
                <a:latin typeface="Georgia"/>
                <a:ea typeface="Georgia"/>
                <a:cs typeface="Georgia"/>
              </a:defRPr>
            </a:lvl9pPr>
          </a:lstStyle>
          <a:p>
            <a:pPr algn="ctr">
              <a:lnSpc>
                <a:spcPct val="100000"/>
              </a:lnSpc>
              <a:buNone/>
              <a:defRPr sz="1275" b="0">
                <a:solidFill>
                  <a:srgbClr val="26343C"/>
                </a:solidFill>
                <a:latin typeface="Georgia"/>
                <a:ea typeface="Georgia"/>
                <a:cs typeface="Georgia"/>
              </a:defRPr>
            </a:pPr>
            <a:r>
              <a:rPr sz="1275" b="0">
                <a:solidFill>
                  <a:srgbClr val="26343C"/>
                </a:solidFill>
                <a:latin typeface="Georgia"/>
                <a:ea typeface="Georgia"/>
                <a:cs typeface="Georgia"/>
              </a:rPr>
              <a:t>4907518_front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6FEFD9BA-13D6-44E8-94C9-CB4227223C2B}"/>
              </a:ext>
            </a:extLst>
          </p:cNvPr>
          <p:cNvSpPr>
            <a:spLocks noGrp="1"/>
          </p:cNvSpPr>
          <p:nvPr/>
        </p:nvSpPr>
        <p:spPr>
          <a:xfrm>
            <a:off x="6219825" y="2143125"/>
            <a:ext cx="2571750" cy="3676650"/>
          </a:xfrm>
          <a:prstGeom prst="rect">
            <a:avLst/>
          </a:prstGeom>
          <a:solidFill>
            <a:srgbClr val="FFFFFF"/>
          </a:solidFill>
          <a:ln w="9525">
            <a:solidFill>
              <a:srgbClr val="B8C8CC"/>
            </a:solidFill>
            <a:prstDash val="solid"/>
          </a:ln>
        </p:spPr>
      </p:sp>
      <p:pic>
        <p:nvPicPr>
          <p:cNvPr id="15" name="图片 14">
            <a:extLst>
              <a:ext uri="{FF2B5EF4-FFF2-40B4-BE49-F238E27FC236}">
                <a16:creationId xmlns:a16="http://schemas.microsoft.com/office/drawing/2014/main" id="{3E46C125-87DC-4FB9-AAB7-D80BF4BCD6F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/>
        </p:blipFill>
        <p:spPr>
          <a:xfrm>
            <a:off x="6296025" y="2666913"/>
            <a:ext cx="2419350" cy="2286175"/>
          </a:xfrm>
          <a:prstGeom prst="rect">
            <a:avLst/>
          </a:prstGeom>
        </p:spPr>
      </p:pic>
      <p:sp>
        <p:nvSpPr>
          <p:cNvPr id="16" name="矩形 15">
            <a:extLst>
              <a:ext uri="{FF2B5EF4-FFF2-40B4-BE49-F238E27FC236}">
                <a16:creationId xmlns:a16="http://schemas.microsoft.com/office/drawing/2014/main" id="{C71573DA-9871-4E71-A63A-31E1A9660669}"/>
              </a:ext>
            </a:extLst>
          </p:cNvPr>
          <p:cNvSpPr>
            <a:spLocks noGrp="1"/>
          </p:cNvSpPr>
          <p:nvPr/>
        </p:nvSpPr>
        <p:spPr>
          <a:xfrm>
            <a:off x="6315075" y="5410200"/>
            <a:ext cx="2381250" cy="9525"/>
          </a:xfrm>
          <a:prstGeom prst="rect">
            <a:avLst/>
          </a:prstGeom>
          <a:solidFill>
            <a:srgbClr val="B8C8CC"/>
          </a:solidFill>
          <a:ln w="0">
            <a:noFill/>
            <a:prstDash val="solid"/>
          </a:ln>
        </p:spPr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682763C8-EBB8-454A-9E6E-0716B4E466D9}"/>
              </a:ext>
            </a:extLst>
          </p:cNvPr>
          <p:cNvSpPr>
            <a:spLocks noGrp="1"/>
          </p:cNvSpPr>
          <p:nvPr/>
        </p:nvSpPr>
        <p:spPr>
          <a:xfrm>
            <a:off x="6353175" y="5495925"/>
            <a:ext cx="2305050" cy="2571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ctr">
              <a:defRPr sz="1275" b="0">
                <a:solidFill>
                  <a:srgbClr val="26343C"/>
                </a:solidFill>
                <a:latin typeface="Georgia"/>
                <a:ea typeface="Georgia"/>
                <a:cs typeface="Georgia"/>
              </a:defRPr>
            </a:defPPr>
            <a:lvl1pPr algn="ctr">
              <a:defRPr sz="1275" b="0">
                <a:solidFill>
                  <a:srgbClr val="26343C"/>
                </a:solidFill>
                <a:latin typeface="Georgia"/>
                <a:ea typeface="Georgia"/>
                <a:cs typeface="Georgia"/>
              </a:defRPr>
            </a:lvl1pPr>
            <a:lvl2pPr algn="ctr">
              <a:defRPr sz="1275" b="0">
                <a:solidFill>
                  <a:srgbClr val="26343C"/>
                </a:solidFill>
                <a:latin typeface="Georgia"/>
                <a:ea typeface="Georgia"/>
                <a:cs typeface="Georgia"/>
              </a:defRPr>
            </a:lvl2pPr>
            <a:lvl3pPr algn="ctr">
              <a:defRPr sz="1275" b="0">
                <a:solidFill>
                  <a:srgbClr val="26343C"/>
                </a:solidFill>
                <a:latin typeface="Georgia"/>
                <a:ea typeface="Georgia"/>
                <a:cs typeface="Georgia"/>
              </a:defRPr>
            </a:lvl3pPr>
            <a:lvl4pPr algn="ctr">
              <a:defRPr sz="1275" b="0">
                <a:solidFill>
                  <a:srgbClr val="26343C"/>
                </a:solidFill>
                <a:latin typeface="Georgia"/>
                <a:ea typeface="Georgia"/>
                <a:cs typeface="Georgia"/>
              </a:defRPr>
            </a:lvl4pPr>
            <a:lvl5pPr algn="ctr">
              <a:defRPr sz="1275" b="0">
                <a:solidFill>
                  <a:srgbClr val="26343C"/>
                </a:solidFill>
                <a:latin typeface="Georgia"/>
                <a:ea typeface="Georgia"/>
                <a:cs typeface="Georgia"/>
              </a:defRPr>
            </a:lvl5pPr>
            <a:lvl6pPr algn="ctr">
              <a:defRPr sz="1275" b="0">
                <a:solidFill>
                  <a:srgbClr val="26343C"/>
                </a:solidFill>
                <a:latin typeface="Georgia"/>
                <a:ea typeface="Georgia"/>
                <a:cs typeface="Georgia"/>
              </a:defRPr>
            </a:lvl6pPr>
            <a:lvl7pPr algn="ctr">
              <a:defRPr sz="1275" b="0">
                <a:solidFill>
                  <a:srgbClr val="26343C"/>
                </a:solidFill>
                <a:latin typeface="Georgia"/>
                <a:ea typeface="Georgia"/>
                <a:cs typeface="Georgia"/>
              </a:defRPr>
            </a:lvl7pPr>
            <a:lvl8pPr algn="ctr">
              <a:defRPr sz="1275" b="0">
                <a:solidFill>
                  <a:srgbClr val="26343C"/>
                </a:solidFill>
                <a:latin typeface="Georgia"/>
                <a:ea typeface="Georgia"/>
                <a:cs typeface="Georgia"/>
              </a:defRPr>
            </a:lvl8pPr>
            <a:lvl9pPr algn="ctr">
              <a:defRPr sz="1275" b="0">
                <a:solidFill>
                  <a:srgbClr val="26343C"/>
                </a:solidFill>
                <a:latin typeface="Georgia"/>
                <a:ea typeface="Georgia"/>
                <a:cs typeface="Georgia"/>
              </a:defRPr>
            </a:lvl9pPr>
          </a:lstStyle>
          <a:p>
            <a:pPr algn="ctr">
              <a:lnSpc>
                <a:spcPct val="100000"/>
              </a:lnSpc>
              <a:buNone/>
              <a:defRPr sz="1275" b="0">
                <a:solidFill>
                  <a:srgbClr val="26343C"/>
                </a:solidFill>
                <a:latin typeface="Georgia"/>
                <a:ea typeface="Georgia"/>
                <a:cs typeface="Georgia"/>
              </a:defRPr>
            </a:pPr>
            <a:r>
              <a:rPr sz="1275" b="0">
                <a:solidFill>
                  <a:srgbClr val="26343C"/>
                </a:solidFill>
                <a:latin typeface="Georgia"/>
                <a:ea typeface="Georgia"/>
                <a:cs typeface="Georgia"/>
              </a:rPr>
              <a:t>4907518_left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10E5A328-5B10-4AD2-92E3-5018DFF29B79}"/>
              </a:ext>
            </a:extLst>
          </p:cNvPr>
          <p:cNvSpPr>
            <a:spLocks noGrp="1"/>
          </p:cNvSpPr>
          <p:nvPr/>
        </p:nvSpPr>
        <p:spPr>
          <a:xfrm>
            <a:off x="9020175" y="2143125"/>
            <a:ext cx="2571750" cy="3676650"/>
          </a:xfrm>
          <a:prstGeom prst="rect">
            <a:avLst/>
          </a:prstGeom>
          <a:solidFill>
            <a:srgbClr val="FFFFFF"/>
          </a:solidFill>
          <a:ln w="9525">
            <a:solidFill>
              <a:srgbClr val="B8C8CC"/>
            </a:solidFill>
            <a:prstDash val="solid"/>
          </a:ln>
        </p:spPr>
      </p:sp>
      <p:pic>
        <p:nvPicPr>
          <p:cNvPr id="19" name="图片 18">
            <a:extLst>
              <a:ext uri="{FF2B5EF4-FFF2-40B4-BE49-F238E27FC236}">
                <a16:creationId xmlns:a16="http://schemas.microsoft.com/office/drawing/2014/main" id="{3742F194-1F09-42E1-B875-9AD1FBEDF6B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/>
        </p:blipFill>
        <p:spPr>
          <a:xfrm>
            <a:off x="9096375" y="2610065"/>
            <a:ext cx="2419350" cy="2399871"/>
          </a:xfrm>
          <a:prstGeom prst="rect">
            <a:avLst/>
          </a:prstGeom>
        </p:spPr>
      </p:pic>
      <p:sp>
        <p:nvSpPr>
          <p:cNvPr id="20" name="矩形 19">
            <a:extLst>
              <a:ext uri="{FF2B5EF4-FFF2-40B4-BE49-F238E27FC236}">
                <a16:creationId xmlns:a16="http://schemas.microsoft.com/office/drawing/2014/main" id="{D1D3D129-3460-421F-9CFD-FC29092DC064}"/>
              </a:ext>
            </a:extLst>
          </p:cNvPr>
          <p:cNvSpPr>
            <a:spLocks noGrp="1"/>
          </p:cNvSpPr>
          <p:nvPr/>
        </p:nvSpPr>
        <p:spPr>
          <a:xfrm>
            <a:off x="9115425" y="5410200"/>
            <a:ext cx="2381250" cy="9525"/>
          </a:xfrm>
          <a:prstGeom prst="rect">
            <a:avLst/>
          </a:prstGeom>
          <a:solidFill>
            <a:srgbClr val="B8C8CC"/>
          </a:solidFill>
          <a:ln w="0">
            <a:noFill/>
            <a:prstDash val="solid"/>
          </a:ln>
        </p:spPr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7E6F6D66-1816-4336-B971-9E97CDB3E7FF}"/>
              </a:ext>
            </a:extLst>
          </p:cNvPr>
          <p:cNvSpPr>
            <a:spLocks noGrp="1"/>
          </p:cNvSpPr>
          <p:nvPr/>
        </p:nvSpPr>
        <p:spPr>
          <a:xfrm>
            <a:off x="9153525" y="5495925"/>
            <a:ext cx="2305050" cy="2571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ctr">
              <a:defRPr sz="1275" b="0">
                <a:solidFill>
                  <a:srgbClr val="26343C"/>
                </a:solidFill>
                <a:latin typeface="Georgia"/>
                <a:ea typeface="Georgia"/>
                <a:cs typeface="Georgia"/>
              </a:defRPr>
            </a:defPPr>
            <a:lvl1pPr algn="ctr">
              <a:defRPr sz="1275" b="0">
                <a:solidFill>
                  <a:srgbClr val="26343C"/>
                </a:solidFill>
                <a:latin typeface="Georgia"/>
                <a:ea typeface="Georgia"/>
                <a:cs typeface="Georgia"/>
              </a:defRPr>
            </a:lvl1pPr>
            <a:lvl2pPr algn="ctr">
              <a:defRPr sz="1275" b="0">
                <a:solidFill>
                  <a:srgbClr val="26343C"/>
                </a:solidFill>
                <a:latin typeface="Georgia"/>
                <a:ea typeface="Georgia"/>
                <a:cs typeface="Georgia"/>
              </a:defRPr>
            </a:lvl2pPr>
            <a:lvl3pPr algn="ctr">
              <a:defRPr sz="1275" b="0">
                <a:solidFill>
                  <a:srgbClr val="26343C"/>
                </a:solidFill>
                <a:latin typeface="Georgia"/>
                <a:ea typeface="Georgia"/>
                <a:cs typeface="Georgia"/>
              </a:defRPr>
            </a:lvl3pPr>
            <a:lvl4pPr algn="ctr">
              <a:defRPr sz="1275" b="0">
                <a:solidFill>
                  <a:srgbClr val="26343C"/>
                </a:solidFill>
                <a:latin typeface="Georgia"/>
                <a:ea typeface="Georgia"/>
                <a:cs typeface="Georgia"/>
              </a:defRPr>
            </a:lvl4pPr>
            <a:lvl5pPr algn="ctr">
              <a:defRPr sz="1275" b="0">
                <a:solidFill>
                  <a:srgbClr val="26343C"/>
                </a:solidFill>
                <a:latin typeface="Georgia"/>
                <a:ea typeface="Georgia"/>
                <a:cs typeface="Georgia"/>
              </a:defRPr>
            </a:lvl5pPr>
            <a:lvl6pPr algn="ctr">
              <a:defRPr sz="1275" b="0">
                <a:solidFill>
                  <a:srgbClr val="26343C"/>
                </a:solidFill>
                <a:latin typeface="Georgia"/>
                <a:ea typeface="Georgia"/>
                <a:cs typeface="Georgia"/>
              </a:defRPr>
            </a:lvl6pPr>
            <a:lvl7pPr algn="ctr">
              <a:defRPr sz="1275" b="0">
                <a:solidFill>
                  <a:srgbClr val="26343C"/>
                </a:solidFill>
                <a:latin typeface="Georgia"/>
                <a:ea typeface="Georgia"/>
                <a:cs typeface="Georgia"/>
              </a:defRPr>
            </a:lvl7pPr>
            <a:lvl8pPr algn="ctr">
              <a:defRPr sz="1275" b="0">
                <a:solidFill>
                  <a:srgbClr val="26343C"/>
                </a:solidFill>
                <a:latin typeface="Georgia"/>
                <a:ea typeface="Georgia"/>
                <a:cs typeface="Georgia"/>
              </a:defRPr>
            </a:lvl8pPr>
            <a:lvl9pPr algn="ctr">
              <a:defRPr sz="1275" b="0">
                <a:solidFill>
                  <a:srgbClr val="26343C"/>
                </a:solidFill>
                <a:latin typeface="Georgia"/>
                <a:ea typeface="Georgia"/>
                <a:cs typeface="Georgia"/>
              </a:defRPr>
            </a:lvl9pPr>
          </a:lstStyle>
          <a:p>
            <a:pPr algn="ctr">
              <a:lnSpc>
                <a:spcPct val="100000"/>
              </a:lnSpc>
              <a:buNone/>
              <a:defRPr sz="1275" b="0">
                <a:solidFill>
                  <a:srgbClr val="26343C"/>
                </a:solidFill>
                <a:latin typeface="Georgia"/>
                <a:ea typeface="Georgia"/>
                <a:cs typeface="Georgia"/>
              </a:defRPr>
            </a:pPr>
            <a:r>
              <a:rPr sz="1275" b="0">
                <a:solidFill>
                  <a:srgbClr val="26343C"/>
                </a:solidFill>
                <a:latin typeface="Georgia"/>
                <a:ea typeface="Georgia"/>
                <a:cs typeface="Georgia"/>
              </a:rPr>
              <a:t>4907520_front</a:t>
            </a:r>
          </a:p>
        </p:txBody>
      </p:sp>
    </p:spTree>
    <p:extLst>
      <p:ext uri="{BB962C8B-B14F-4D97-AF65-F5344CB8AC3E}">
        <p14:creationId xmlns:p14="http://schemas.microsoft.com/office/powerpoint/2010/main" val="91203727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C7008A1C-8CF6-478B-863E-75AACDB8FC0A}"/>
              </a:ext>
            </a:extLst>
          </p:cNvPr>
          <p:cNvSpPr>
            <a:spLocks noGrp="1"/>
          </p:cNvSpPr>
          <p:nvPr/>
        </p:nvSpPr>
        <p:spPr>
          <a:xfrm>
            <a:off x="361950" y="219075"/>
            <a:ext cx="10382250" cy="2952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725" b="1">
                <a:solidFill>
                  <a:srgbClr val="26343C"/>
                </a:solidFill>
                <a:latin typeface="Noto Sans SC"/>
                <a:ea typeface="Noto Sans SC"/>
                <a:cs typeface="Noto Sans SC"/>
              </a:defRPr>
            </a:defPPr>
            <a:lvl1pPr algn="l">
              <a:defRPr sz="1725" b="1">
                <a:solidFill>
                  <a:srgbClr val="26343C"/>
                </a:solidFill>
                <a:latin typeface="Noto Sans SC"/>
                <a:ea typeface="Noto Sans SC"/>
                <a:cs typeface="Noto Sans SC"/>
              </a:defRPr>
            </a:lvl1pPr>
            <a:lvl2pPr algn="l">
              <a:defRPr sz="1725" b="1">
                <a:solidFill>
                  <a:srgbClr val="26343C"/>
                </a:solidFill>
                <a:latin typeface="Noto Sans SC"/>
                <a:ea typeface="Noto Sans SC"/>
                <a:cs typeface="Noto Sans SC"/>
              </a:defRPr>
            </a:lvl2pPr>
            <a:lvl3pPr algn="l">
              <a:defRPr sz="1725" b="1">
                <a:solidFill>
                  <a:srgbClr val="26343C"/>
                </a:solidFill>
                <a:latin typeface="Noto Sans SC"/>
                <a:ea typeface="Noto Sans SC"/>
                <a:cs typeface="Noto Sans SC"/>
              </a:defRPr>
            </a:lvl3pPr>
            <a:lvl4pPr algn="l">
              <a:defRPr sz="1725" b="1">
                <a:solidFill>
                  <a:srgbClr val="26343C"/>
                </a:solidFill>
                <a:latin typeface="Noto Sans SC"/>
                <a:ea typeface="Noto Sans SC"/>
                <a:cs typeface="Noto Sans SC"/>
              </a:defRPr>
            </a:lvl4pPr>
            <a:lvl5pPr algn="l">
              <a:defRPr sz="1725" b="1">
                <a:solidFill>
                  <a:srgbClr val="26343C"/>
                </a:solidFill>
                <a:latin typeface="Noto Sans SC"/>
                <a:ea typeface="Noto Sans SC"/>
                <a:cs typeface="Noto Sans SC"/>
              </a:defRPr>
            </a:lvl5pPr>
            <a:lvl6pPr algn="l">
              <a:defRPr sz="1725" b="1">
                <a:solidFill>
                  <a:srgbClr val="26343C"/>
                </a:solidFill>
                <a:latin typeface="Noto Sans SC"/>
                <a:ea typeface="Noto Sans SC"/>
                <a:cs typeface="Noto Sans SC"/>
              </a:defRPr>
            </a:lvl6pPr>
            <a:lvl7pPr algn="l">
              <a:defRPr sz="1725" b="1">
                <a:solidFill>
                  <a:srgbClr val="26343C"/>
                </a:solidFill>
                <a:latin typeface="Noto Sans SC"/>
                <a:ea typeface="Noto Sans SC"/>
                <a:cs typeface="Noto Sans SC"/>
              </a:defRPr>
            </a:lvl7pPr>
            <a:lvl8pPr algn="l">
              <a:defRPr sz="1725" b="1">
                <a:solidFill>
                  <a:srgbClr val="26343C"/>
                </a:solidFill>
                <a:latin typeface="Noto Sans SC"/>
                <a:ea typeface="Noto Sans SC"/>
                <a:cs typeface="Noto Sans SC"/>
              </a:defRPr>
            </a:lvl8pPr>
            <a:lvl9pPr algn="l">
              <a:defRPr sz="1725" b="1">
                <a:solidFill>
                  <a:srgbClr val="26343C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l">
              <a:lnSpc>
                <a:spcPct val="100000"/>
              </a:lnSpc>
              <a:buNone/>
              <a:defRPr sz="1725" b="1">
                <a:solidFill>
                  <a:srgbClr val="26343C"/>
                </a:solidFill>
                <a:latin typeface="Noto Sans SC"/>
                <a:ea typeface="Noto Sans SC"/>
                <a:cs typeface="Noto Sans SC"/>
              </a:defRPr>
            </a:pPr>
            <a:r>
              <a:rPr sz="1725" b="1">
                <a:solidFill>
                  <a:srgbClr val="26343C"/>
                </a:solidFill>
                <a:latin typeface="Noto Sans SC"/>
                <a:ea typeface="Noto Sans SC"/>
                <a:cs typeface="Noto Sans SC"/>
              </a:rPr>
              <a:t>结果附图  /  17 张立面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8531F9E4-A307-4C68-A5FE-501252FFEEC9}"/>
              </a:ext>
            </a:extLst>
          </p:cNvPr>
          <p:cNvSpPr>
            <a:spLocks noGrp="1"/>
          </p:cNvSpPr>
          <p:nvPr/>
        </p:nvSpPr>
        <p:spPr>
          <a:xfrm>
            <a:off x="361950" y="609600"/>
            <a:ext cx="11468100" cy="66675"/>
          </a:xfrm>
          <a:prstGeom prst="rect">
            <a:avLst/>
          </a:prstGeom>
          <a:solidFill>
            <a:srgbClr val="A9BCC2"/>
          </a:solidFill>
          <a:ln w="0">
            <a:noFill/>
            <a:prstDash val="solid"/>
          </a:ln>
        </p:spPr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2BEAC7FA-EFAE-400B-8F6E-8A09610F5A8E}"/>
              </a:ext>
            </a:extLst>
          </p:cNvPr>
          <p:cNvSpPr>
            <a:spLocks noGrp="1"/>
          </p:cNvSpPr>
          <p:nvPr/>
        </p:nvSpPr>
        <p:spPr>
          <a:xfrm>
            <a:off x="609600" y="866775"/>
            <a:ext cx="10972800" cy="5429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775" b="1">
                <a:solidFill>
                  <a:srgbClr val="26343C"/>
                </a:solidFill>
                <a:latin typeface="Noto Sans SC"/>
                <a:ea typeface="Noto Sans SC"/>
                <a:cs typeface="Noto Sans SC"/>
              </a:defRPr>
            </a:defPPr>
            <a:lvl1pPr algn="l">
              <a:defRPr sz="2775" b="1">
                <a:solidFill>
                  <a:srgbClr val="26343C"/>
                </a:solidFill>
                <a:latin typeface="Noto Sans SC"/>
                <a:ea typeface="Noto Sans SC"/>
                <a:cs typeface="Noto Sans SC"/>
              </a:defRPr>
            </a:lvl1pPr>
            <a:lvl2pPr algn="l">
              <a:defRPr sz="2775" b="1">
                <a:solidFill>
                  <a:srgbClr val="26343C"/>
                </a:solidFill>
                <a:latin typeface="Noto Sans SC"/>
                <a:ea typeface="Noto Sans SC"/>
                <a:cs typeface="Noto Sans SC"/>
              </a:defRPr>
            </a:lvl2pPr>
            <a:lvl3pPr algn="l">
              <a:defRPr sz="2775" b="1">
                <a:solidFill>
                  <a:srgbClr val="26343C"/>
                </a:solidFill>
                <a:latin typeface="Noto Sans SC"/>
                <a:ea typeface="Noto Sans SC"/>
                <a:cs typeface="Noto Sans SC"/>
              </a:defRPr>
            </a:lvl3pPr>
            <a:lvl4pPr algn="l">
              <a:defRPr sz="2775" b="1">
                <a:solidFill>
                  <a:srgbClr val="26343C"/>
                </a:solidFill>
                <a:latin typeface="Noto Sans SC"/>
                <a:ea typeface="Noto Sans SC"/>
                <a:cs typeface="Noto Sans SC"/>
              </a:defRPr>
            </a:lvl4pPr>
            <a:lvl5pPr algn="l">
              <a:defRPr sz="2775" b="1">
                <a:solidFill>
                  <a:srgbClr val="26343C"/>
                </a:solidFill>
                <a:latin typeface="Noto Sans SC"/>
                <a:ea typeface="Noto Sans SC"/>
                <a:cs typeface="Noto Sans SC"/>
              </a:defRPr>
            </a:lvl5pPr>
            <a:lvl6pPr algn="l">
              <a:defRPr sz="2775" b="1">
                <a:solidFill>
                  <a:srgbClr val="26343C"/>
                </a:solidFill>
                <a:latin typeface="Noto Sans SC"/>
                <a:ea typeface="Noto Sans SC"/>
                <a:cs typeface="Noto Sans SC"/>
              </a:defRPr>
            </a:lvl6pPr>
            <a:lvl7pPr algn="l">
              <a:defRPr sz="2775" b="1">
                <a:solidFill>
                  <a:srgbClr val="26343C"/>
                </a:solidFill>
                <a:latin typeface="Noto Sans SC"/>
                <a:ea typeface="Noto Sans SC"/>
                <a:cs typeface="Noto Sans SC"/>
              </a:defRPr>
            </a:lvl7pPr>
            <a:lvl8pPr algn="l">
              <a:defRPr sz="2775" b="1">
                <a:solidFill>
                  <a:srgbClr val="26343C"/>
                </a:solidFill>
                <a:latin typeface="Noto Sans SC"/>
                <a:ea typeface="Noto Sans SC"/>
                <a:cs typeface="Noto Sans SC"/>
              </a:defRPr>
            </a:lvl8pPr>
            <a:lvl9pPr algn="l">
              <a:defRPr sz="2775" b="1">
                <a:solidFill>
                  <a:srgbClr val="26343C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l">
              <a:lnSpc>
                <a:spcPct val="100000"/>
              </a:lnSpc>
              <a:buNone/>
              <a:defRPr sz="2775" b="1">
                <a:solidFill>
                  <a:srgbClr val="26343C"/>
                </a:solidFill>
                <a:latin typeface="Noto Sans SC"/>
                <a:ea typeface="Noto Sans SC"/>
                <a:cs typeface="Noto Sans SC"/>
              </a:defRPr>
            </a:pPr>
            <a:r>
              <a:rPr sz="2775" b="1">
                <a:solidFill>
                  <a:srgbClr val="26343C"/>
                </a:solidFill>
                <a:latin typeface="Noto Sans SC"/>
                <a:ea typeface="Noto Sans SC"/>
                <a:cs typeface="Noto Sans SC"/>
              </a:rPr>
              <a:t>立面检测图集  4 / 4  ·  其余照片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3132DF54-05BC-49FF-B57E-C865E837FD6D}"/>
              </a:ext>
            </a:extLst>
          </p:cNvPr>
          <p:cNvSpPr>
            <a:spLocks noGrp="1"/>
          </p:cNvSpPr>
          <p:nvPr/>
        </p:nvSpPr>
        <p:spPr>
          <a:xfrm>
            <a:off x="609600" y="6410325"/>
            <a:ext cx="10972800" cy="9525"/>
          </a:xfrm>
          <a:prstGeom prst="rect">
            <a:avLst/>
          </a:prstGeom>
          <a:solidFill>
            <a:srgbClr val="B8C8CC"/>
          </a:solidFill>
          <a:ln w="0">
            <a:noFill/>
            <a:prstDash val="solid"/>
          </a:ln>
        </p:spPr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F880CED-AF2F-429D-A754-9D6AC5B494BA}"/>
              </a:ext>
            </a:extLst>
          </p:cNvPr>
          <p:cNvSpPr>
            <a:spLocks noGrp="1"/>
          </p:cNvSpPr>
          <p:nvPr/>
        </p:nvSpPr>
        <p:spPr>
          <a:xfrm>
            <a:off x="11163300" y="6515100"/>
            <a:ext cx="409575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r">
              <a:defRPr sz="1050" b="0">
                <a:solidFill>
                  <a:srgbClr val="567F8B"/>
                </a:solidFill>
                <a:latin typeface="Georgia"/>
                <a:ea typeface="Georgia"/>
                <a:cs typeface="Georgia"/>
              </a:defRPr>
            </a:defPPr>
            <a:lvl1pPr algn="r">
              <a:defRPr sz="1050" b="0">
                <a:solidFill>
                  <a:srgbClr val="567F8B"/>
                </a:solidFill>
                <a:latin typeface="Georgia"/>
                <a:ea typeface="Georgia"/>
                <a:cs typeface="Georgia"/>
              </a:defRPr>
            </a:lvl1pPr>
            <a:lvl2pPr algn="r">
              <a:defRPr sz="1050" b="0">
                <a:solidFill>
                  <a:srgbClr val="567F8B"/>
                </a:solidFill>
                <a:latin typeface="Georgia"/>
                <a:ea typeface="Georgia"/>
                <a:cs typeface="Georgia"/>
              </a:defRPr>
            </a:lvl2pPr>
            <a:lvl3pPr algn="r">
              <a:defRPr sz="1050" b="0">
                <a:solidFill>
                  <a:srgbClr val="567F8B"/>
                </a:solidFill>
                <a:latin typeface="Georgia"/>
                <a:ea typeface="Georgia"/>
                <a:cs typeface="Georgia"/>
              </a:defRPr>
            </a:lvl3pPr>
            <a:lvl4pPr algn="r">
              <a:defRPr sz="1050" b="0">
                <a:solidFill>
                  <a:srgbClr val="567F8B"/>
                </a:solidFill>
                <a:latin typeface="Georgia"/>
                <a:ea typeface="Georgia"/>
                <a:cs typeface="Georgia"/>
              </a:defRPr>
            </a:lvl4pPr>
            <a:lvl5pPr algn="r">
              <a:defRPr sz="1050" b="0">
                <a:solidFill>
                  <a:srgbClr val="567F8B"/>
                </a:solidFill>
                <a:latin typeface="Georgia"/>
                <a:ea typeface="Georgia"/>
                <a:cs typeface="Georgia"/>
              </a:defRPr>
            </a:lvl5pPr>
            <a:lvl6pPr algn="r">
              <a:defRPr sz="1050" b="0">
                <a:solidFill>
                  <a:srgbClr val="567F8B"/>
                </a:solidFill>
                <a:latin typeface="Georgia"/>
                <a:ea typeface="Georgia"/>
                <a:cs typeface="Georgia"/>
              </a:defRPr>
            </a:lvl6pPr>
            <a:lvl7pPr algn="r">
              <a:defRPr sz="1050" b="0">
                <a:solidFill>
                  <a:srgbClr val="567F8B"/>
                </a:solidFill>
                <a:latin typeface="Georgia"/>
                <a:ea typeface="Georgia"/>
                <a:cs typeface="Georgia"/>
              </a:defRPr>
            </a:lvl7pPr>
            <a:lvl8pPr algn="r">
              <a:defRPr sz="1050" b="0">
                <a:solidFill>
                  <a:srgbClr val="567F8B"/>
                </a:solidFill>
                <a:latin typeface="Georgia"/>
                <a:ea typeface="Georgia"/>
                <a:cs typeface="Georgia"/>
              </a:defRPr>
            </a:lvl8pPr>
            <a:lvl9pPr algn="r">
              <a:defRPr sz="1050" b="0">
                <a:solidFill>
                  <a:srgbClr val="567F8B"/>
                </a:solidFill>
                <a:latin typeface="Georgia"/>
                <a:ea typeface="Georgia"/>
                <a:cs typeface="Georgia"/>
              </a:defRPr>
            </a:lvl9pPr>
          </a:lstStyle>
          <a:p>
            <a:pPr algn="r">
              <a:lnSpc>
                <a:spcPct val="100000"/>
              </a:lnSpc>
              <a:buNone/>
              <a:defRPr sz="1050" b="0">
                <a:solidFill>
                  <a:srgbClr val="567F8B"/>
                </a:solidFill>
                <a:latin typeface="Georgia"/>
                <a:ea typeface="Georgia"/>
                <a:cs typeface="Georgia"/>
              </a:defRPr>
            </a:pPr>
            <a:r>
              <a:rPr lang="en-US" altLang="zh-CN" sz="1050" b="0">
                <a:solidFill>
                  <a:srgbClr val="567F8B"/>
                </a:solidFill>
                <a:latin typeface="Georgia"/>
                <a:ea typeface="Georgia"/>
                <a:cs typeface="Georgia"/>
              </a:rPr>
              <a:t>20</a:t>
            </a:r>
            <a:endParaRPr sz="1050" b="0">
              <a:solidFill>
                <a:srgbClr val="567F8B"/>
              </a:solidFill>
              <a:latin typeface="Georgia"/>
              <a:ea typeface="Georgia"/>
              <a:cs typeface="Georgia"/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EC0DE9B1-8970-446A-9E44-722D9B84E490}"/>
              </a:ext>
            </a:extLst>
          </p:cNvPr>
          <p:cNvSpPr>
            <a:spLocks noGrp="1"/>
          </p:cNvSpPr>
          <p:nvPr/>
        </p:nvSpPr>
        <p:spPr>
          <a:xfrm>
            <a:off x="647700" y="2114550"/>
            <a:ext cx="3429000" cy="3752850"/>
          </a:xfrm>
          <a:prstGeom prst="rect">
            <a:avLst/>
          </a:prstGeom>
          <a:solidFill>
            <a:srgbClr val="FFFFFF"/>
          </a:solidFill>
          <a:ln w="9525">
            <a:solidFill>
              <a:srgbClr val="B8C8CC"/>
            </a:solidFill>
            <a:prstDash val="solid"/>
          </a:ln>
        </p:spPr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29775BF0-036E-4076-BE14-34B36AF7C96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723900" y="2324882"/>
            <a:ext cx="3276600" cy="2989286"/>
          </a:xfrm>
          <a:prstGeom prst="rect">
            <a:avLst/>
          </a:prstGeom>
        </p:spPr>
      </p:pic>
      <p:sp>
        <p:nvSpPr>
          <p:cNvPr id="8" name="矩形 7">
            <a:extLst>
              <a:ext uri="{FF2B5EF4-FFF2-40B4-BE49-F238E27FC236}">
                <a16:creationId xmlns:a16="http://schemas.microsoft.com/office/drawing/2014/main" id="{9406BF0B-8785-4B16-896F-3EFA754F1FDC}"/>
              </a:ext>
            </a:extLst>
          </p:cNvPr>
          <p:cNvSpPr>
            <a:spLocks noGrp="1"/>
          </p:cNvSpPr>
          <p:nvPr/>
        </p:nvSpPr>
        <p:spPr>
          <a:xfrm>
            <a:off x="742950" y="5457825"/>
            <a:ext cx="3238500" cy="9525"/>
          </a:xfrm>
          <a:prstGeom prst="rect">
            <a:avLst/>
          </a:prstGeom>
          <a:solidFill>
            <a:srgbClr val="B8C8CC"/>
          </a:solidFill>
          <a:ln w="0">
            <a:noFill/>
            <a:prstDash val="solid"/>
          </a:ln>
        </p:spPr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F9C8DBA8-FED9-45BD-9F8F-2E627425166B}"/>
              </a:ext>
            </a:extLst>
          </p:cNvPr>
          <p:cNvSpPr>
            <a:spLocks noGrp="1"/>
          </p:cNvSpPr>
          <p:nvPr/>
        </p:nvSpPr>
        <p:spPr>
          <a:xfrm>
            <a:off x="781050" y="5543550"/>
            <a:ext cx="3162300" cy="2571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ctr">
              <a:defRPr sz="1425" b="0">
                <a:solidFill>
                  <a:srgbClr val="26343C"/>
                </a:solidFill>
                <a:latin typeface="Georgia"/>
                <a:ea typeface="Georgia"/>
                <a:cs typeface="Georgia"/>
              </a:defRPr>
            </a:defPPr>
            <a:lvl1pPr algn="ctr">
              <a:defRPr sz="1425" b="0">
                <a:solidFill>
                  <a:srgbClr val="26343C"/>
                </a:solidFill>
                <a:latin typeface="Georgia"/>
                <a:ea typeface="Georgia"/>
                <a:cs typeface="Georgia"/>
              </a:defRPr>
            </a:lvl1pPr>
            <a:lvl2pPr algn="ctr">
              <a:defRPr sz="1425" b="0">
                <a:solidFill>
                  <a:srgbClr val="26343C"/>
                </a:solidFill>
                <a:latin typeface="Georgia"/>
                <a:ea typeface="Georgia"/>
                <a:cs typeface="Georgia"/>
              </a:defRPr>
            </a:lvl2pPr>
            <a:lvl3pPr algn="ctr">
              <a:defRPr sz="1425" b="0">
                <a:solidFill>
                  <a:srgbClr val="26343C"/>
                </a:solidFill>
                <a:latin typeface="Georgia"/>
                <a:ea typeface="Georgia"/>
                <a:cs typeface="Georgia"/>
              </a:defRPr>
            </a:lvl3pPr>
            <a:lvl4pPr algn="ctr">
              <a:defRPr sz="1425" b="0">
                <a:solidFill>
                  <a:srgbClr val="26343C"/>
                </a:solidFill>
                <a:latin typeface="Georgia"/>
                <a:ea typeface="Georgia"/>
                <a:cs typeface="Georgia"/>
              </a:defRPr>
            </a:lvl4pPr>
            <a:lvl5pPr algn="ctr">
              <a:defRPr sz="1425" b="0">
                <a:solidFill>
                  <a:srgbClr val="26343C"/>
                </a:solidFill>
                <a:latin typeface="Georgia"/>
                <a:ea typeface="Georgia"/>
                <a:cs typeface="Georgia"/>
              </a:defRPr>
            </a:lvl5pPr>
            <a:lvl6pPr algn="ctr">
              <a:defRPr sz="1425" b="0">
                <a:solidFill>
                  <a:srgbClr val="26343C"/>
                </a:solidFill>
                <a:latin typeface="Georgia"/>
                <a:ea typeface="Georgia"/>
                <a:cs typeface="Georgia"/>
              </a:defRPr>
            </a:lvl6pPr>
            <a:lvl7pPr algn="ctr">
              <a:defRPr sz="1425" b="0">
                <a:solidFill>
                  <a:srgbClr val="26343C"/>
                </a:solidFill>
                <a:latin typeface="Georgia"/>
                <a:ea typeface="Georgia"/>
                <a:cs typeface="Georgia"/>
              </a:defRPr>
            </a:lvl7pPr>
            <a:lvl8pPr algn="ctr">
              <a:defRPr sz="1425" b="0">
                <a:solidFill>
                  <a:srgbClr val="26343C"/>
                </a:solidFill>
                <a:latin typeface="Georgia"/>
                <a:ea typeface="Georgia"/>
                <a:cs typeface="Georgia"/>
              </a:defRPr>
            </a:lvl8pPr>
            <a:lvl9pPr algn="ctr">
              <a:defRPr sz="1425" b="0">
                <a:solidFill>
                  <a:srgbClr val="26343C"/>
                </a:solidFill>
                <a:latin typeface="Georgia"/>
                <a:ea typeface="Georgia"/>
                <a:cs typeface="Georgia"/>
              </a:defRPr>
            </a:lvl9pPr>
          </a:lstStyle>
          <a:p>
            <a:pPr algn="ctr">
              <a:lnSpc>
                <a:spcPct val="100000"/>
              </a:lnSpc>
              <a:buNone/>
              <a:defRPr sz="1425" b="0">
                <a:solidFill>
                  <a:srgbClr val="26343C"/>
                </a:solidFill>
                <a:latin typeface="Georgia"/>
                <a:ea typeface="Georgia"/>
                <a:cs typeface="Georgia"/>
              </a:defRPr>
            </a:pPr>
            <a:r>
              <a:rPr sz="1425" b="0">
                <a:solidFill>
                  <a:srgbClr val="26343C"/>
                </a:solidFill>
                <a:latin typeface="Georgia"/>
                <a:ea typeface="Georgia"/>
                <a:cs typeface="Georgia"/>
              </a:rPr>
              <a:t>4907520_right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5CB6AAD3-2E98-4139-8614-E50A8E312AA9}"/>
              </a:ext>
            </a:extLst>
          </p:cNvPr>
          <p:cNvSpPr>
            <a:spLocks noGrp="1"/>
          </p:cNvSpPr>
          <p:nvPr/>
        </p:nvSpPr>
        <p:spPr>
          <a:xfrm>
            <a:off x="4381500" y="2114550"/>
            <a:ext cx="3429000" cy="3752850"/>
          </a:xfrm>
          <a:prstGeom prst="rect">
            <a:avLst/>
          </a:prstGeom>
          <a:solidFill>
            <a:srgbClr val="FFFFFF"/>
          </a:solidFill>
          <a:ln w="9525">
            <a:solidFill>
              <a:srgbClr val="B8C8CC"/>
            </a:solidFill>
            <a:prstDash val="solid"/>
          </a:ln>
        </p:spPr>
      </p:sp>
      <p:pic>
        <p:nvPicPr>
          <p:cNvPr id="11" name="图片 10">
            <a:extLst>
              <a:ext uri="{FF2B5EF4-FFF2-40B4-BE49-F238E27FC236}">
                <a16:creationId xmlns:a16="http://schemas.microsoft.com/office/drawing/2014/main" id="{B96EAFE9-50C8-4254-B437-D70892DBB3C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4457700" y="2219194"/>
            <a:ext cx="3276600" cy="3200662"/>
          </a:xfrm>
          <a:prstGeom prst="rect">
            <a:avLst/>
          </a:prstGeom>
        </p:spPr>
      </p:pic>
      <p:sp>
        <p:nvSpPr>
          <p:cNvPr id="12" name="矩形 11">
            <a:extLst>
              <a:ext uri="{FF2B5EF4-FFF2-40B4-BE49-F238E27FC236}">
                <a16:creationId xmlns:a16="http://schemas.microsoft.com/office/drawing/2014/main" id="{711A5376-B64D-4FE2-B446-189F91892A93}"/>
              </a:ext>
            </a:extLst>
          </p:cNvPr>
          <p:cNvSpPr>
            <a:spLocks noGrp="1"/>
          </p:cNvSpPr>
          <p:nvPr/>
        </p:nvSpPr>
        <p:spPr>
          <a:xfrm>
            <a:off x="4476750" y="5457825"/>
            <a:ext cx="3238500" cy="9525"/>
          </a:xfrm>
          <a:prstGeom prst="rect">
            <a:avLst/>
          </a:prstGeom>
          <a:solidFill>
            <a:srgbClr val="B8C8CC"/>
          </a:solidFill>
          <a:ln w="0">
            <a:noFill/>
            <a:prstDash val="solid"/>
          </a:ln>
        </p:spPr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9C9D8DC8-B4C1-4B1D-9957-0CC48368483A}"/>
              </a:ext>
            </a:extLst>
          </p:cNvPr>
          <p:cNvSpPr>
            <a:spLocks noGrp="1"/>
          </p:cNvSpPr>
          <p:nvPr/>
        </p:nvSpPr>
        <p:spPr>
          <a:xfrm>
            <a:off x="4514850" y="5543550"/>
            <a:ext cx="3162300" cy="2571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ctr">
              <a:defRPr sz="1425" b="0">
                <a:solidFill>
                  <a:srgbClr val="26343C"/>
                </a:solidFill>
                <a:latin typeface="Georgia"/>
                <a:ea typeface="Georgia"/>
                <a:cs typeface="Georgia"/>
              </a:defRPr>
            </a:defPPr>
            <a:lvl1pPr algn="ctr">
              <a:defRPr sz="1425" b="0">
                <a:solidFill>
                  <a:srgbClr val="26343C"/>
                </a:solidFill>
                <a:latin typeface="Georgia"/>
                <a:ea typeface="Georgia"/>
                <a:cs typeface="Georgia"/>
              </a:defRPr>
            </a:lvl1pPr>
            <a:lvl2pPr algn="ctr">
              <a:defRPr sz="1425" b="0">
                <a:solidFill>
                  <a:srgbClr val="26343C"/>
                </a:solidFill>
                <a:latin typeface="Georgia"/>
                <a:ea typeface="Georgia"/>
                <a:cs typeface="Georgia"/>
              </a:defRPr>
            </a:lvl2pPr>
            <a:lvl3pPr algn="ctr">
              <a:defRPr sz="1425" b="0">
                <a:solidFill>
                  <a:srgbClr val="26343C"/>
                </a:solidFill>
                <a:latin typeface="Georgia"/>
                <a:ea typeface="Georgia"/>
                <a:cs typeface="Georgia"/>
              </a:defRPr>
            </a:lvl3pPr>
            <a:lvl4pPr algn="ctr">
              <a:defRPr sz="1425" b="0">
                <a:solidFill>
                  <a:srgbClr val="26343C"/>
                </a:solidFill>
                <a:latin typeface="Georgia"/>
                <a:ea typeface="Georgia"/>
                <a:cs typeface="Georgia"/>
              </a:defRPr>
            </a:lvl4pPr>
            <a:lvl5pPr algn="ctr">
              <a:defRPr sz="1425" b="0">
                <a:solidFill>
                  <a:srgbClr val="26343C"/>
                </a:solidFill>
                <a:latin typeface="Georgia"/>
                <a:ea typeface="Georgia"/>
                <a:cs typeface="Georgia"/>
              </a:defRPr>
            </a:lvl5pPr>
            <a:lvl6pPr algn="ctr">
              <a:defRPr sz="1425" b="0">
                <a:solidFill>
                  <a:srgbClr val="26343C"/>
                </a:solidFill>
                <a:latin typeface="Georgia"/>
                <a:ea typeface="Georgia"/>
                <a:cs typeface="Georgia"/>
              </a:defRPr>
            </a:lvl6pPr>
            <a:lvl7pPr algn="ctr">
              <a:defRPr sz="1425" b="0">
                <a:solidFill>
                  <a:srgbClr val="26343C"/>
                </a:solidFill>
                <a:latin typeface="Georgia"/>
                <a:ea typeface="Georgia"/>
                <a:cs typeface="Georgia"/>
              </a:defRPr>
            </a:lvl7pPr>
            <a:lvl8pPr algn="ctr">
              <a:defRPr sz="1425" b="0">
                <a:solidFill>
                  <a:srgbClr val="26343C"/>
                </a:solidFill>
                <a:latin typeface="Georgia"/>
                <a:ea typeface="Georgia"/>
                <a:cs typeface="Georgia"/>
              </a:defRPr>
            </a:lvl8pPr>
            <a:lvl9pPr algn="ctr">
              <a:defRPr sz="1425" b="0">
                <a:solidFill>
                  <a:srgbClr val="26343C"/>
                </a:solidFill>
                <a:latin typeface="Georgia"/>
                <a:ea typeface="Georgia"/>
                <a:cs typeface="Georgia"/>
              </a:defRPr>
            </a:lvl9pPr>
          </a:lstStyle>
          <a:p>
            <a:pPr algn="ctr">
              <a:lnSpc>
                <a:spcPct val="100000"/>
              </a:lnSpc>
              <a:buNone/>
              <a:defRPr sz="1425" b="0">
                <a:solidFill>
                  <a:srgbClr val="26343C"/>
                </a:solidFill>
                <a:latin typeface="Georgia"/>
                <a:ea typeface="Georgia"/>
                <a:cs typeface="Georgia"/>
              </a:defRPr>
            </a:pPr>
            <a:r>
              <a:rPr sz="1425" b="0">
                <a:solidFill>
                  <a:srgbClr val="26343C"/>
                </a:solidFill>
                <a:latin typeface="Georgia"/>
                <a:ea typeface="Georgia"/>
                <a:cs typeface="Georgia"/>
              </a:rPr>
              <a:t>4959323_left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63CDF249-AA35-4CC0-ADC5-EC928D72B3FD}"/>
              </a:ext>
            </a:extLst>
          </p:cNvPr>
          <p:cNvSpPr>
            <a:spLocks noGrp="1"/>
          </p:cNvSpPr>
          <p:nvPr/>
        </p:nvSpPr>
        <p:spPr>
          <a:xfrm>
            <a:off x="8115300" y="2114550"/>
            <a:ext cx="3429000" cy="3752850"/>
          </a:xfrm>
          <a:prstGeom prst="rect">
            <a:avLst/>
          </a:prstGeom>
          <a:solidFill>
            <a:srgbClr val="FFFFFF"/>
          </a:solidFill>
          <a:ln w="9525">
            <a:solidFill>
              <a:srgbClr val="B8C8CC"/>
            </a:solidFill>
            <a:prstDash val="solid"/>
          </a:ln>
        </p:spPr>
      </p:sp>
      <p:pic>
        <p:nvPicPr>
          <p:cNvPr id="15" name="图片 14">
            <a:extLst>
              <a:ext uri="{FF2B5EF4-FFF2-40B4-BE49-F238E27FC236}">
                <a16:creationId xmlns:a16="http://schemas.microsoft.com/office/drawing/2014/main" id="{3D8E6FF4-9E1B-4B4C-ADAC-1BD5A553403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/>
        </p:blipFill>
        <p:spPr>
          <a:xfrm>
            <a:off x="8208046" y="2190750"/>
            <a:ext cx="3243509" cy="3257550"/>
          </a:xfrm>
          <a:prstGeom prst="rect">
            <a:avLst/>
          </a:prstGeom>
        </p:spPr>
      </p:pic>
      <p:sp>
        <p:nvSpPr>
          <p:cNvPr id="16" name="矩形 15">
            <a:extLst>
              <a:ext uri="{FF2B5EF4-FFF2-40B4-BE49-F238E27FC236}">
                <a16:creationId xmlns:a16="http://schemas.microsoft.com/office/drawing/2014/main" id="{025460D7-C55A-4E75-B099-39618239117C}"/>
              </a:ext>
            </a:extLst>
          </p:cNvPr>
          <p:cNvSpPr>
            <a:spLocks noGrp="1"/>
          </p:cNvSpPr>
          <p:nvPr/>
        </p:nvSpPr>
        <p:spPr>
          <a:xfrm>
            <a:off x="8210550" y="5457825"/>
            <a:ext cx="3238500" cy="9525"/>
          </a:xfrm>
          <a:prstGeom prst="rect">
            <a:avLst/>
          </a:prstGeom>
          <a:solidFill>
            <a:srgbClr val="B8C8CC"/>
          </a:solidFill>
          <a:ln w="0">
            <a:noFill/>
            <a:prstDash val="solid"/>
          </a:ln>
        </p:spPr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4A4F42D1-B04B-4A0F-B8A2-5E885B0EA000}"/>
              </a:ext>
            </a:extLst>
          </p:cNvPr>
          <p:cNvSpPr>
            <a:spLocks noGrp="1"/>
          </p:cNvSpPr>
          <p:nvPr/>
        </p:nvSpPr>
        <p:spPr>
          <a:xfrm>
            <a:off x="8248650" y="5543550"/>
            <a:ext cx="3162300" cy="2571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ctr">
              <a:defRPr sz="1425" b="0">
                <a:solidFill>
                  <a:srgbClr val="26343C"/>
                </a:solidFill>
                <a:latin typeface="Georgia"/>
                <a:ea typeface="Georgia"/>
                <a:cs typeface="Georgia"/>
              </a:defRPr>
            </a:defPPr>
            <a:lvl1pPr algn="ctr">
              <a:defRPr sz="1425" b="0">
                <a:solidFill>
                  <a:srgbClr val="26343C"/>
                </a:solidFill>
                <a:latin typeface="Georgia"/>
                <a:ea typeface="Georgia"/>
                <a:cs typeface="Georgia"/>
              </a:defRPr>
            </a:lvl1pPr>
            <a:lvl2pPr algn="ctr">
              <a:defRPr sz="1425" b="0">
                <a:solidFill>
                  <a:srgbClr val="26343C"/>
                </a:solidFill>
                <a:latin typeface="Georgia"/>
                <a:ea typeface="Georgia"/>
                <a:cs typeface="Georgia"/>
              </a:defRPr>
            </a:lvl2pPr>
            <a:lvl3pPr algn="ctr">
              <a:defRPr sz="1425" b="0">
                <a:solidFill>
                  <a:srgbClr val="26343C"/>
                </a:solidFill>
                <a:latin typeface="Georgia"/>
                <a:ea typeface="Georgia"/>
                <a:cs typeface="Georgia"/>
              </a:defRPr>
            </a:lvl3pPr>
            <a:lvl4pPr algn="ctr">
              <a:defRPr sz="1425" b="0">
                <a:solidFill>
                  <a:srgbClr val="26343C"/>
                </a:solidFill>
                <a:latin typeface="Georgia"/>
                <a:ea typeface="Georgia"/>
                <a:cs typeface="Georgia"/>
              </a:defRPr>
            </a:lvl4pPr>
            <a:lvl5pPr algn="ctr">
              <a:defRPr sz="1425" b="0">
                <a:solidFill>
                  <a:srgbClr val="26343C"/>
                </a:solidFill>
                <a:latin typeface="Georgia"/>
                <a:ea typeface="Georgia"/>
                <a:cs typeface="Georgia"/>
              </a:defRPr>
            </a:lvl5pPr>
            <a:lvl6pPr algn="ctr">
              <a:defRPr sz="1425" b="0">
                <a:solidFill>
                  <a:srgbClr val="26343C"/>
                </a:solidFill>
                <a:latin typeface="Georgia"/>
                <a:ea typeface="Georgia"/>
                <a:cs typeface="Georgia"/>
              </a:defRPr>
            </a:lvl6pPr>
            <a:lvl7pPr algn="ctr">
              <a:defRPr sz="1425" b="0">
                <a:solidFill>
                  <a:srgbClr val="26343C"/>
                </a:solidFill>
                <a:latin typeface="Georgia"/>
                <a:ea typeface="Georgia"/>
                <a:cs typeface="Georgia"/>
              </a:defRPr>
            </a:lvl7pPr>
            <a:lvl8pPr algn="ctr">
              <a:defRPr sz="1425" b="0">
                <a:solidFill>
                  <a:srgbClr val="26343C"/>
                </a:solidFill>
                <a:latin typeface="Georgia"/>
                <a:ea typeface="Georgia"/>
                <a:cs typeface="Georgia"/>
              </a:defRPr>
            </a:lvl8pPr>
            <a:lvl9pPr algn="ctr">
              <a:defRPr sz="1425" b="0">
                <a:solidFill>
                  <a:srgbClr val="26343C"/>
                </a:solidFill>
                <a:latin typeface="Georgia"/>
                <a:ea typeface="Georgia"/>
                <a:cs typeface="Georgia"/>
              </a:defRPr>
            </a:lvl9pPr>
          </a:lstStyle>
          <a:p>
            <a:pPr algn="ctr">
              <a:lnSpc>
                <a:spcPct val="100000"/>
              </a:lnSpc>
              <a:buNone/>
              <a:defRPr sz="1425" b="0">
                <a:solidFill>
                  <a:srgbClr val="26343C"/>
                </a:solidFill>
                <a:latin typeface="Georgia"/>
                <a:ea typeface="Georgia"/>
                <a:cs typeface="Georgia"/>
              </a:defRPr>
            </a:pPr>
            <a:r>
              <a:rPr sz="1425" b="0">
                <a:solidFill>
                  <a:srgbClr val="26343C"/>
                </a:solidFill>
                <a:latin typeface="Georgia"/>
                <a:ea typeface="Georgia"/>
                <a:cs typeface="Georgia"/>
              </a:rPr>
              <a:t>4959323_right</a:t>
            </a:r>
          </a:p>
        </p:txBody>
      </p:sp>
    </p:spTree>
    <p:extLst>
      <p:ext uri="{BB962C8B-B14F-4D97-AF65-F5344CB8AC3E}">
        <p14:creationId xmlns:p14="http://schemas.microsoft.com/office/powerpoint/2010/main" val="1227792749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47</TotalTime>
  <Words>2333</Words>
  <Application>Microsoft Office PowerPoint</Application>
  <DocSecurity>0</DocSecurity>
  <PresentationFormat>宽屏</PresentationFormat>
  <Paragraphs>382</Paragraphs>
  <Slides>20</Slides>
  <Notes>20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20</vt:i4>
      </vt:variant>
    </vt:vector>
  </HeadingPairs>
  <TitlesOfParts>
    <vt:vector size="24" baseType="lpstr">
      <vt:lpstr>Noto Sans SC</vt:lpstr>
      <vt:lpstr>Aptos</vt:lpstr>
      <vt:lpstr>Georgia</vt:lpstr>
      <vt:lpstr>ChatGPT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Yuexuan Wang</cp:lastModifiedBy>
  <cp:revision>12</cp:revision>
  <dcterms:created xsi:type="dcterms:W3CDTF">2026-10-18T15:19:53Z</dcterms:created>
  <dcterms:modified xsi:type="dcterms:W3CDTF">2026-10-18T16:55:21Z</dcterms:modified>
</cp:coreProperties>
</file>